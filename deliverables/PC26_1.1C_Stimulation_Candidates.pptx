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5"/>
    <p:sldMasterId id="2147483683" r:id="rId6"/>
    <p:sldMasterId id="2147483698" r:id="rId7"/>
    <p:sldMasterId id="2147483713" r:id="rId8"/>
    <p:sldMasterId id="2147483785" r:id="rId9"/>
    <p:sldMasterId id="2147483808" r:id="rId10"/>
  </p:sldMasterIdLst>
  <p:notesMasterIdLst>
    <p:notesMasterId r:id="rId33"/>
  </p:notesMasterIdLst>
  <p:handoutMasterIdLst>
    <p:handoutMasterId r:id="rId34"/>
  </p:handout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  <p:sldId id="267" r:id="rId30"/>
  </p:sldIdLst>
  <p:sldSz cx="12192000" cy="6858000"/>
  <p:notesSz cx="6797675" cy="9926638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2538F07-6FB4-F645-FE63-0B851E204981}" name="Cristina MARETTO" initials="CM" userId="S::cristina.maretto@totalenergies.com::04bd1d4c-e6bd-4552-9a2c-6ac000a5b15f" providerId="AD"/>
  <p188:author id="{653B831C-F11B-DCD0-420C-0D61CFFBF91F}" name="Pablo BARTOLOME" initials="PB" userId="S::pablo.bartolome@totalenergies.com::ba7189e8-9cc7-4110-94e8-c09901e9c92f" providerId="AD"/>
  <p188:author id="{3A378938-66A6-E918-FD99-006786D0C71C}" name="Jean-Christophe NAVARRE" initials="JN" userId="S::jean-christophe.navarre@totalenergies.com::8dec7de1-684b-4648-a118-abb2128b9447" providerId="AD"/>
  <p188:author id="{3C5DE54F-A219-3B92-22DC-D0DE53D1A307}" name="Joao SAMBA" initials="JS" userId="S::joao.samba@totalenergies.com::9a9b2a0a-c9f5-45fb-aebc-205b5c01b672" providerId="AD"/>
  <p188:author id="{99E4C961-AEDD-B9B2-121F-EDC8254A2A5F}" name="Celine PUTHUMAILOLAN" initials="CP" userId="S::celine.puthumailolan@totalenergies.com::14f87ab5-5dc7-49e1-b2df-5747a447ed94" providerId="AD"/>
  <p188:author id="{401BD465-4B2F-1CD7-2B50-29AD66036D13}" name="Ankit SHARMA" initials="AS" userId="S::ankit.sharma@totalenergies.com::43303027-a0d0-4905-8976-171edecca630" providerId="AD"/>
  <p188:author id="{44D6216E-25FD-C634-9637-79A60E281AD6}" name="Gianfranco UNGARO" initials="GU" userId="S::gianfranco.ungaro@totalenergies.com::4f39880c-a08b-47ae-91e1-6f6fe97eb55c" providerId="AD"/>
  <p188:author id="{73C1937C-FFF7-DEDA-E430-9AB00C6BE8BF}" name="Edmundo Eduardo PERALTA" initials="EP" userId="S::edmundo.peralta@totalenergies.com::df2906a5-c95c-4a12-94e1-1f03b1c397b2" providerId="AD"/>
  <p188:author id="{520EF8B7-C0EF-86D5-AB57-0AF5DB0F72CD}" name="Andrey SEMENOV" initials="AS" userId="S::andrey.semenov@totalenergies.com::3a8c0284-d685-461e-9060-1b970ae2d30d" providerId="AD"/>
  <p188:author id="{4F4800F2-B6C7-21B1-C787-71186738D9F1}" name="Xavier POIRIER-COUTANSAIS" initials="XP" userId="S::xavier.poirier-coutansais@totalenergies.com::2e3e5b54-b13d-4b47-9de3-f3a7250bee0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8F4"/>
    <a:srgbClr val="81D14F"/>
    <a:srgbClr val="F2F2F2"/>
    <a:srgbClr val="5DCF91"/>
    <a:srgbClr val="0EB897"/>
    <a:srgbClr val="009BA7"/>
    <a:srgbClr val="4632FF"/>
    <a:srgbClr val="00BEF4"/>
    <a:srgbClr val="1FCAA8"/>
    <a:srgbClr val="00C8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9" Type="http://schemas.openxmlformats.org/officeDocument/2006/relationships/slideMaster" Target="slideMasters/slideMaster5.xml"/><Relationship Id="rId10" Type="http://schemas.openxmlformats.org/officeDocument/2006/relationships/slideMaster" Target="slideMasters/slideMaster6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Relationship Id="rId30" Type="http://schemas.openxmlformats.org/officeDocument/2006/relationships/slide" Target="slides/slide12.xml"/><Relationship Id="rId33" Type="http://schemas.openxmlformats.org/officeDocument/2006/relationships/notesMaster" Target="notesMasters/notesMaster1.xml"/><Relationship Id="rId34" Type="http://schemas.openxmlformats.org/officeDocument/2006/relationships/handoutMaster" Target="handoutMasters/handout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Relationship Id="rId39" Type="http://schemas.microsoft.com/office/2016/11/relationships/changesInfo" Target="changesInfos/changesInfo1.xml"/><Relationship Id="rId4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avier POIRIER-COUTANSAIS" userId="2e3e5b54-b13d-4b47-9de3-f3a7250bee07" providerId="ADAL" clId="{7B644FD6-358B-4B3F-99D7-90D39E7C977C}"/>
    <pc:docChg chg="undo custSel modSld">
      <pc:chgData name="Xavier POIRIER-COUTANSAIS" userId="2e3e5b54-b13d-4b47-9de3-f3a7250bee07" providerId="ADAL" clId="{7B644FD6-358B-4B3F-99D7-90D39E7C977C}" dt="2025-10-06T06:13:25.895" v="892" actId="20577"/>
      <pc:docMkLst>
        <pc:docMk/>
      </pc:docMkLst>
      <pc:sldChg chg="modSp mod">
        <pc:chgData name="Xavier POIRIER-COUTANSAIS" userId="2e3e5b54-b13d-4b47-9de3-f3a7250bee07" providerId="ADAL" clId="{7B644FD6-358B-4B3F-99D7-90D39E7C977C}" dt="2025-10-06T06:06:46.986" v="827" actId="14100"/>
        <pc:sldMkLst>
          <pc:docMk/>
          <pc:sldMk cId="3493923150" sldId="363"/>
        </pc:sldMkLst>
        <pc:spChg chg="mod">
          <ac:chgData name="Xavier POIRIER-COUTANSAIS" userId="2e3e5b54-b13d-4b47-9de3-f3a7250bee07" providerId="ADAL" clId="{7B644FD6-358B-4B3F-99D7-90D39E7C977C}" dt="2025-10-06T06:06:46.986" v="827" actId="14100"/>
          <ac:spMkLst>
            <pc:docMk/>
            <pc:sldMk cId="3493923150" sldId="363"/>
            <ac:spMk id="11" creationId="{00000000-0000-0000-0000-000000000000}"/>
          </ac:spMkLst>
        </pc:spChg>
        <pc:spChg chg="mod">
          <ac:chgData name="Xavier POIRIER-COUTANSAIS" userId="2e3e5b54-b13d-4b47-9de3-f3a7250bee07" providerId="ADAL" clId="{7B644FD6-358B-4B3F-99D7-90D39E7C977C}" dt="2025-10-06T06:06:44.010" v="826" actId="14100"/>
          <ac:spMkLst>
            <pc:docMk/>
            <pc:sldMk cId="3493923150" sldId="363"/>
            <ac:spMk id="18" creationId="{C85C6EBA-E641-4385-BA41-9FE2923BA06B}"/>
          </ac:spMkLst>
        </pc:spChg>
      </pc:sldChg>
      <pc:sldChg chg="modSp mod">
        <pc:chgData name="Xavier POIRIER-COUTANSAIS" userId="2e3e5b54-b13d-4b47-9de3-f3a7250bee07" providerId="ADAL" clId="{7B644FD6-358B-4B3F-99D7-90D39E7C977C}" dt="2025-10-06T05:54:33.094" v="575" actId="20577"/>
        <pc:sldMkLst>
          <pc:docMk/>
          <pc:sldMk cId="382662086" sldId="2147483572"/>
        </pc:sldMkLst>
        <pc:spChg chg="mod">
          <ac:chgData name="Xavier POIRIER-COUTANSAIS" userId="2e3e5b54-b13d-4b47-9de3-f3a7250bee07" providerId="ADAL" clId="{7B644FD6-358B-4B3F-99D7-90D39E7C977C}" dt="2025-10-06T05:54:33.094" v="575" actId="20577"/>
          <ac:spMkLst>
            <pc:docMk/>
            <pc:sldMk cId="382662086" sldId="2147483572"/>
            <ac:spMk id="6" creationId="{F5B8FD27-27A5-10E7-129F-62153FDC5188}"/>
          </ac:spMkLst>
        </pc:spChg>
      </pc:sldChg>
      <pc:sldChg chg="modSp mod">
        <pc:chgData name="Xavier POIRIER-COUTANSAIS" userId="2e3e5b54-b13d-4b47-9de3-f3a7250bee07" providerId="ADAL" clId="{7B644FD6-358B-4B3F-99D7-90D39E7C977C}" dt="2025-10-06T06:05:18.065" v="820" actId="108"/>
        <pc:sldMkLst>
          <pc:docMk/>
          <pc:sldMk cId="4107241847" sldId="2147483573"/>
        </pc:sldMkLst>
        <pc:spChg chg="mod">
          <ac:chgData name="Xavier POIRIER-COUTANSAIS" userId="2e3e5b54-b13d-4b47-9de3-f3a7250bee07" providerId="ADAL" clId="{7B644FD6-358B-4B3F-99D7-90D39E7C977C}" dt="2025-10-06T06:05:18.065" v="820" actId="108"/>
          <ac:spMkLst>
            <pc:docMk/>
            <pc:sldMk cId="4107241847" sldId="2147483573"/>
            <ac:spMk id="6" creationId="{1B5CA595-77E3-CC5C-DCA4-AAE84D6FA802}"/>
          </ac:spMkLst>
        </pc:spChg>
      </pc:sldChg>
      <pc:sldChg chg="modSp mod">
        <pc:chgData name="Xavier POIRIER-COUTANSAIS" userId="2e3e5b54-b13d-4b47-9de3-f3a7250bee07" providerId="ADAL" clId="{7B644FD6-358B-4B3F-99D7-90D39E7C977C}" dt="2025-10-06T06:05:55.575" v="825" actId="20577"/>
        <pc:sldMkLst>
          <pc:docMk/>
          <pc:sldMk cId="2365456921" sldId="2147483575"/>
        </pc:sldMkLst>
        <pc:spChg chg="mod">
          <ac:chgData name="Xavier POIRIER-COUTANSAIS" userId="2e3e5b54-b13d-4b47-9de3-f3a7250bee07" providerId="ADAL" clId="{7B644FD6-358B-4B3F-99D7-90D39E7C977C}" dt="2025-10-06T06:05:55.575" v="825" actId="20577"/>
          <ac:spMkLst>
            <pc:docMk/>
            <pc:sldMk cId="2365456921" sldId="2147483575"/>
            <ac:spMk id="6" creationId="{E72D6A64-50F9-6985-648F-CC1DEE0B7B46}"/>
          </ac:spMkLst>
        </pc:spChg>
      </pc:sldChg>
      <pc:sldChg chg="modSp mod">
        <pc:chgData name="Xavier POIRIER-COUTANSAIS" userId="2e3e5b54-b13d-4b47-9de3-f3a7250bee07" providerId="ADAL" clId="{7B644FD6-358B-4B3F-99D7-90D39E7C977C}" dt="2025-10-03T13:57:00.905" v="96" actId="14100"/>
        <pc:sldMkLst>
          <pc:docMk/>
          <pc:sldMk cId="4139749324" sldId="2147483576"/>
        </pc:sldMkLst>
        <pc:spChg chg="mod">
          <ac:chgData name="Xavier POIRIER-COUTANSAIS" userId="2e3e5b54-b13d-4b47-9de3-f3a7250bee07" providerId="ADAL" clId="{7B644FD6-358B-4B3F-99D7-90D39E7C977C}" dt="2025-10-03T13:57:00.905" v="96" actId="14100"/>
          <ac:spMkLst>
            <pc:docMk/>
            <pc:sldMk cId="4139749324" sldId="2147483576"/>
            <ac:spMk id="16" creationId="{9A7E539A-9C45-3B1D-BFCD-BD1A90687F8E}"/>
          </ac:spMkLst>
        </pc:spChg>
      </pc:sldChg>
      <pc:sldChg chg="modSp mod">
        <pc:chgData name="Xavier POIRIER-COUTANSAIS" userId="2e3e5b54-b13d-4b47-9de3-f3a7250bee07" providerId="ADAL" clId="{7B644FD6-358B-4B3F-99D7-90D39E7C977C}" dt="2025-10-04T07:05:15.163" v="500" actId="20577"/>
        <pc:sldMkLst>
          <pc:docMk/>
          <pc:sldMk cId="4280418452" sldId="2147483577"/>
        </pc:sldMkLst>
        <pc:spChg chg="mod">
          <ac:chgData name="Xavier POIRIER-COUTANSAIS" userId="2e3e5b54-b13d-4b47-9de3-f3a7250bee07" providerId="ADAL" clId="{7B644FD6-358B-4B3F-99D7-90D39E7C977C}" dt="2025-10-03T14:00:45.515" v="167" actId="20577"/>
          <ac:spMkLst>
            <pc:docMk/>
            <pc:sldMk cId="4280418452" sldId="2147483577"/>
            <ac:spMk id="16" creationId="{0120F401-D261-91AC-8767-1A7D594D7301}"/>
          </ac:spMkLst>
        </pc:spChg>
        <pc:spChg chg="mod">
          <ac:chgData name="Xavier POIRIER-COUTANSAIS" userId="2e3e5b54-b13d-4b47-9de3-f3a7250bee07" providerId="ADAL" clId="{7B644FD6-358B-4B3F-99D7-90D39E7C977C}" dt="2025-10-04T07:05:15.163" v="500" actId="20577"/>
          <ac:spMkLst>
            <pc:docMk/>
            <pc:sldMk cId="4280418452" sldId="2147483577"/>
            <ac:spMk id="22" creationId="{7A1D10C7-0F4A-52A6-B4CA-6429124D9175}"/>
          </ac:spMkLst>
        </pc:spChg>
      </pc:sldChg>
      <pc:sldChg chg="modSp mod">
        <pc:chgData name="Xavier POIRIER-COUTANSAIS" userId="2e3e5b54-b13d-4b47-9de3-f3a7250bee07" providerId="ADAL" clId="{7B644FD6-358B-4B3F-99D7-90D39E7C977C}" dt="2025-10-03T13:58:45.211" v="119" actId="1037"/>
        <pc:sldMkLst>
          <pc:docMk/>
          <pc:sldMk cId="711972406" sldId="2147483578"/>
        </pc:sldMkLst>
        <pc:spChg chg="mod">
          <ac:chgData name="Xavier POIRIER-COUTANSAIS" userId="2e3e5b54-b13d-4b47-9de3-f3a7250bee07" providerId="ADAL" clId="{7B644FD6-358B-4B3F-99D7-90D39E7C977C}" dt="2025-10-03T13:58:45.211" v="119" actId="1037"/>
          <ac:spMkLst>
            <pc:docMk/>
            <pc:sldMk cId="711972406" sldId="2147483578"/>
            <ac:spMk id="16" creationId="{E8A12C60-D4E8-A402-AFDA-12B012F1D502}"/>
          </ac:spMkLst>
        </pc:spChg>
      </pc:sldChg>
      <pc:sldChg chg="addSp modSp mod">
        <pc:chgData name="Xavier POIRIER-COUTANSAIS" userId="2e3e5b54-b13d-4b47-9de3-f3a7250bee07" providerId="ADAL" clId="{7B644FD6-358B-4B3F-99D7-90D39E7C977C}" dt="2025-10-06T06:11:16.467" v="876" actId="404"/>
        <pc:sldMkLst>
          <pc:docMk/>
          <pc:sldMk cId="306083919" sldId="2147483579"/>
        </pc:sldMkLst>
        <pc:spChg chg="mod">
          <ac:chgData name="Xavier POIRIER-COUTANSAIS" userId="2e3e5b54-b13d-4b47-9de3-f3a7250bee07" providerId="ADAL" clId="{7B644FD6-358B-4B3F-99D7-90D39E7C977C}" dt="2025-10-03T14:02:56.574" v="250" actId="1038"/>
          <ac:spMkLst>
            <pc:docMk/>
            <pc:sldMk cId="306083919" sldId="2147483579"/>
            <ac:spMk id="2" creationId="{8E950FAB-7CE2-E607-6241-4A49535906C5}"/>
          </ac:spMkLst>
        </pc:spChg>
        <pc:spChg chg="mod">
          <ac:chgData name="Xavier POIRIER-COUTANSAIS" userId="2e3e5b54-b13d-4b47-9de3-f3a7250bee07" providerId="ADAL" clId="{7B644FD6-358B-4B3F-99D7-90D39E7C977C}" dt="2025-10-03T14:06:56.676" v="306" actId="14100"/>
          <ac:spMkLst>
            <pc:docMk/>
            <pc:sldMk cId="306083919" sldId="2147483579"/>
            <ac:spMk id="5" creationId="{501F2C68-480E-753C-2F71-DC03A1F90059}"/>
          </ac:spMkLst>
        </pc:spChg>
        <pc:spChg chg="mod">
          <ac:chgData name="Xavier POIRIER-COUTANSAIS" userId="2e3e5b54-b13d-4b47-9de3-f3a7250bee07" providerId="ADAL" clId="{7B644FD6-358B-4B3F-99D7-90D39E7C977C}" dt="2025-10-06T06:11:16.467" v="876" actId="404"/>
          <ac:spMkLst>
            <pc:docMk/>
            <pc:sldMk cId="306083919" sldId="2147483579"/>
            <ac:spMk id="6" creationId="{D56E11AC-8C96-51E0-CC14-35E943E3CE81}"/>
          </ac:spMkLst>
        </pc:spChg>
        <pc:spChg chg="mod">
          <ac:chgData name="Xavier POIRIER-COUTANSAIS" userId="2e3e5b54-b13d-4b47-9de3-f3a7250bee07" providerId="ADAL" clId="{7B644FD6-358B-4B3F-99D7-90D39E7C977C}" dt="2025-10-03T14:08:17.934" v="363" actId="14100"/>
          <ac:spMkLst>
            <pc:docMk/>
            <pc:sldMk cId="306083919" sldId="2147483579"/>
            <ac:spMk id="10" creationId="{E1F8FB64-F248-5BF7-BC22-C8D84FA4B6F5}"/>
          </ac:spMkLst>
        </pc:spChg>
        <pc:spChg chg="mod">
          <ac:chgData name="Xavier POIRIER-COUTANSAIS" userId="2e3e5b54-b13d-4b47-9de3-f3a7250bee07" providerId="ADAL" clId="{7B644FD6-358B-4B3F-99D7-90D39E7C977C}" dt="2025-10-03T14:08:17.934" v="363" actId="14100"/>
          <ac:spMkLst>
            <pc:docMk/>
            <pc:sldMk cId="306083919" sldId="2147483579"/>
            <ac:spMk id="11" creationId="{6374A7C7-FA2E-8A5C-FB33-0D59DC4057AC}"/>
          </ac:spMkLst>
        </pc:spChg>
        <pc:spChg chg="mod">
          <ac:chgData name="Xavier POIRIER-COUTANSAIS" userId="2e3e5b54-b13d-4b47-9de3-f3a7250bee07" providerId="ADAL" clId="{7B644FD6-358B-4B3F-99D7-90D39E7C977C}" dt="2025-10-03T14:08:33.342" v="367" actId="1076"/>
          <ac:spMkLst>
            <pc:docMk/>
            <pc:sldMk cId="306083919" sldId="2147483579"/>
            <ac:spMk id="19" creationId="{36F57E9D-FB4F-E4C8-6A10-9C36A1014725}"/>
          </ac:spMkLst>
        </pc:spChg>
        <pc:spChg chg="add mod">
          <ac:chgData name="Xavier POIRIER-COUTANSAIS" userId="2e3e5b54-b13d-4b47-9de3-f3a7250bee07" providerId="ADAL" clId="{7B644FD6-358B-4B3F-99D7-90D39E7C977C}" dt="2025-10-03T14:11:01.241" v="405" actId="6549"/>
          <ac:spMkLst>
            <pc:docMk/>
            <pc:sldMk cId="306083919" sldId="2147483579"/>
            <ac:spMk id="24" creationId="{94B629E5-4C94-40D0-CAD0-E1F6880D53E1}"/>
          </ac:spMkLst>
        </pc:spChg>
        <pc:picChg chg="mod">
          <ac:chgData name="Xavier POIRIER-COUTANSAIS" userId="2e3e5b54-b13d-4b47-9de3-f3a7250bee07" providerId="ADAL" clId="{7B644FD6-358B-4B3F-99D7-90D39E7C977C}" dt="2025-10-03T14:07:19.433" v="344" actId="14100"/>
          <ac:picMkLst>
            <pc:docMk/>
            <pc:sldMk cId="306083919" sldId="2147483579"/>
            <ac:picMk id="12" creationId="{364138A2-0CA1-C557-9DCE-1F9DE8C85547}"/>
          </ac:picMkLst>
        </pc:picChg>
        <pc:picChg chg="mod">
          <ac:chgData name="Xavier POIRIER-COUTANSAIS" userId="2e3e5b54-b13d-4b47-9de3-f3a7250bee07" providerId="ADAL" clId="{7B644FD6-358B-4B3F-99D7-90D39E7C977C}" dt="2025-10-03T14:02:56.574" v="250" actId="1038"/>
          <ac:picMkLst>
            <pc:docMk/>
            <pc:sldMk cId="306083919" sldId="2147483579"/>
            <ac:picMk id="13" creationId="{2A23AE2A-6896-19EC-9B93-9F6452360B25}"/>
          </ac:picMkLst>
        </pc:picChg>
        <pc:picChg chg="mod">
          <ac:chgData name="Xavier POIRIER-COUTANSAIS" userId="2e3e5b54-b13d-4b47-9de3-f3a7250bee07" providerId="ADAL" clId="{7B644FD6-358B-4B3F-99D7-90D39E7C977C}" dt="2025-10-03T14:02:56.574" v="250" actId="1038"/>
          <ac:picMkLst>
            <pc:docMk/>
            <pc:sldMk cId="306083919" sldId="2147483579"/>
            <ac:picMk id="14" creationId="{4072B5A1-2E29-C7F8-6AF8-2C1A5846947C}"/>
          </ac:picMkLst>
        </pc:picChg>
        <pc:picChg chg="mod">
          <ac:chgData name="Xavier POIRIER-COUTANSAIS" userId="2e3e5b54-b13d-4b47-9de3-f3a7250bee07" providerId="ADAL" clId="{7B644FD6-358B-4B3F-99D7-90D39E7C977C}" dt="2025-10-03T14:02:56.574" v="250" actId="1038"/>
          <ac:picMkLst>
            <pc:docMk/>
            <pc:sldMk cId="306083919" sldId="2147483579"/>
            <ac:picMk id="15" creationId="{7012860D-FDF4-628A-6F00-F00ADFBBD5EA}"/>
          </ac:picMkLst>
        </pc:picChg>
        <pc:picChg chg="add mod">
          <ac:chgData name="Xavier POIRIER-COUTANSAIS" userId="2e3e5b54-b13d-4b47-9de3-f3a7250bee07" providerId="ADAL" clId="{7B644FD6-358B-4B3F-99D7-90D39E7C977C}" dt="2025-10-03T14:10:32.346" v="396" actId="1035"/>
          <ac:picMkLst>
            <pc:docMk/>
            <pc:sldMk cId="306083919" sldId="2147483579"/>
            <ac:picMk id="17" creationId="{7D1FE9E4-4C36-BB8A-EE64-D08E259937B0}"/>
          </ac:picMkLst>
        </pc:picChg>
        <pc:picChg chg="mod">
          <ac:chgData name="Xavier POIRIER-COUTANSAIS" userId="2e3e5b54-b13d-4b47-9de3-f3a7250bee07" providerId="ADAL" clId="{7B644FD6-358B-4B3F-99D7-90D39E7C977C}" dt="2025-10-03T14:07:19.433" v="344" actId="14100"/>
          <ac:picMkLst>
            <pc:docMk/>
            <pc:sldMk cId="306083919" sldId="2147483579"/>
            <ac:picMk id="18" creationId="{D5FFBFC4-7DDC-1E5F-0E07-FDDA1F00AF2D}"/>
          </ac:picMkLst>
        </pc:picChg>
        <pc:picChg chg="add mod">
          <ac:chgData name="Xavier POIRIER-COUTANSAIS" userId="2e3e5b54-b13d-4b47-9de3-f3a7250bee07" providerId="ADAL" clId="{7B644FD6-358B-4B3F-99D7-90D39E7C977C}" dt="2025-10-03T14:10:32.346" v="396" actId="1035"/>
          <ac:picMkLst>
            <pc:docMk/>
            <pc:sldMk cId="306083919" sldId="2147483579"/>
            <ac:picMk id="20" creationId="{2251C2CF-6EF4-F699-3FA3-CF0B88837126}"/>
          </ac:picMkLst>
        </pc:picChg>
        <pc:picChg chg="add mod">
          <ac:chgData name="Xavier POIRIER-COUTANSAIS" userId="2e3e5b54-b13d-4b47-9de3-f3a7250bee07" providerId="ADAL" clId="{7B644FD6-358B-4B3F-99D7-90D39E7C977C}" dt="2025-10-03T14:10:32.346" v="396" actId="1035"/>
          <ac:picMkLst>
            <pc:docMk/>
            <pc:sldMk cId="306083919" sldId="2147483579"/>
            <ac:picMk id="21" creationId="{E86FDE52-86F5-D7D9-8CEA-19E0023109C9}"/>
          </ac:picMkLst>
        </pc:picChg>
        <pc:picChg chg="add mod">
          <ac:chgData name="Xavier POIRIER-COUTANSAIS" userId="2e3e5b54-b13d-4b47-9de3-f3a7250bee07" providerId="ADAL" clId="{7B644FD6-358B-4B3F-99D7-90D39E7C977C}" dt="2025-10-03T14:10:32.346" v="396" actId="1035"/>
          <ac:picMkLst>
            <pc:docMk/>
            <pc:sldMk cId="306083919" sldId="2147483579"/>
            <ac:picMk id="22" creationId="{47D8CAB1-D807-B4CD-EFE1-57BBC91DDFED}"/>
          </ac:picMkLst>
        </pc:picChg>
      </pc:sldChg>
      <pc:sldChg chg="modSp mod">
        <pc:chgData name="Xavier POIRIER-COUTANSAIS" userId="2e3e5b54-b13d-4b47-9de3-f3a7250bee07" providerId="ADAL" clId="{7B644FD6-358B-4B3F-99D7-90D39E7C977C}" dt="2025-10-03T14:20:11.774" v="497" actId="108"/>
        <pc:sldMkLst>
          <pc:docMk/>
          <pc:sldMk cId="1370124791" sldId="2147483581"/>
        </pc:sldMkLst>
        <pc:spChg chg="mod">
          <ac:chgData name="Xavier POIRIER-COUTANSAIS" userId="2e3e5b54-b13d-4b47-9de3-f3a7250bee07" providerId="ADAL" clId="{7B644FD6-358B-4B3F-99D7-90D39E7C977C}" dt="2025-10-03T14:20:11.774" v="497" actId="108"/>
          <ac:spMkLst>
            <pc:docMk/>
            <pc:sldMk cId="1370124791" sldId="2147483581"/>
            <ac:spMk id="22" creationId="{1995FCF1-A44C-9A98-B3C8-AC1111E42E5C}"/>
          </ac:spMkLst>
        </pc:spChg>
      </pc:sldChg>
      <pc:sldChg chg="addSp modSp mod">
        <pc:chgData name="Xavier POIRIER-COUTANSAIS" userId="2e3e5b54-b13d-4b47-9de3-f3a7250bee07" providerId="ADAL" clId="{7B644FD6-358B-4B3F-99D7-90D39E7C977C}" dt="2025-10-03T13:56:14.893" v="95" actId="166"/>
        <pc:sldMkLst>
          <pc:docMk/>
          <pc:sldMk cId="3120071578" sldId="2147483583"/>
        </pc:sldMkLst>
        <pc:spChg chg="add mod">
          <ac:chgData name="Xavier POIRIER-COUTANSAIS" userId="2e3e5b54-b13d-4b47-9de3-f3a7250bee07" providerId="ADAL" clId="{7B644FD6-358B-4B3F-99D7-90D39E7C977C}" dt="2025-10-03T13:56:02.768" v="94" actId="164"/>
          <ac:spMkLst>
            <pc:docMk/>
            <pc:sldMk cId="3120071578" sldId="2147483583"/>
            <ac:spMk id="2" creationId="{3A866A67-0DC1-F239-E573-A25BF7BB75AF}"/>
          </ac:spMkLst>
        </pc:spChg>
        <pc:spChg chg="add mod">
          <ac:chgData name="Xavier POIRIER-COUTANSAIS" userId="2e3e5b54-b13d-4b47-9de3-f3a7250bee07" providerId="ADAL" clId="{7B644FD6-358B-4B3F-99D7-90D39E7C977C}" dt="2025-10-03T13:56:02.768" v="94" actId="164"/>
          <ac:spMkLst>
            <pc:docMk/>
            <pc:sldMk cId="3120071578" sldId="2147483583"/>
            <ac:spMk id="5" creationId="{9D8465AD-9063-C51F-7D28-5DC9DA54D6FD}"/>
          </ac:spMkLst>
        </pc:spChg>
        <pc:spChg chg="add mod">
          <ac:chgData name="Xavier POIRIER-COUTANSAIS" userId="2e3e5b54-b13d-4b47-9de3-f3a7250bee07" providerId="ADAL" clId="{7B644FD6-358B-4B3F-99D7-90D39E7C977C}" dt="2025-10-03T13:56:02.768" v="94" actId="164"/>
          <ac:spMkLst>
            <pc:docMk/>
            <pc:sldMk cId="3120071578" sldId="2147483583"/>
            <ac:spMk id="9" creationId="{768FDE8E-EADD-0A3C-C3DA-8B6307FAD235}"/>
          </ac:spMkLst>
        </pc:spChg>
        <pc:spChg chg="mod">
          <ac:chgData name="Xavier POIRIER-COUTANSAIS" userId="2e3e5b54-b13d-4b47-9de3-f3a7250bee07" providerId="ADAL" clId="{7B644FD6-358B-4B3F-99D7-90D39E7C977C}" dt="2025-10-03T13:53:02.468" v="31" actId="115"/>
          <ac:spMkLst>
            <pc:docMk/>
            <pc:sldMk cId="3120071578" sldId="2147483583"/>
            <ac:spMk id="15" creationId="{EEE5B388-F488-8577-0598-B24D522AA735}"/>
          </ac:spMkLst>
        </pc:spChg>
        <pc:spChg chg="ord">
          <ac:chgData name="Xavier POIRIER-COUTANSAIS" userId="2e3e5b54-b13d-4b47-9de3-f3a7250bee07" providerId="ADAL" clId="{7B644FD6-358B-4B3F-99D7-90D39E7C977C}" dt="2025-10-03T13:56:14.893" v="95" actId="166"/>
          <ac:spMkLst>
            <pc:docMk/>
            <pc:sldMk cId="3120071578" sldId="2147483583"/>
            <ac:spMk id="21" creationId="{C872367B-45AA-B300-FAA1-92938A3A56C3}"/>
          </ac:spMkLst>
        </pc:spChg>
        <pc:grpChg chg="add mod">
          <ac:chgData name="Xavier POIRIER-COUTANSAIS" userId="2e3e5b54-b13d-4b47-9de3-f3a7250bee07" providerId="ADAL" clId="{7B644FD6-358B-4B3F-99D7-90D39E7C977C}" dt="2025-10-03T13:56:02.768" v="94" actId="164"/>
          <ac:grpSpMkLst>
            <pc:docMk/>
            <pc:sldMk cId="3120071578" sldId="2147483583"/>
            <ac:grpSpMk id="14" creationId="{C1C96C32-5878-6A43-495C-AC2BC34987FB}"/>
          </ac:grpSpMkLst>
        </pc:grpChg>
        <pc:picChg chg="mod">
          <ac:chgData name="Xavier POIRIER-COUTANSAIS" userId="2e3e5b54-b13d-4b47-9de3-f3a7250bee07" providerId="ADAL" clId="{7B644FD6-358B-4B3F-99D7-90D39E7C977C}" dt="2025-10-03T13:56:02.768" v="94" actId="164"/>
          <ac:picMkLst>
            <pc:docMk/>
            <pc:sldMk cId="3120071578" sldId="2147483583"/>
            <ac:picMk id="20" creationId="{C496BDD2-D215-488E-D92B-6912FCC9868A}"/>
          </ac:picMkLst>
        </pc:picChg>
      </pc:sldChg>
      <pc:sldChg chg="modSp mod">
        <pc:chgData name="Xavier POIRIER-COUTANSAIS" userId="2e3e5b54-b13d-4b47-9de3-f3a7250bee07" providerId="ADAL" clId="{7B644FD6-358B-4B3F-99D7-90D39E7C977C}" dt="2025-10-06T06:12:17.267" v="877" actId="14100"/>
        <pc:sldMkLst>
          <pc:docMk/>
          <pc:sldMk cId="491952046" sldId="2147483585"/>
        </pc:sldMkLst>
        <pc:spChg chg="mod">
          <ac:chgData name="Xavier POIRIER-COUTANSAIS" userId="2e3e5b54-b13d-4b47-9de3-f3a7250bee07" providerId="ADAL" clId="{7B644FD6-358B-4B3F-99D7-90D39E7C977C}" dt="2025-10-03T14:19:34.458" v="487" actId="20577"/>
          <ac:spMkLst>
            <pc:docMk/>
            <pc:sldMk cId="491952046" sldId="2147483585"/>
            <ac:spMk id="16" creationId="{940003E3-B029-0226-AC7A-3A27CF335DFA}"/>
          </ac:spMkLst>
        </pc:spChg>
        <pc:spChg chg="mod">
          <ac:chgData name="Xavier POIRIER-COUTANSAIS" userId="2e3e5b54-b13d-4b47-9de3-f3a7250bee07" providerId="ADAL" clId="{7B644FD6-358B-4B3F-99D7-90D39E7C977C}" dt="2025-10-06T06:12:17.267" v="877" actId="14100"/>
          <ac:spMkLst>
            <pc:docMk/>
            <pc:sldMk cId="491952046" sldId="2147483585"/>
            <ac:spMk id="27" creationId="{D624CA78-8F6A-036C-1559-FC40F6A0F374}"/>
          </ac:spMkLst>
        </pc:spChg>
      </pc:sldChg>
      <pc:sldChg chg="modSp mod">
        <pc:chgData name="Xavier POIRIER-COUTANSAIS" userId="2e3e5b54-b13d-4b47-9de3-f3a7250bee07" providerId="ADAL" clId="{7B644FD6-358B-4B3F-99D7-90D39E7C977C}" dt="2025-10-06T05:33:41.755" v="522" actId="20577"/>
        <pc:sldMkLst>
          <pc:docMk/>
          <pc:sldMk cId="3174983440" sldId="2147483586"/>
        </pc:sldMkLst>
        <pc:spChg chg="mod">
          <ac:chgData name="Xavier POIRIER-COUTANSAIS" userId="2e3e5b54-b13d-4b47-9de3-f3a7250bee07" providerId="ADAL" clId="{7B644FD6-358B-4B3F-99D7-90D39E7C977C}" dt="2025-10-06T05:33:41.755" v="522" actId="20577"/>
          <ac:spMkLst>
            <pc:docMk/>
            <pc:sldMk cId="3174983440" sldId="2147483586"/>
            <ac:spMk id="16" creationId="{581DD7D8-ACE2-1C2F-CF9A-1293B36C6226}"/>
          </ac:spMkLst>
        </pc:spChg>
      </pc:sldChg>
      <pc:sldChg chg="addSp modSp mod">
        <pc:chgData name="Xavier POIRIER-COUTANSAIS" userId="2e3e5b54-b13d-4b47-9de3-f3a7250bee07" providerId="ADAL" clId="{7B644FD6-358B-4B3F-99D7-90D39E7C977C}" dt="2025-10-06T06:13:25.895" v="892" actId="20577"/>
        <pc:sldMkLst>
          <pc:docMk/>
          <pc:sldMk cId="3632704378" sldId="2147483588"/>
        </pc:sldMkLst>
        <pc:spChg chg="add mod">
          <ac:chgData name="Xavier POIRIER-COUTANSAIS" userId="2e3e5b54-b13d-4b47-9de3-f3a7250bee07" providerId="ADAL" clId="{7B644FD6-358B-4B3F-99D7-90D39E7C977C}" dt="2025-10-06T06:13:04.204" v="885" actId="14100"/>
          <ac:spMkLst>
            <pc:docMk/>
            <pc:sldMk cId="3632704378" sldId="2147483588"/>
            <ac:spMk id="6" creationId="{D9995963-4EFA-72D1-B851-F144EA3D7588}"/>
          </ac:spMkLst>
        </pc:spChg>
        <pc:spChg chg="mod">
          <ac:chgData name="Xavier POIRIER-COUTANSAIS" userId="2e3e5b54-b13d-4b47-9de3-f3a7250bee07" providerId="ADAL" clId="{7B644FD6-358B-4B3F-99D7-90D39E7C977C}" dt="2025-10-06T06:13:25.895" v="892" actId="20577"/>
          <ac:spMkLst>
            <pc:docMk/>
            <pc:sldMk cId="3632704378" sldId="2147483588"/>
            <ac:spMk id="16" creationId="{26B3E437-2855-F03A-D076-AF6680CC4B93}"/>
          </ac:spMkLst>
        </pc:spChg>
        <pc:spChg chg="mod">
          <ac:chgData name="Xavier POIRIER-COUTANSAIS" userId="2e3e5b54-b13d-4b47-9de3-f3a7250bee07" providerId="ADAL" clId="{7B644FD6-358B-4B3F-99D7-90D39E7C977C}" dt="2025-10-03T14:19:57.588" v="496" actId="1035"/>
          <ac:spMkLst>
            <pc:docMk/>
            <pc:sldMk cId="3632704378" sldId="2147483588"/>
            <ac:spMk id="22" creationId="{C1825CE5-6A8D-FA86-4EF0-DC9A26163CE1}"/>
          </ac:spMkLst>
        </pc:spChg>
        <pc:picChg chg="mod">
          <ac:chgData name="Xavier POIRIER-COUTANSAIS" userId="2e3e5b54-b13d-4b47-9de3-f3a7250bee07" providerId="ADAL" clId="{7B644FD6-358B-4B3F-99D7-90D39E7C977C}" dt="2025-10-03T14:19:57.588" v="496" actId="1035"/>
          <ac:picMkLst>
            <pc:docMk/>
            <pc:sldMk cId="3632704378" sldId="2147483588"/>
            <ac:picMk id="25" creationId="{2A2CFE39-41E6-A68C-9830-7A43A2EEA519}"/>
          </ac:picMkLst>
        </pc:picChg>
      </pc:sldChg>
      <pc:sldChg chg="modSp mod">
        <pc:chgData name="Xavier POIRIER-COUTANSAIS" userId="2e3e5b54-b13d-4b47-9de3-f3a7250bee07" providerId="ADAL" clId="{7B644FD6-358B-4B3F-99D7-90D39E7C977C}" dt="2025-10-05T06:02:51.176" v="509" actId="20577"/>
        <pc:sldMkLst>
          <pc:docMk/>
          <pc:sldMk cId="2565590949" sldId="2147483590"/>
        </pc:sldMkLst>
        <pc:spChg chg="mod">
          <ac:chgData name="Xavier POIRIER-COUTANSAIS" userId="2e3e5b54-b13d-4b47-9de3-f3a7250bee07" providerId="ADAL" clId="{7B644FD6-358B-4B3F-99D7-90D39E7C977C}" dt="2025-10-05T06:02:51.176" v="509" actId="20577"/>
          <ac:spMkLst>
            <pc:docMk/>
            <pc:sldMk cId="2565590949" sldId="2147483590"/>
            <ac:spMk id="22" creationId="{82690F35-B3A6-5C1B-6A38-6BF6F3AB54B8}"/>
          </ac:spMkLst>
        </pc:spChg>
      </pc:sldChg>
      <pc:sldChg chg="modSp mod">
        <pc:chgData name="Xavier POIRIER-COUTANSAIS" userId="2e3e5b54-b13d-4b47-9de3-f3a7250bee07" providerId="ADAL" clId="{7B644FD6-358B-4B3F-99D7-90D39E7C977C}" dt="2025-10-06T06:08:16.140" v="855" actId="20577"/>
        <pc:sldMkLst>
          <pc:docMk/>
          <pc:sldMk cId="1162632182" sldId="2147483591"/>
        </pc:sldMkLst>
        <pc:spChg chg="mod">
          <ac:chgData name="Xavier POIRIER-COUTANSAIS" userId="2e3e5b54-b13d-4b47-9de3-f3a7250bee07" providerId="ADAL" clId="{7B644FD6-358B-4B3F-99D7-90D39E7C977C}" dt="2025-10-06T06:07:53.235" v="845" actId="20577"/>
          <ac:spMkLst>
            <pc:docMk/>
            <pc:sldMk cId="1162632182" sldId="2147483591"/>
            <ac:spMk id="13" creationId="{B40BDF83-5BAC-3C5B-6460-6FDAB60717F7}"/>
          </ac:spMkLst>
        </pc:spChg>
        <pc:spChg chg="mod">
          <ac:chgData name="Xavier POIRIER-COUTANSAIS" userId="2e3e5b54-b13d-4b47-9de3-f3a7250bee07" providerId="ADAL" clId="{7B644FD6-358B-4B3F-99D7-90D39E7C977C}" dt="2025-10-06T06:08:01.153" v="846" actId="20577"/>
          <ac:spMkLst>
            <pc:docMk/>
            <pc:sldMk cId="1162632182" sldId="2147483591"/>
            <ac:spMk id="20" creationId="{C7E8C158-5D20-E379-8171-20B7E249BFB5}"/>
          </ac:spMkLst>
        </pc:spChg>
        <pc:spChg chg="mod">
          <ac:chgData name="Xavier POIRIER-COUTANSAIS" userId="2e3e5b54-b13d-4b47-9de3-f3a7250bee07" providerId="ADAL" clId="{7B644FD6-358B-4B3F-99D7-90D39E7C977C}" dt="2025-10-06T06:08:16.140" v="855" actId="20577"/>
          <ac:spMkLst>
            <pc:docMk/>
            <pc:sldMk cId="1162632182" sldId="2147483591"/>
            <ac:spMk id="26" creationId="{AF5DE76E-8056-2FC0-F44D-193B58A81D4D}"/>
          </ac:spMkLst>
        </pc:spChg>
      </pc:sldChg>
      <pc:sldChg chg="modSp mod">
        <pc:chgData name="Xavier POIRIER-COUTANSAIS" userId="2e3e5b54-b13d-4b47-9de3-f3a7250bee07" providerId="ADAL" clId="{7B644FD6-358B-4B3F-99D7-90D39E7C977C}" dt="2025-10-06T06:09:01.425" v="858" actId="20577"/>
        <pc:sldMkLst>
          <pc:docMk/>
          <pc:sldMk cId="2994605634" sldId="2147483592"/>
        </pc:sldMkLst>
        <pc:spChg chg="mod">
          <ac:chgData name="Xavier POIRIER-COUTANSAIS" userId="2e3e5b54-b13d-4b47-9de3-f3a7250bee07" providerId="ADAL" clId="{7B644FD6-358B-4B3F-99D7-90D39E7C977C}" dt="2025-10-03T13:51:09.379" v="25" actId="1037"/>
          <ac:spMkLst>
            <pc:docMk/>
            <pc:sldMk cId="2994605634" sldId="2147483592"/>
            <ac:spMk id="9" creationId="{6945E0F8-13BA-AD9A-FA5C-2092916E356C}"/>
          </ac:spMkLst>
        </pc:spChg>
        <pc:spChg chg="mod">
          <ac:chgData name="Xavier POIRIER-COUTANSAIS" userId="2e3e5b54-b13d-4b47-9de3-f3a7250bee07" providerId="ADAL" clId="{7B644FD6-358B-4B3F-99D7-90D39E7C977C}" dt="2025-10-06T06:09:01.425" v="858" actId="20577"/>
          <ac:spMkLst>
            <pc:docMk/>
            <pc:sldMk cId="2994605634" sldId="2147483592"/>
            <ac:spMk id="10" creationId="{6AACF5E4-F8C0-91F3-D82C-B852E8E2662F}"/>
          </ac:spMkLst>
        </pc:spChg>
        <pc:spChg chg="mod">
          <ac:chgData name="Xavier POIRIER-COUTANSAIS" userId="2e3e5b54-b13d-4b47-9de3-f3a7250bee07" providerId="ADAL" clId="{7B644FD6-358B-4B3F-99D7-90D39E7C977C}" dt="2025-10-03T13:51:09.379" v="25" actId="1037"/>
          <ac:spMkLst>
            <pc:docMk/>
            <pc:sldMk cId="2994605634" sldId="2147483592"/>
            <ac:spMk id="12" creationId="{42AE76A1-D90F-B428-CEC1-2B72CDB42A7A}"/>
          </ac:spMkLst>
        </pc:spChg>
        <pc:picChg chg="mod">
          <ac:chgData name="Xavier POIRIER-COUTANSAIS" userId="2e3e5b54-b13d-4b47-9de3-f3a7250bee07" providerId="ADAL" clId="{7B644FD6-358B-4B3F-99D7-90D39E7C977C}" dt="2025-10-03T13:51:44.592" v="27" actId="1035"/>
          <ac:picMkLst>
            <pc:docMk/>
            <pc:sldMk cId="2994605634" sldId="2147483592"/>
            <ac:picMk id="8" creationId="{B5A831F1-1665-7B07-9C48-F6A31E784913}"/>
          </ac:picMkLst>
        </pc:picChg>
        <pc:picChg chg="mod">
          <ac:chgData name="Xavier POIRIER-COUTANSAIS" userId="2e3e5b54-b13d-4b47-9de3-f3a7250bee07" providerId="ADAL" clId="{7B644FD6-358B-4B3F-99D7-90D39E7C977C}" dt="2025-10-03T13:51:09.379" v="25" actId="1037"/>
          <ac:picMkLst>
            <pc:docMk/>
            <pc:sldMk cId="2994605634" sldId="2147483592"/>
            <ac:picMk id="13" creationId="{587D41F4-0C45-BC0C-58DD-057791BBA3ED}"/>
          </ac:picMkLst>
        </pc:picChg>
      </pc:sldChg>
      <pc:sldChg chg="modSp mod">
        <pc:chgData name="Xavier POIRIER-COUTANSAIS" userId="2e3e5b54-b13d-4b47-9de3-f3a7250bee07" providerId="ADAL" clId="{7B644FD6-358B-4B3F-99D7-90D39E7C977C}" dt="2025-10-06T05:59:32.612" v="778" actId="20577"/>
        <pc:sldMkLst>
          <pc:docMk/>
          <pc:sldMk cId="1060903810" sldId="2147483593"/>
        </pc:sldMkLst>
        <pc:spChg chg="mod">
          <ac:chgData name="Xavier POIRIER-COUTANSAIS" userId="2e3e5b54-b13d-4b47-9de3-f3a7250bee07" providerId="ADAL" clId="{7B644FD6-358B-4B3F-99D7-90D39E7C977C}" dt="2025-10-03T14:16:55.453" v="423" actId="20577"/>
          <ac:spMkLst>
            <pc:docMk/>
            <pc:sldMk cId="1060903810" sldId="2147483593"/>
            <ac:spMk id="100" creationId="{EEE2F634-14EA-E1D1-49A1-C008A5F0BB8F}"/>
          </ac:spMkLst>
        </pc:spChg>
        <pc:spChg chg="mod">
          <ac:chgData name="Xavier POIRIER-COUTANSAIS" userId="2e3e5b54-b13d-4b47-9de3-f3a7250bee07" providerId="ADAL" clId="{7B644FD6-358B-4B3F-99D7-90D39E7C977C}" dt="2025-10-06T05:59:32.612" v="778" actId="20577"/>
          <ac:spMkLst>
            <pc:docMk/>
            <pc:sldMk cId="1060903810" sldId="2147483593"/>
            <ac:spMk id="132" creationId="{9815D9F3-DF8A-126D-88B0-A65F31B46CA0}"/>
          </ac:spMkLst>
        </pc:spChg>
      </pc:sldChg>
    </pc:docChg>
  </pc:docChgLst>
  <pc:docChgLst>
    <pc:chgData name="Gianfranco UNGARO" userId="4f39880c-a08b-47ae-91e1-6f6fe97eb55c" providerId="ADAL" clId="{B9CDA6C2-FB08-4958-8B1C-04840AA36384}"/>
    <pc:docChg chg="undo custSel addSld delSld modSld sldOrd modMainMaster">
      <pc:chgData name="Gianfranco UNGARO" userId="4f39880c-a08b-47ae-91e1-6f6fe97eb55c" providerId="ADAL" clId="{B9CDA6C2-FB08-4958-8B1C-04840AA36384}" dt="2025-10-06T05:55:55.003" v="2730" actId="14100"/>
      <pc:docMkLst>
        <pc:docMk/>
      </pc:docMkLst>
      <pc:sldChg chg="delSp modSp add mod">
        <pc:chgData name="Gianfranco UNGARO" userId="4f39880c-a08b-47ae-91e1-6f6fe97eb55c" providerId="ADAL" clId="{B9CDA6C2-FB08-4958-8B1C-04840AA36384}" dt="2025-10-02T11:37:13.554" v="1821" actId="13926"/>
        <pc:sldMkLst>
          <pc:docMk/>
          <pc:sldMk cId="3493923150" sldId="363"/>
        </pc:sldMkLst>
        <pc:spChg chg="mod">
          <ac:chgData name="Gianfranco UNGARO" userId="4f39880c-a08b-47ae-91e1-6f6fe97eb55c" providerId="ADAL" clId="{B9CDA6C2-FB08-4958-8B1C-04840AA36384}" dt="2025-10-02T11:37:03.286" v="1819" actId="13926"/>
          <ac:spMkLst>
            <pc:docMk/>
            <pc:sldMk cId="3493923150" sldId="363"/>
            <ac:spMk id="10" creationId="{00000000-0000-0000-0000-000000000000}"/>
          </ac:spMkLst>
        </pc:spChg>
        <pc:spChg chg="mod">
          <ac:chgData name="Gianfranco UNGARO" userId="4f39880c-a08b-47ae-91e1-6f6fe97eb55c" providerId="ADAL" clId="{B9CDA6C2-FB08-4958-8B1C-04840AA36384}" dt="2025-10-02T11:37:06.904" v="1820" actId="13926"/>
          <ac:spMkLst>
            <pc:docMk/>
            <pc:sldMk cId="3493923150" sldId="363"/>
            <ac:spMk id="17" creationId="{B78F4E2B-E303-4521-AB5D-7D6F603B2173}"/>
          </ac:spMkLst>
        </pc:spChg>
        <pc:spChg chg="mod">
          <ac:chgData name="Gianfranco UNGARO" userId="4f39880c-a08b-47ae-91e1-6f6fe97eb55c" providerId="ADAL" clId="{B9CDA6C2-FB08-4958-8B1C-04840AA36384}" dt="2025-10-02T11:37:13.554" v="1821" actId="13926"/>
          <ac:spMkLst>
            <pc:docMk/>
            <pc:sldMk cId="3493923150" sldId="363"/>
            <ac:spMk id="18" creationId="{C85C6EBA-E641-4385-BA41-9FE2923BA06B}"/>
          </ac:spMkLst>
        </pc:spChg>
        <pc:spChg chg="mod">
          <ac:chgData name="Gianfranco UNGARO" userId="4f39880c-a08b-47ae-91e1-6f6fe97eb55c" providerId="ADAL" clId="{B9CDA6C2-FB08-4958-8B1C-04840AA36384}" dt="2025-10-02T11:36:57.954" v="1818" actId="13926"/>
          <ac:spMkLst>
            <pc:docMk/>
            <pc:sldMk cId="3493923150" sldId="363"/>
            <ac:spMk id="79" creationId="{00000000-0000-0000-0000-000000000000}"/>
          </ac:spMkLst>
        </pc:spChg>
        <pc:spChg chg="mod">
          <ac:chgData name="Gianfranco UNGARO" userId="4f39880c-a08b-47ae-91e1-6f6fe97eb55c" providerId="ADAL" clId="{B9CDA6C2-FB08-4958-8B1C-04840AA36384}" dt="2025-10-02T11:36:53.907" v="1817" actId="13926"/>
          <ac:spMkLst>
            <pc:docMk/>
            <pc:sldMk cId="3493923150" sldId="363"/>
            <ac:spMk id="80" creationId="{00000000-0000-0000-0000-000000000000}"/>
          </ac:spMkLst>
        </pc:spChg>
        <pc:spChg chg="mod">
          <ac:chgData name="Gianfranco UNGARO" userId="4f39880c-a08b-47ae-91e1-6f6fe97eb55c" providerId="ADAL" clId="{B9CDA6C2-FB08-4958-8B1C-04840AA36384}" dt="2025-10-02T11:36:24.801" v="1813" actId="6549"/>
          <ac:spMkLst>
            <pc:docMk/>
            <pc:sldMk cId="3493923150" sldId="363"/>
            <ac:spMk id="82" creationId="{00000000-0000-0000-0000-000000000000}"/>
          </ac:spMkLst>
        </pc:spChg>
      </pc:sldChg>
      <pc:sldChg chg="ord">
        <pc:chgData name="Gianfranco UNGARO" userId="4f39880c-a08b-47ae-91e1-6f6fe97eb55c" providerId="ADAL" clId="{B9CDA6C2-FB08-4958-8B1C-04840AA36384}" dt="2025-10-02T05:08:15.528" v="678"/>
        <pc:sldMkLst>
          <pc:docMk/>
          <pc:sldMk cId="1413566414" sldId="5637"/>
        </pc:sldMkLst>
      </pc:sldChg>
      <pc:sldChg chg="addSp delSp modSp mod">
        <pc:chgData name="Gianfranco UNGARO" userId="4f39880c-a08b-47ae-91e1-6f6fe97eb55c" providerId="ADAL" clId="{B9CDA6C2-FB08-4958-8B1C-04840AA36384}" dt="2025-10-02T14:04:32.918" v="2436" actId="6549"/>
        <pc:sldMkLst>
          <pc:docMk/>
          <pc:sldMk cId="4107241847" sldId="2147483573"/>
        </pc:sldMkLst>
        <pc:spChg chg="mod">
          <ac:chgData name="Gianfranco UNGARO" userId="4f39880c-a08b-47ae-91e1-6f6fe97eb55c" providerId="ADAL" clId="{B9CDA6C2-FB08-4958-8B1C-04840AA36384}" dt="2025-10-02T13:37:22.848" v="2209" actId="1076"/>
          <ac:spMkLst>
            <pc:docMk/>
            <pc:sldMk cId="4107241847" sldId="2147483573"/>
            <ac:spMk id="5" creationId="{41C50E50-A3FE-2C7B-FD2D-A99441146785}"/>
          </ac:spMkLst>
        </pc:spChg>
        <pc:spChg chg="mod">
          <ac:chgData name="Gianfranco UNGARO" userId="4f39880c-a08b-47ae-91e1-6f6fe97eb55c" providerId="ADAL" clId="{B9CDA6C2-FB08-4958-8B1C-04840AA36384}" dt="2025-10-02T14:04:32.918" v="2436" actId="6549"/>
          <ac:spMkLst>
            <pc:docMk/>
            <pc:sldMk cId="4107241847" sldId="2147483573"/>
            <ac:spMk id="6" creationId="{1B5CA595-77E3-CC5C-DCA4-AAE84D6FA802}"/>
          </ac:spMkLst>
        </pc:spChg>
        <pc:grpChg chg="add mod">
          <ac:chgData name="Gianfranco UNGARO" userId="4f39880c-a08b-47ae-91e1-6f6fe97eb55c" providerId="ADAL" clId="{B9CDA6C2-FB08-4958-8B1C-04840AA36384}" dt="2025-10-02T04:37:26.376" v="145" actId="14100"/>
          <ac:grpSpMkLst>
            <pc:docMk/>
            <pc:sldMk cId="4107241847" sldId="2147483573"/>
            <ac:grpSpMk id="13" creationId="{337F5D04-0B73-9570-BEE7-3CC6AE33CD22}"/>
          </ac:grpSpMkLst>
        </pc:grpChg>
        <pc:picChg chg="mod">
          <ac:chgData name="Gianfranco UNGARO" userId="4f39880c-a08b-47ae-91e1-6f6fe97eb55c" providerId="ADAL" clId="{B9CDA6C2-FB08-4958-8B1C-04840AA36384}" dt="2025-10-02T04:37:26.376" v="145" actId="14100"/>
          <ac:picMkLst>
            <pc:docMk/>
            <pc:sldMk cId="4107241847" sldId="2147483573"/>
            <ac:picMk id="7" creationId="{063817E2-3BA5-A095-B48D-EDA95DFE40CF}"/>
          </ac:picMkLst>
        </pc:picChg>
        <pc:picChg chg="mod">
          <ac:chgData name="Gianfranco UNGARO" userId="4f39880c-a08b-47ae-91e1-6f6fe97eb55c" providerId="ADAL" clId="{B9CDA6C2-FB08-4958-8B1C-04840AA36384}" dt="2025-10-02T04:37:26.376" v="145" actId="14100"/>
          <ac:picMkLst>
            <pc:docMk/>
            <pc:sldMk cId="4107241847" sldId="2147483573"/>
            <ac:picMk id="8" creationId="{FC9B9080-76A7-E4EA-0773-4F125FAD2A36}"/>
          </ac:picMkLst>
        </pc:picChg>
        <pc:picChg chg="mod">
          <ac:chgData name="Gianfranco UNGARO" userId="4f39880c-a08b-47ae-91e1-6f6fe97eb55c" providerId="ADAL" clId="{B9CDA6C2-FB08-4958-8B1C-04840AA36384}" dt="2025-10-02T04:37:26.376" v="145" actId="14100"/>
          <ac:picMkLst>
            <pc:docMk/>
            <pc:sldMk cId="4107241847" sldId="2147483573"/>
            <ac:picMk id="9" creationId="{61AE9969-895C-7EA1-228E-C30E30B85164}"/>
          </ac:picMkLst>
        </pc:picChg>
        <pc:picChg chg="mod">
          <ac:chgData name="Gianfranco UNGARO" userId="4f39880c-a08b-47ae-91e1-6f6fe97eb55c" providerId="ADAL" clId="{B9CDA6C2-FB08-4958-8B1C-04840AA36384}" dt="2025-10-02T04:36:47.668" v="139" actId="1076"/>
          <ac:picMkLst>
            <pc:docMk/>
            <pc:sldMk cId="4107241847" sldId="2147483573"/>
            <ac:picMk id="12" creationId="{FB8648A7-900C-D7AE-41E7-BF152A53297B}"/>
          </ac:picMkLst>
        </pc:picChg>
      </pc:sldChg>
      <pc:sldChg chg="addSp modSp mod">
        <pc:chgData name="Gianfranco UNGARO" userId="4f39880c-a08b-47ae-91e1-6f6fe97eb55c" providerId="ADAL" clId="{B9CDA6C2-FB08-4958-8B1C-04840AA36384}" dt="2025-10-02T11:34:53.982" v="1793"/>
        <pc:sldMkLst>
          <pc:docMk/>
          <pc:sldMk cId="2365456921" sldId="2147483575"/>
        </pc:sldMkLst>
        <pc:spChg chg="mod">
          <ac:chgData name="Gianfranco UNGARO" userId="4f39880c-a08b-47ae-91e1-6f6fe97eb55c" providerId="ADAL" clId="{B9CDA6C2-FB08-4958-8B1C-04840AA36384}" dt="2025-10-02T04:40:40.624" v="239" actId="14100"/>
          <ac:spMkLst>
            <pc:docMk/>
            <pc:sldMk cId="2365456921" sldId="2147483575"/>
            <ac:spMk id="5" creationId="{6BEFB59B-8363-B3C9-5AA4-D60D98325232}"/>
          </ac:spMkLst>
        </pc:spChg>
        <pc:spChg chg="mod">
          <ac:chgData name="Gianfranco UNGARO" userId="4f39880c-a08b-47ae-91e1-6f6fe97eb55c" providerId="ADAL" clId="{B9CDA6C2-FB08-4958-8B1C-04840AA36384}" dt="2025-10-02T06:50:25.237" v="1742" actId="6549"/>
          <ac:spMkLst>
            <pc:docMk/>
            <pc:sldMk cId="2365456921" sldId="2147483575"/>
            <ac:spMk id="6" creationId="{E72D6A64-50F9-6985-648F-CC1DEE0B7B46}"/>
          </ac:spMkLst>
        </pc:spChg>
        <pc:spChg chg="mod">
          <ac:chgData name="Gianfranco UNGARO" userId="4f39880c-a08b-47ae-91e1-6f6fe97eb55c" providerId="ADAL" clId="{B9CDA6C2-FB08-4958-8B1C-04840AA36384}" dt="2025-10-02T04:42:10.697" v="257" actId="1076"/>
          <ac:spMkLst>
            <pc:docMk/>
            <pc:sldMk cId="2365456921" sldId="2147483575"/>
            <ac:spMk id="7" creationId="{A4253DAF-366C-8102-5B66-F29AE232EBDF}"/>
          </ac:spMkLst>
        </pc:spChg>
        <pc:graphicFrameChg chg="mod">
          <ac:chgData name="Gianfranco UNGARO" userId="4f39880c-a08b-47ae-91e1-6f6fe97eb55c" providerId="ADAL" clId="{B9CDA6C2-FB08-4958-8B1C-04840AA36384}" dt="2025-10-02T04:37:55.205" v="148" actId="1076"/>
          <ac:graphicFrameMkLst>
            <pc:docMk/>
            <pc:sldMk cId="2365456921" sldId="2147483575"/>
            <ac:graphicFrameMk id="2" creationId="{BF75C1ED-A98F-CDC1-5C3D-DA115372A150}"/>
          </ac:graphicFrameMkLst>
        </pc:graphicFrameChg>
      </pc:sldChg>
      <pc:sldChg chg="addSp modSp mod">
        <pc:chgData name="Gianfranco UNGARO" userId="4f39880c-a08b-47ae-91e1-6f6fe97eb55c" providerId="ADAL" clId="{B9CDA6C2-FB08-4958-8B1C-04840AA36384}" dt="2025-10-02T13:03:14.047" v="2173" actId="1076"/>
        <pc:sldMkLst>
          <pc:docMk/>
          <pc:sldMk cId="4139749324" sldId="2147483576"/>
        </pc:sldMkLst>
        <pc:spChg chg="add mod">
          <ac:chgData name="Gianfranco UNGARO" userId="4f39880c-a08b-47ae-91e1-6f6fe97eb55c" providerId="ADAL" clId="{B9CDA6C2-FB08-4958-8B1C-04840AA36384}" dt="2025-10-02T11:24:45.089" v="1792" actId="1076"/>
          <ac:spMkLst>
            <pc:docMk/>
            <pc:sldMk cId="4139749324" sldId="2147483576"/>
            <ac:spMk id="2" creationId="{95600280-3EFF-23F0-E5DA-5F38C65683B0}"/>
          </ac:spMkLst>
        </pc:spChg>
        <pc:spChg chg="mod">
          <ac:chgData name="Gianfranco UNGARO" userId="4f39880c-a08b-47ae-91e1-6f6fe97eb55c" providerId="ADAL" clId="{B9CDA6C2-FB08-4958-8B1C-04840AA36384}" dt="2025-10-02T11:24:21.255" v="1788" actId="1076"/>
          <ac:spMkLst>
            <pc:docMk/>
            <pc:sldMk cId="4139749324" sldId="2147483576"/>
            <ac:spMk id="8" creationId="{D66D5407-C160-F292-424F-6FDEBBF7AEC9}"/>
          </ac:spMkLst>
        </pc:spChg>
        <pc:spChg chg="mod">
          <ac:chgData name="Gianfranco UNGARO" userId="4f39880c-a08b-47ae-91e1-6f6fe97eb55c" providerId="ADAL" clId="{B9CDA6C2-FB08-4958-8B1C-04840AA36384}" dt="2025-10-02T11:24:34.185" v="1790" actId="1076"/>
          <ac:spMkLst>
            <pc:docMk/>
            <pc:sldMk cId="4139749324" sldId="2147483576"/>
            <ac:spMk id="10" creationId="{391FF5C3-15A3-48E5-CBEE-E9B94C5DB17D}"/>
          </ac:spMkLst>
        </pc:spChg>
        <pc:spChg chg="mod">
          <ac:chgData name="Gianfranco UNGARO" userId="4f39880c-a08b-47ae-91e1-6f6fe97eb55c" providerId="ADAL" clId="{B9CDA6C2-FB08-4958-8B1C-04840AA36384}" dt="2025-10-02T11:24:30.677" v="1789" actId="1076"/>
          <ac:spMkLst>
            <pc:docMk/>
            <pc:sldMk cId="4139749324" sldId="2147483576"/>
            <ac:spMk id="14" creationId="{8110F70E-8C68-D6DC-3383-5A949CA3F090}"/>
          </ac:spMkLst>
        </pc:spChg>
        <pc:spChg chg="mod">
          <ac:chgData name="Gianfranco UNGARO" userId="4f39880c-a08b-47ae-91e1-6f6fe97eb55c" providerId="ADAL" clId="{B9CDA6C2-FB08-4958-8B1C-04840AA36384}" dt="2025-10-02T04:57:35.906" v="353" actId="20577"/>
          <ac:spMkLst>
            <pc:docMk/>
            <pc:sldMk cId="4139749324" sldId="2147483576"/>
            <ac:spMk id="16" creationId="{9A7E539A-9C45-3B1D-BFCD-BD1A90687F8E}"/>
          </ac:spMkLst>
        </pc:spChg>
        <pc:spChg chg="mod">
          <ac:chgData name="Gianfranco UNGARO" userId="4f39880c-a08b-47ae-91e1-6f6fe97eb55c" providerId="ADAL" clId="{B9CDA6C2-FB08-4958-8B1C-04840AA36384}" dt="2025-10-02T04:56:53.983" v="341" actId="207"/>
          <ac:spMkLst>
            <pc:docMk/>
            <pc:sldMk cId="4139749324" sldId="2147483576"/>
            <ac:spMk id="22" creationId="{C3FE7D09-77E1-1CAA-850A-B6C7FBF34ECF}"/>
          </ac:spMkLst>
        </pc:spChg>
        <pc:spChg chg="mod">
          <ac:chgData name="Gianfranco UNGARO" userId="4f39880c-a08b-47ae-91e1-6f6fe97eb55c" providerId="ADAL" clId="{B9CDA6C2-FB08-4958-8B1C-04840AA36384}" dt="2025-10-02T13:03:09.270" v="2172" actId="14100"/>
          <ac:spMkLst>
            <pc:docMk/>
            <pc:sldMk cId="4139749324" sldId="2147483576"/>
            <ac:spMk id="24" creationId="{C9F2FB10-FCE3-1462-21A8-E13B5E0EEA6B}"/>
          </ac:spMkLst>
        </pc:spChg>
        <pc:graphicFrameChg chg="mod">
          <ac:chgData name="Gianfranco UNGARO" userId="4f39880c-a08b-47ae-91e1-6f6fe97eb55c" providerId="ADAL" clId="{B9CDA6C2-FB08-4958-8B1C-04840AA36384}" dt="2025-10-02T13:02:52.784" v="2167"/>
          <ac:graphicFrameMkLst>
            <pc:docMk/>
            <pc:sldMk cId="4139749324" sldId="2147483576"/>
            <ac:graphicFrameMk id="18" creationId="{325BB39E-3E19-C646-0D07-82964C9DAA4A}"/>
          </ac:graphicFrameMkLst>
        </pc:graphicFrameChg>
        <pc:picChg chg="mod">
          <ac:chgData name="Gianfranco UNGARO" userId="4f39880c-a08b-47ae-91e1-6f6fe97eb55c" providerId="ADAL" clId="{B9CDA6C2-FB08-4958-8B1C-04840AA36384}" dt="2025-10-02T11:24:30.677" v="1789" actId="1076"/>
          <ac:picMkLst>
            <pc:docMk/>
            <pc:sldMk cId="4139749324" sldId="2147483576"/>
            <ac:picMk id="5" creationId="{7B1005A7-73A5-7C83-3992-4144054C7D3D}"/>
          </ac:picMkLst>
        </pc:picChg>
        <pc:picChg chg="mod">
          <ac:chgData name="Gianfranco UNGARO" userId="4f39880c-a08b-47ae-91e1-6f6fe97eb55c" providerId="ADAL" clId="{B9CDA6C2-FB08-4958-8B1C-04840AA36384}" dt="2025-10-02T13:03:14.047" v="2173" actId="1076"/>
          <ac:picMkLst>
            <pc:docMk/>
            <pc:sldMk cId="4139749324" sldId="2147483576"/>
            <ac:picMk id="17" creationId="{37C6EF3B-3BB5-DE9C-C65A-32A2CBE6763C}"/>
          </ac:picMkLst>
        </pc:picChg>
      </pc:sldChg>
      <pc:sldChg chg="addSp modSp mod ord">
        <pc:chgData name="Gianfranco UNGARO" userId="4f39880c-a08b-47ae-91e1-6f6fe97eb55c" providerId="ADAL" clId="{B9CDA6C2-FB08-4958-8B1C-04840AA36384}" dt="2025-10-03T07:06:36.860" v="2526" actId="14100"/>
        <pc:sldMkLst>
          <pc:docMk/>
          <pc:sldMk cId="4280418452" sldId="2147483577"/>
        </pc:sldMkLst>
        <pc:spChg chg="add mod">
          <ac:chgData name="Gianfranco UNGARO" userId="4f39880c-a08b-47ae-91e1-6f6fe97eb55c" providerId="ADAL" clId="{B9CDA6C2-FB08-4958-8B1C-04840AA36384}" dt="2025-10-03T07:06:36.860" v="2526" actId="14100"/>
          <ac:spMkLst>
            <pc:docMk/>
            <pc:sldMk cId="4280418452" sldId="2147483577"/>
            <ac:spMk id="2" creationId="{9D5F40FB-9742-04ED-3E59-FCCAE1030475}"/>
          </ac:spMkLst>
        </pc:spChg>
        <pc:spChg chg="mod">
          <ac:chgData name="Gianfranco UNGARO" userId="4f39880c-a08b-47ae-91e1-6f6fe97eb55c" providerId="ADAL" clId="{B9CDA6C2-FB08-4958-8B1C-04840AA36384}" dt="2025-10-02T13:05:41.277" v="2201" actId="1076"/>
          <ac:spMkLst>
            <pc:docMk/>
            <pc:sldMk cId="4280418452" sldId="2147483577"/>
            <ac:spMk id="22" creationId="{7A1D10C7-0F4A-52A6-B4CA-6429124D9175}"/>
          </ac:spMkLst>
        </pc:spChg>
      </pc:sldChg>
      <pc:sldChg chg="addSp delSp modSp mod">
        <pc:chgData name="Gianfranco UNGARO" userId="4f39880c-a08b-47ae-91e1-6f6fe97eb55c" providerId="ADAL" clId="{B9CDA6C2-FB08-4958-8B1C-04840AA36384}" dt="2025-10-06T05:06:06.064" v="2550" actId="313"/>
        <pc:sldMkLst>
          <pc:docMk/>
          <pc:sldMk cId="711972406" sldId="2147483578"/>
        </pc:sldMkLst>
        <pc:spChg chg="add mod">
          <ac:chgData name="Gianfranco UNGARO" userId="4f39880c-a08b-47ae-91e1-6f6fe97eb55c" providerId="ADAL" clId="{B9CDA6C2-FB08-4958-8B1C-04840AA36384}" dt="2025-10-02T13:06:27.627" v="2203"/>
          <ac:spMkLst>
            <pc:docMk/>
            <pc:sldMk cId="711972406" sldId="2147483578"/>
            <ac:spMk id="5" creationId="{26D6DF69-48F1-383C-A120-6B548D0AAAAE}"/>
          </ac:spMkLst>
        </pc:spChg>
        <pc:spChg chg="add mod">
          <ac:chgData name="Gianfranco UNGARO" userId="4f39880c-a08b-47ae-91e1-6f6fe97eb55c" providerId="ADAL" clId="{B9CDA6C2-FB08-4958-8B1C-04840AA36384}" dt="2025-10-02T13:06:27.627" v="2203"/>
          <ac:spMkLst>
            <pc:docMk/>
            <pc:sldMk cId="711972406" sldId="2147483578"/>
            <ac:spMk id="7" creationId="{A439AAFA-58C2-FE1E-43FA-C986A25A2BAD}"/>
          </ac:spMkLst>
        </pc:spChg>
        <pc:spChg chg="mod">
          <ac:chgData name="Gianfranco UNGARO" userId="4f39880c-a08b-47ae-91e1-6f6fe97eb55c" providerId="ADAL" clId="{B9CDA6C2-FB08-4958-8B1C-04840AA36384}" dt="2025-10-06T05:06:06.064" v="2550" actId="313"/>
          <ac:spMkLst>
            <pc:docMk/>
            <pc:sldMk cId="711972406" sldId="2147483578"/>
            <ac:spMk id="22" creationId="{E2B3FE2E-6F03-F0EE-6716-B6E3A0BBCE66}"/>
          </ac:spMkLst>
        </pc:spChg>
        <pc:graphicFrameChg chg="add mod">
          <ac:chgData name="Gianfranco UNGARO" userId="4f39880c-a08b-47ae-91e1-6f6fe97eb55c" providerId="ADAL" clId="{B9CDA6C2-FB08-4958-8B1C-04840AA36384}" dt="2025-10-02T13:06:27.627" v="2203"/>
          <ac:graphicFrameMkLst>
            <pc:docMk/>
            <pc:sldMk cId="711972406" sldId="2147483578"/>
            <ac:graphicFrameMk id="6" creationId="{E58744F7-B19C-715E-7D25-ADFA0D95EFE5}"/>
          </ac:graphicFrameMkLst>
        </pc:graphicFrameChg>
        <pc:picChg chg="add mod">
          <ac:chgData name="Gianfranco UNGARO" userId="4f39880c-a08b-47ae-91e1-6f6fe97eb55c" providerId="ADAL" clId="{B9CDA6C2-FB08-4958-8B1C-04840AA36384}" dt="2025-10-02T13:06:27.627" v="2203"/>
          <ac:picMkLst>
            <pc:docMk/>
            <pc:sldMk cId="711972406" sldId="2147483578"/>
            <ac:picMk id="12" creationId="{60BC9C78-5F4A-884F-1399-47D31FABC775}"/>
          </ac:picMkLst>
        </pc:picChg>
      </pc:sldChg>
      <pc:sldChg chg="modSp mod">
        <pc:chgData name="Gianfranco UNGARO" userId="4f39880c-a08b-47ae-91e1-6f6fe97eb55c" providerId="ADAL" clId="{B9CDA6C2-FB08-4958-8B1C-04840AA36384}" dt="2025-10-06T05:22:07.694" v="2729" actId="20577"/>
        <pc:sldMkLst>
          <pc:docMk/>
          <pc:sldMk cId="306083919" sldId="2147483579"/>
        </pc:sldMkLst>
        <pc:spChg chg="mod">
          <ac:chgData name="Gianfranco UNGARO" userId="4f39880c-a08b-47ae-91e1-6f6fe97eb55c" providerId="ADAL" clId="{B9CDA6C2-FB08-4958-8B1C-04840AA36384}" dt="2025-10-02T05:04:10.166" v="457" actId="14100"/>
          <ac:spMkLst>
            <pc:docMk/>
            <pc:sldMk cId="306083919" sldId="2147483579"/>
            <ac:spMk id="6" creationId="{D56E11AC-8C96-51E0-CC14-35E943E3CE81}"/>
          </ac:spMkLst>
        </pc:spChg>
        <pc:spChg chg="mod">
          <ac:chgData name="Gianfranco UNGARO" userId="4f39880c-a08b-47ae-91e1-6f6fe97eb55c" providerId="ADAL" clId="{B9CDA6C2-FB08-4958-8B1C-04840AA36384}" dt="2025-10-02T05:04:13.701" v="458" actId="14100"/>
          <ac:spMkLst>
            <pc:docMk/>
            <pc:sldMk cId="306083919" sldId="2147483579"/>
            <ac:spMk id="11" creationId="{6374A7C7-FA2E-8A5C-FB33-0D59DC4057AC}"/>
          </ac:spMkLst>
        </pc:spChg>
        <pc:spChg chg="mod">
          <ac:chgData name="Gianfranco UNGARO" userId="4f39880c-a08b-47ae-91e1-6f6fe97eb55c" providerId="ADAL" clId="{B9CDA6C2-FB08-4958-8B1C-04840AA36384}" dt="2025-10-06T05:22:07.694" v="2729" actId="20577"/>
          <ac:spMkLst>
            <pc:docMk/>
            <pc:sldMk cId="306083919" sldId="2147483579"/>
            <ac:spMk id="16" creationId="{8FFA5DAA-7A2A-F19B-8D7A-7D4C95A94774}"/>
          </ac:spMkLst>
        </pc:spChg>
        <pc:spChg chg="mod">
          <ac:chgData name="Gianfranco UNGARO" userId="4f39880c-a08b-47ae-91e1-6f6fe97eb55c" providerId="ADAL" clId="{B9CDA6C2-FB08-4958-8B1C-04840AA36384}" dt="2025-10-02T05:04:30.514" v="474" actId="20577"/>
          <ac:spMkLst>
            <pc:docMk/>
            <pc:sldMk cId="306083919" sldId="2147483579"/>
            <ac:spMk id="19" creationId="{36F57E9D-FB4F-E4C8-6A10-9C36A1014725}"/>
          </ac:spMkLst>
        </pc:spChg>
      </pc:sldChg>
      <pc:sldChg chg="modSp mod">
        <pc:chgData name="Gianfranco UNGARO" userId="4f39880c-a08b-47ae-91e1-6f6fe97eb55c" providerId="ADAL" clId="{B9CDA6C2-FB08-4958-8B1C-04840AA36384}" dt="2025-10-02T05:05:47.870" v="510" actId="20577"/>
        <pc:sldMkLst>
          <pc:docMk/>
          <pc:sldMk cId="2879102545" sldId="2147483580"/>
        </pc:sldMkLst>
        <pc:spChg chg="mod">
          <ac:chgData name="Gianfranco UNGARO" userId="4f39880c-a08b-47ae-91e1-6f6fe97eb55c" providerId="ADAL" clId="{B9CDA6C2-FB08-4958-8B1C-04840AA36384}" dt="2025-10-02T05:04:56.748" v="484" actId="20577"/>
          <ac:spMkLst>
            <pc:docMk/>
            <pc:sldMk cId="2879102545" sldId="2147483580"/>
            <ac:spMk id="16" creationId="{6C5AF051-B29D-8ACD-C252-318B6FECE770}"/>
          </ac:spMkLst>
        </pc:spChg>
        <pc:spChg chg="mod">
          <ac:chgData name="Gianfranco UNGARO" userId="4f39880c-a08b-47ae-91e1-6f6fe97eb55c" providerId="ADAL" clId="{B9CDA6C2-FB08-4958-8B1C-04840AA36384}" dt="2025-10-02T05:05:47.870" v="510" actId="20577"/>
          <ac:spMkLst>
            <pc:docMk/>
            <pc:sldMk cId="2879102545" sldId="2147483580"/>
            <ac:spMk id="22" creationId="{7C3172AE-6F09-2B98-B03C-D16F4CF75286}"/>
          </ac:spMkLst>
        </pc:spChg>
      </pc:sldChg>
      <pc:sldChg chg="modSp mod">
        <pc:chgData name="Gianfranco UNGARO" userId="4f39880c-a08b-47ae-91e1-6f6fe97eb55c" providerId="ADAL" clId="{B9CDA6C2-FB08-4958-8B1C-04840AA36384}" dt="2025-10-03T06:46:31.412" v="2506" actId="207"/>
        <pc:sldMkLst>
          <pc:docMk/>
          <pc:sldMk cId="1370124791" sldId="2147483581"/>
        </pc:sldMkLst>
        <pc:spChg chg="mod">
          <ac:chgData name="Gianfranco UNGARO" userId="4f39880c-a08b-47ae-91e1-6f6fe97eb55c" providerId="ADAL" clId="{B9CDA6C2-FB08-4958-8B1C-04840AA36384}" dt="2025-10-02T05:19:11.345" v="1430" actId="1038"/>
          <ac:spMkLst>
            <pc:docMk/>
            <pc:sldMk cId="1370124791" sldId="2147483581"/>
            <ac:spMk id="7" creationId="{6DA501FF-EE06-9753-0CF9-72B51CAA1BB1}"/>
          </ac:spMkLst>
        </pc:spChg>
        <pc:spChg chg="mod">
          <ac:chgData name="Gianfranco UNGARO" userId="4f39880c-a08b-47ae-91e1-6f6fe97eb55c" providerId="ADAL" clId="{B9CDA6C2-FB08-4958-8B1C-04840AA36384}" dt="2025-10-02T05:19:11.345" v="1430" actId="1038"/>
          <ac:spMkLst>
            <pc:docMk/>
            <pc:sldMk cId="1370124791" sldId="2147483581"/>
            <ac:spMk id="8" creationId="{9AC24E59-7721-2A1D-6548-546167A7A12A}"/>
          </ac:spMkLst>
        </pc:spChg>
        <pc:spChg chg="mod">
          <ac:chgData name="Gianfranco UNGARO" userId="4f39880c-a08b-47ae-91e1-6f6fe97eb55c" providerId="ADAL" clId="{B9CDA6C2-FB08-4958-8B1C-04840AA36384}" dt="2025-10-02T05:19:11.345" v="1430" actId="1038"/>
          <ac:spMkLst>
            <pc:docMk/>
            <pc:sldMk cId="1370124791" sldId="2147483581"/>
            <ac:spMk id="11" creationId="{51169534-E495-B02B-B62F-07C18E9FBA3F}"/>
          </ac:spMkLst>
        </pc:spChg>
        <pc:spChg chg="mod">
          <ac:chgData name="Gianfranco UNGARO" userId="4f39880c-a08b-47ae-91e1-6f6fe97eb55c" providerId="ADAL" clId="{B9CDA6C2-FB08-4958-8B1C-04840AA36384}" dt="2025-10-02T05:19:11.345" v="1430" actId="1038"/>
          <ac:spMkLst>
            <pc:docMk/>
            <pc:sldMk cId="1370124791" sldId="2147483581"/>
            <ac:spMk id="14" creationId="{34AF666B-8290-F80A-448D-C1596537376E}"/>
          </ac:spMkLst>
        </pc:spChg>
        <pc:spChg chg="mod">
          <ac:chgData name="Gianfranco UNGARO" userId="4f39880c-a08b-47ae-91e1-6f6fe97eb55c" providerId="ADAL" clId="{B9CDA6C2-FB08-4958-8B1C-04840AA36384}" dt="2025-10-02T05:19:11.345" v="1430" actId="1038"/>
          <ac:spMkLst>
            <pc:docMk/>
            <pc:sldMk cId="1370124791" sldId="2147483581"/>
            <ac:spMk id="15" creationId="{8AA180A6-04C4-5338-0759-CA230F552F61}"/>
          </ac:spMkLst>
        </pc:spChg>
        <pc:spChg chg="mod">
          <ac:chgData name="Gianfranco UNGARO" userId="4f39880c-a08b-47ae-91e1-6f6fe97eb55c" providerId="ADAL" clId="{B9CDA6C2-FB08-4958-8B1C-04840AA36384}" dt="2025-10-02T05:22:41.351" v="1661" actId="20577"/>
          <ac:spMkLst>
            <pc:docMk/>
            <pc:sldMk cId="1370124791" sldId="2147483581"/>
            <ac:spMk id="16" creationId="{CE274DF8-35E0-6435-AA68-49C88A754575}"/>
          </ac:spMkLst>
        </pc:spChg>
        <pc:spChg chg="mod">
          <ac:chgData name="Gianfranco UNGARO" userId="4f39880c-a08b-47ae-91e1-6f6fe97eb55c" providerId="ADAL" clId="{B9CDA6C2-FB08-4958-8B1C-04840AA36384}" dt="2025-10-02T05:19:16.443" v="1432" actId="1038"/>
          <ac:spMkLst>
            <pc:docMk/>
            <pc:sldMk cId="1370124791" sldId="2147483581"/>
            <ac:spMk id="17" creationId="{13D45067-5844-3CA3-8DB1-E53703618F95}"/>
          </ac:spMkLst>
        </pc:spChg>
        <pc:spChg chg="mod">
          <ac:chgData name="Gianfranco UNGARO" userId="4f39880c-a08b-47ae-91e1-6f6fe97eb55c" providerId="ADAL" clId="{B9CDA6C2-FB08-4958-8B1C-04840AA36384}" dt="2025-10-02T05:19:22.146" v="1446" actId="1038"/>
          <ac:spMkLst>
            <pc:docMk/>
            <pc:sldMk cId="1370124791" sldId="2147483581"/>
            <ac:spMk id="18" creationId="{0351F65C-F72A-3C41-E170-CDFF3E29C4AC}"/>
          </ac:spMkLst>
        </pc:spChg>
        <pc:spChg chg="mod">
          <ac:chgData name="Gianfranco UNGARO" userId="4f39880c-a08b-47ae-91e1-6f6fe97eb55c" providerId="ADAL" clId="{B9CDA6C2-FB08-4958-8B1C-04840AA36384}" dt="2025-10-02T05:19:11.345" v="1430" actId="1038"/>
          <ac:spMkLst>
            <pc:docMk/>
            <pc:sldMk cId="1370124791" sldId="2147483581"/>
            <ac:spMk id="19" creationId="{9546A9C4-C7B1-3288-2ECF-358188DBD8D4}"/>
          </ac:spMkLst>
        </pc:spChg>
        <pc:spChg chg="mod">
          <ac:chgData name="Gianfranco UNGARO" userId="4f39880c-a08b-47ae-91e1-6f6fe97eb55c" providerId="ADAL" clId="{B9CDA6C2-FB08-4958-8B1C-04840AA36384}" dt="2025-10-02T05:19:11.345" v="1430" actId="1038"/>
          <ac:spMkLst>
            <pc:docMk/>
            <pc:sldMk cId="1370124791" sldId="2147483581"/>
            <ac:spMk id="20" creationId="{B5857C3F-2AC5-C515-8AF6-2860F52DE7DD}"/>
          </ac:spMkLst>
        </pc:spChg>
        <pc:spChg chg="mod">
          <ac:chgData name="Gianfranco UNGARO" userId="4f39880c-a08b-47ae-91e1-6f6fe97eb55c" providerId="ADAL" clId="{B9CDA6C2-FB08-4958-8B1C-04840AA36384}" dt="2025-10-02T05:19:11.345" v="1430" actId="1038"/>
          <ac:spMkLst>
            <pc:docMk/>
            <pc:sldMk cId="1370124791" sldId="2147483581"/>
            <ac:spMk id="21" creationId="{79EBF144-4207-4802-CFA8-8047DE57230A}"/>
          </ac:spMkLst>
        </pc:spChg>
        <pc:spChg chg="mod">
          <ac:chgData name="Gianfranco UNGARO" userId="4f39880c-a08b-47ae-91e1-6f6fe97eb55c" providerId="ADAL" clId="{B9CDA6C2-FB08-4958-8B1C-04840AA36384}" dt="2025-10-03T06:46:31.412" v="2506" actId="207"/>
          <ac:spMkLst>
            <pc:docMk/>
            <pc:sldMk cId="1370124791" sldId="2147483581"/>
            <ac:spMk id="22" creationId="{1995FCF1-A44C-9A98-B3C8-AC1111E42E5C}"/>
          </ac:spMkLst>
        </pc:spChg>
        <pc:spChg chg="mod">
          <ac:chgData name="Gianfranco UNGARO" userId="4f39880c-a08b-47ae-91e1-6f6fe97eb55c" providerId="ADAL" clId="{B9CDA6C2-FB08-4958-8B1C-04840AA36384}" dt="2025-10-02T05:19:11.345" v="1430" actId="1038"/>
          <ac:spMkLst>
            <pc:docMk/>
            <pc:sldMk cId="1370124791" sldId="2147483581"/>
            <ac:spMk id="29" creationId="{359E6369-CEEF-CAC6-AB3E-51EA36A824CE}"/>
          </ac:spMkLst>
        </pc:spChg>
      </pc:sldChg>
      <pc:sldChg chg="addSp modSp mod">
        <pc:chgData name="Gianfranco UNGARO" userId="4f39880c-a08b-47ae-91e1-6f6fe97eb55c" providerId="ADAL" clId="{B9CDA6C2-FB08-4958-8B1C-04840AA36384}" dt="2025-10-02T11:24:09.538" v="1787" actId="1076"/>
        <pc:sldMkLst>
          <pc:docMk/>
          <pc:sldMk cId="3120071578" sldId="2147483583"/>
        </pc:sldMkLst>
        <pc:spChg chg="add mod">
          <ac:chgData name="Gianfranco UNGARO" userId="4f39880c-a08b-47ae-91e1-6f6fe97eb55c" providerId="ADAL" clId="{B9CDA6C2-FB08-4958-8B1C-04840AA36384}" dt="2025-10-02T11:24:09.538" v="1787" actId="1076"/>
          <ac:spMkLst>
            <pc:docMk/>
            <pc:sldMk cId="3120071578" sldId="2147483583"/>
            <ac:spMk id="7" creationId="{D8D9AEA8-DBF8-DFDA-BFC3-CF5F1C4BA40B}"/>
          </ac:spMkLst>
        </pc:spChg>
        <pc:spChg chg="mod">
          <ac:chgData name="Gianfranco UNGARO" userId="4f39880c-a08b-47ae-91e1-6f6fe97eb55c" providerId="ADAL" clId="{B9CDA6C2-FB08-4958-8B1C-04840AA36384}" dt="2025-10-02T04:55:17.035" v="329" actId="20577"/>
          <ac:spMkLst>
            <pc:docMk/>
            <pc:sldMk cId="3120071578" sldId="2147483583"/>
            <ac:spMk id="10" creationId="{510775B1-76D2-2155-9B3C-DE9A2E6467AB}"/>
          </ac:spMkLst>
        </pc:spChg>
        <pc:spChg chg="mod">
          <ac:chgData name="Gianfranco UNGARO" userId="4f39880c-a08b-47ae-91e1-6f6fe97eb55c" providerId="ADAL" clId="{B9CDA6C2-FB08-4958-8B1C-04840AA36384}" dt="2025-10-02T04:54:19.028" v="258" actId="1076"/>
          <ac:spMkLst>
            <pc:docMk/>
            <pc:sldMk cId="3120071578" sldId="2147483583"/>
            <ac:spMk id="11" creationId="{D2B49DAE-B03F-1410-6719-5CB5DFCB3013}"/>
          </ac:spMkLst>
        </pc:spChg>
        <pc:spChg chg="mod">
          <ac:chgData name="Gianfranco UNGARO" userId="4f39880c-a08b-47ae-91e1-6f6fe97eb55c" providerId="ADAL" clId="{B9CDA6C2-FB08-4958-8B1C-04840AA36384}" dt="2025-10-02T04:54:19.028" v="258" actId="1076"/>
          <ac:spMkLst>
            <pc:docMk/>
            <pc:sldMk cId="3120071578" sldId="2147483583"/>
            <ac:spMk id="12" creationId="{AB097C95-5FC8-9171-CA97-7C3C9639EBBB}"/>
          </ac:spMkLst>
        </pc:spChg>
        <pc:spChg chg="mod">
          <ac:chgData name="Gianfranco UNGARO" userId="4f39880c-a08b-47ae-91e1-6f6fe97eb55c" providerId="ADAL" clId="{B9CDA6C2-FB08-4958-8B1C-04840AA36384}" dt="2025-10-02T04:54:19.028" v="258" actId="1076"/>
          <ac:spMkLst>
            <pc:docMk/>
            <pc:sldMk cId="3120071578" sldId="2147483583"/>
            <ac:spMk id="15" creationId="{EEE5B388-F488-8577-0598-B24D522AA735}"/>
          </ac:spMkLst>
        </pc:spChg>
        <pc:spChg chg="mod">
          <ac:chgData name="Gianfranco UNGARO" userId="4f39880c-a08b-47ae-91e1-6f6fe97eb55c" providerId="ADAL" clId="{B9CDA6C2-FB08-4958-8B1C-04840AA36384}" dt="2025-10-02T04:54:19.028" v="258" actId="1076"/>
          <ac:spMkLst>
            <pc:docMk/>
            <pc:sldMk cId="3120071578" sldId="2147483583"/>
            <ac:spMk id="16" creationId="{5248078D-CC97-8905-DE38-66706B65CFDC}"/>
          </ac:spMkLst>
        </pc:spChg>
        <pc:spChg chg="mod">
          <ac:chgData name="Gianfranco UNGARO" userId="4f39880c-a08b-47ae-91e1-6f6fe97eb55c" providerId="ADAL" clId="{B9CDA6C2-FB08-4958-8B1C-04840AA36384}" dt="2025-10-02T04:54:19.028" v="258" actId="1076"/>
          <ac:spMkLst>
            <pc:docMk/>
            <pc:sldMk cId="3120071578" sldId="2147483583"/>
            <ac:spMk id="21" creationId="{C872367B-45AA-B300-FAA1-92938A3A56C3}"/>
          </ac:spMkLst>
        </pc:spChg>
        <pc:spChg chg="add mod">
          <ac:chgData name="Gianfranco UNGARO" userId="4f39880c-a08b-47ae-91e1-6f6fe97eb55c" providerId="ADAL" clId="{B9CDA6C2-FB08-4958-8B1C-04840AA36384}" dt="2025-10-02T04:55:00.264" v="328" actId="20577"/>
          <ac:spMkLst>
            <pc:docMk/>
            <pc:sldMk cId="3120071578" sldId="2147483583"/>
            <ac:spMk id="26" creationId="{92B01A74-238F-426F-4822-2EA1DDD057A1}"/>
          </ac:spMkLst>
        </pc:spChg>
        <pc:picChg chg="mod">
          <ac:chgData name="Gianfranco UNGARO" userId="4f39880c-a08b-47ae-91e1-6f6fe97eb55c" providerId="ADAL" clId="{B9CDA6C2-FB08-4958-8B1C-04840AA36384}" dt="2025-10-02T04:54:19.028" v="258" actId="1076"/>
          <ac:picMkLst>
            <pc:docMk/>
            <pc:sldMk cId="3120071578" sldId="2147483583"/>
            <ac:picMk id="18" creationId="{E664642D-EDE7-44E9-9FF0-E5830ED2AD7B}"/>
          </ac:picMkLst>
        </pc:picChg>
      </pc:sldChg>
      <pc:sldChg chg="modSp mod">
        <pc:chgData name="Gianfranco UNGARO" userId="4f39880c-a08b-47ae-91e1-6f6fe97eb55c" providerId="ADAL" clId="{B9CDA6C2-FB08-4958-8B1C-04840AA36384}" dt="2025-10-06T05:03:58.274" v="2531" actId="20577"/>
        <pc:sldMkLst>
          <pc:docMk/>
          <pc:sldMk cId="491952046" sldId="2147483585"/>
        </pc:sldMkLst>
        <pc:spChg chg="mod">
          <ac:chgData name="Gianfranco UNGARO" userId="4f39880c-a08b-47ae-91e1-6f6fe97eb55c" providerId="ADAL" clId="{B9CDA6C2-FB08-4958-8B1C-04840AA36384}" dt="2025-10-02T05:15:29.174" v="1274" actId="313"/>
          <ac:spMkLst>
            <pc:docMk/>
            <pc:sldMk cId="491952046" sldId="2147483585"/>
            <ac:spMk id="16" creationId="{940003E3-B029-0226-AC7A-3A27CF335DFA}"/>
          </ac:spMkLst>
        </pc:spChg>
        <pc:spChg chg="mod">
          <ac:chgData name="Gianfranco UNGARO" userId="4f39880c-a08b-47ae-91e1-6f6fe97eb55c" providerId="ADAL" clId="{B9CDA6C2-FB08-4958-8B1C-04840AA36384}" dt="2025-10-06T05:03:58.274" v="2531" actId="20577"/>
          <ac:spMkLst>
            <pc:docMk/>
            <pc:sldMk cId="491952046" sldId="2147483585"/>
            <ac:spMk id="27" creationId="{D624CA78-8F6A-036C-1559-FC40F6A0F374}"/>
          </ac:spMkLst>
        </pc:spChg>
      </pc:sldChg>
      <pc:sldChg chg="addSp modSp mod">
        <pc:chgData name="Gianfranco UNGARO" userId="4f39880c-a08b-47ae-91e1-6f6fe97eb55c" providerId="ADAL" clId="{B9CDA6C2-FB08-4958-8B1C-04840AA36384}" dt="2025-10-03T04:46:43.670" v="2454" actId="1076"/>
        <pc:sldMkLst>
          <pc:docMk/>
          <pc:sldMk cId="3174983440" sldId="2147483586"/>
        </pc:sldMkLst>
        <pc:spChg chg="add mod">
          <ac:chgData name="Gianfranco UNGARO" userId="4f39880c-a08b-47ae-91e1-6f6fe97eb55c" providerId="ADAL" clId="{B9CDA6C2-FB08-4958-8B1C-04840AA36384}" dt="2025-10-03T04:46:21.296" v="2451" actId="14100"/>
          <ac:spMkLst>
            <pc:docMk/>
            <pc:sldMk cId="3174983440" sldId="2147483586"/>
            <ac:spMk id="10" creationId="{7F0E29AB-73FA-7922-4A6C-87DECFFD95A9}"/>
          </ac:spMkLst>
        </pc:spChg>
        <pc:spChg chg="mod">
          <ac:chgData name="Gianfranco UNGARO" userId="4f39880c-a08b-47ae-91e1-6f6fe97eb55c" providerId="ADAL" clId="{B9CDA6C2-FB08-4958-8B1C-04840AA36384}" dt="2025-10-03T04:46:43.670" v="2454" actId="1076"/>
          <ac:spMkLst>
            <pc:docMk/>
            <pc:sldMk cId="3174983440" sldId="2147483586"/>
            <ac:spMk id="16" creationId="{581DD7D8-ACE2-1C2F-CF9A-1293B36C6226}"/>
          </ac:spMkLst>
        </pc:spChg>
        <pc:spChg chg="mod">
          <ac:chgData name="Gianfranco UNGARO" userId="4f39880c-a08b-47ae-91e1-6f6fe97eb55c" providerId="ADAL" clId="{B9CDA6C2-FB08-4958-8B1C-04840AA36384}" dt="2025-10-02T05:06:57.262" v="558" actId="1076"/>
          <ac:spMkLst>
            <pc:docMk/>
            <pc:sldMk cId="3174983440" sldId="2147483586"/>
            <ac:spMk id="33" creationId="{3293DBC3-DE6C-391D-FC24-38132167F991}"/>
          </ac:spMkLst>
        </pc:spChg>
        <pc:spChg chg="mod">
          <ac:chgData name="Gianfranco UNGARO" userId="4f39880c-a08b-47ae-91e1-6f6fe97eb55c" providerId="ADAL" clId="{B9CDA6C2-FB08-4958-8B1C-04840AA36384}" dt="2025-10-02T05:06:57.262" v="558" actId="1076"/>
          <ac:spMkLst>
            <pc:docMk/>
            <pc:sldMk cId="3174983440" sldId="2147483586"/>
            <ac:spMk id="34" creationId="{E4DD9200-19A7-8729-8B04-EF4BE348A61D}"/>
          </ac:spMkLst>
        </pc:spChg>
        <pc:spChg chg="mod">
          <ac:chgData name="Gianfranco UNGARO" userId="4f39880c-a08b-47ae-91e1-6f6fe97eb55c" providerId="ADAL" clId="{B9CDA6C2-FB08-4958-8B1C-04840AA36384}" dt="2025-10-02T05:06:57.262" v="558" actId="1076"/>
          <ac:spMkLst>
            <pc:docMk/>
            <pc:sldMk cId="3174983440" sldId="2147483586"/>
            <ac:spMk id="35" creationId="{4AA62523-EA19-81C4-3EE7-C75FC39EE273}"/>
          </ac:spMkLst>
        </pc:spChg>
        <pc:spChg chg="mod">
          <ac:chgData name="Gianfranco UNGARO" userId="4f39880c-a08b-47ae-91e1-6f6fe97eb55c" providerId="ADAL" clId="{B9CDA6C2-FB08-4958-8B1C-04840AA36384}" dt="2025-10-03T04:46:14.323" v="2449" actId="20577"/>
          <ac:spMkLst>
            <pc:docMk/>
            <pc:sldMk cId="3174983440" sldId="2147483586"/>
            <ac:spMk id="37" creationId="{AB6A1E37-B273-BC0F-2AAA-CDA426095AC7}"/>
          </ac:spMkLst>
        </pc:spChg>
        <pc:spChg chg="mod">
          <ac:chgData name="Gianfranco UNGARO" userId="4f39880c-a08b-47ae-91e1-6f6fe97eb55c" providerId="ADAL" clId="{B9CDA6C2-FB08-4958-8B1C-04840AA36384}" dt="2025-10-02T05:06:57.262" v="558" actId="1076"/>
          <ac:spMkLst>
            <pc:docMk/>
            <pc:sldMk cId="3174983440" sldId="2147483586"/>
            <ac:spMk id="43" creationId="{4E594BBE-B7B5-B4A4-BD2E-1EAB4D04976C}"/>
          </ac:spMkLst>
        </pc:spChg>
        <pc:grpChg chg="mod">
          <ac:chgData name="Gianfranco UNGARO" userId="4f39880c-a08b-47ae-91e1-6f6fe97eb55c" providerId="ADAL" clId="{B9CDA6C2-FB08-4958-8B1C-04840AA36384}" dt="2025-10-02T05:06:57.262" v="558" actId="1076"/>
          <ac:grpSpMkLst>
            <pc:docMk/>
            <pc:sldMk cId="3174983440" sldId="2147483586"/>
            <ac:grpSpMk id="20" creationId="{6C8FA554-8E49-7C5A-715B-DB8CEA3CFE9C}"/>
          </ac:grpSpMkLst>
        </pc:grpChg>
        <pc:grpChg chg="mod">
          <ac:chgData name="Gianfranco UNGARO" userId="4f39880c-a08b-47ae-91e1-6f6fe97eb55c" providerId="ADAL" clId="{B9CDA6C2-FB08-4958-8B1C-04840AA36384}" dt="2025-10-02T05:06:57.262" v="558" actId="1076"/>
          <ac:grpSpMkLst>
            <pc:docMk/>
            <pc:sldMk cId="3174983440" sldId="2147483586"/>
            <ac:grpSpMk id="23" creationId="{FF28DC9A-C0E7-A360-2FAB-2779C6C66F12}"/>
          </ac:grpSpMkLst>
        </pc:grpChg>
        <pc:grpChg chg="mod">
          <ac:chgData name="Gianfranco UNGARO" userId="4f39880c-a08b-47ae-91e1-6f6fe97eb55c" providerId="ADAL" clId="{B9CDA6C2-FB08-4958-8B1C-04840AA36384}" dt="2025-10-02T05:06:57.262" v="558" actId="1076"/>
          <ac:grpSpMkLst>
            <pc:docMk/>
            <pc:sldMk cId="3174983440" sldId="2147483586"/>
            <ac:grpSpMk id="26" creationId="{5ADB6B4E-211E-3A5C-DB97-B7653216A41E}"/>
          </ac:grpSpMkLst>
        </pc:grpChg>
        <pc:grpChg chg="mod">
          <ac:chgData name="Gianfranco UNGARO" userId="4f39880c-a08b-47ae-91e1-6f6fe97eb55c" providerId="ADAL" clId="{B9CDA6C2-FB08-4958-8B1C-04840AA36384}" dt="2025-10-02T05:06:57.262" v="558" actId="1076"/>
          <ac:grpSpMkLst>
            <pc:docMk/>
            <pc:sldMk cId="3174983440" sldId="2147483586"/>
            <ac:grpSpMk id="29" creationId="{AE5DFF77-D484-2C10-A99E-DED0AC1DA24E}"/>
          </ac:grpSpMkLst>
        </pc:grpChg>
        <pc:grpChg chg="mod">
          <ac:chgData name="Gianfranco UNGARO" userId="4f39880c-a08b-47ae-91e1-6f6fe97eb55c" providerId="ADAL" clId="{B9CDA6C2-FB08-4958-8B1C-04840AA36384}" dt="2025-10-02T05:06:57.262" v="558" actId="1076"/>
          <ac:grpSpMkLst>
            <pc:docMk/>
            <pc:sldMk cId="3174983440" sldId="2147483586"/>
            <ac:grpSpMk id="40" creationId="{5CB561DE-FF2B-634B-62BB-DF94EBCE1572}"/>
          </ac:grpSpMkLst>
        </pc:grpChg>
        <pc:graphicFrameChg chg="mod">
          <ac:chgData name="Gianfranco UNGARO" userId="4f39880c-a08b-47ae-91e1-6f6fe97eb55c" providerId="ADAL" clId="{B9CDA6C2-FB08-4958-8B1C-04840AA36384}" dt="2025-10-02T05:06:57.262" v="558" actId="1076"/>
          <ac:graphicFrameMkLst>
            <pc:docMk/>
            <pc:sldMk cId="3174983440" sldId="2147483586"/>
            <ac:graphicFrameMk id="2" creationId="{B8A9EFE8-98EB-AB55-9A46-1A8CA584F764}"/>
          </ac:graphicFrameMkLst>
        </pc:graphicFrameChg>
      </pc:sldChg>
      <pc:sldChg chg="addSp delSp modSp mod">
        <pc:chgData name="Gianfranco UNGARO" userId="4f39880c-a08b-47ae-91e1-6f6fe97eb55c" providerId="ADAL" clId="{B9CDA6C2-FB08-4958-8B1C-04840AA36384}" dt="2025-10-02T07:05:03.904" v="1765" actId="1076"/>
        <pc:sldMkLst>
          <pc:docMk/>
          <pc:sldMk cId="3632704378" sldId="2147483588"/>
        </pc:sldMkLst>
        <pc:spChg chg="add mod">
          <ac:chgData name="Gianfranco UNGARO" userId="4f39880c-a08b-47ae-91e1-6f6fe97eb55c" providerId="ADAL" clId="{B9CDA6C2-FB08-4958-8B1C-04840AA36384}" dt="2025-10-02T07:05:03.904" v="1765" actId="1076"/>
          <ac:spMkLst>
            <pc:docMk/>
            <pc:sldMk cId="3632704378" sldId="2147483588"/>
            <ac:spMk id="5" creationId="{3745D067-DBCD-CA74-8267-E12551553FCA}"/>
          </ac:spMkLst>
        </pc:spChg>
        <pc:spChg chg="mod">
          <ac:chgData name="Gianfranco UNGARO" userId="4f39880c-a08b-47ae-91e1-6f6fe97eb55c" providerId="ADAL" clId="{B9CDA6C2-FB08-4958-8B1C-04840AA36384}" dt="2025-10-02T06:49:12.834" v="1741" actId="1076"/>
          <ac:spMkLst>
            <pc:docMk/>
            <pc:sldMk cId="3632704378" sldId="2147483588"/>
            <ac:spMk id="16" creationId="{26B3E437-2855-F03A-D076-AF6680CC4B93}"/>
          </ac:spMkLst>
        </pc:spChg>
        <pc:spChg chg="mod">
          <ac:chgData name="Gianfranco UNGARO" userId="4f39880c-a08b-47ae-91e1-6f6fe97eb55c" providerId="ADAL" clId="{B9CDA6C2-FB08-4958-8B1C-04840AA36384}" dt="2025-10-02T06:48:32.314" v="1724" actId="1076"/>
          <ac:spMkLst>
            <pc:docMk/>
            <pc:sldMk cId="3632704378" sldId="2147483588"/>
            <ac:spMk id="22" creationId="{C1825CE5-6A8D-FA86-4EF0-DC9A26163CE1}"/>
          </ac:spMkLst>
        </pc:spChg>
        <pc:picChg chg="add mod">
          <ac:chgData name="Gianfranco UNGARO" userId="4f39880c-a08b-47ae-91e1-6f6fe97eb55c" providerId="ADAL" clId="{B9CDA6C2-FB08-4958-8B1C-04840AA36384}" dt="2025-10-02T07:04:53.710" v="1761" actId="14100"/>
          <ac:picMkLst>
            <pc:docMk/>
            <pc:sldMk cId="3632704378" sldId="2147483588"/>
            <ac:picMk id="25" creationId="{2A2CFE39-41E6-A68C-9830-7A43A2EEA519}"/>
          </ac:picMkLst>
        </pc:picChg>
        <pc:picChg chg="add mod">
          <ac:chgData name="Gianfranco UNGARO" userId="4f39880c-a08b-47ae-91e1-6f6fe97eb55c" providerId="ADAL" clId="{B9CDA6C2-FB08-4958-8B1C-04840AA36384}" dt="2025-10-02T07:04:57.514" v="1762" actId="14100"/>
          <ac:picMkLst>
            <pc:docMk/>
            <pc:sldMk cId="3632704378" sldId="2147483588"/>
            <ac:picMk id="1026" creationId="{294B3FE9-1FDB-4D32-488F-25B4A98E3FE7}"/>
          </ac:picMkLst>
        </pc:picChg>
      </pc:sldChg>
      <pc:sldChg chg="modSp mod">
        <pc:chgData name="Gianfranco UNGARO" userId="4f39880c-a08b-47ae-91e1-6f6fe97eb55c" providerId="ADAL" clId="{B9CDA6C2-FB08-4958-8B1C-04840AA36384}" dt="2025-10-02T06:52:44.427" v="1756" actId="207"/>
        <pc:sldMkLst>
          <pc:docMk/>
          <pc:sldMk cId="2565590949" sldId="2147483590"/>
        </pc:sldMkLst>
        <pc:spChg chg="mod">
          <ac:chgData name="Gianfranco UNGARO" userId="4f39880c-a08b-47ae-91e1-6f6fe97eb55c" providerId="ADAL" clId="{B9CDA6C2-FB08-4958-8B1C-04840AA36384}" dt="2025-10-02T06:52:44.427" v="1756" actId="207"/>
          <ac:spMkLst>
            <pc:docMk/>
            <pc:sldMk cId="2565590949" sldId="2147483590"/>
            <ac:spMk id="22" creationId="{82690F35-B3A6-5C1B-6A38-6BF6F3AB54B8}"/>
          </ac:spMkLst>
        </pc:spChg>
      </pc:sldChg>
      <pc:sldChg chg="addSp modSp mod">
        <pc:chgData name="Gianfranco UNGARO" userId="4f39880c-a08b-47ae-91e1-6f6fe97eb55c" providerId="ADAL" clId="{B9CDA6C2-FB08-4958-8B1C-04840AA36384}" dt="2025-10-06T05:05:14.193" v="2533" actId="1582"/>
        <pc:sldMkLst>
          <pc:docMk/>
          <pc:sldMk cId="1162632182" sldId="2147483591"/>
        </pc:sldMkLst>
        <pc:spChg chg="mod">
          <ac:chgData name="Gianfranco UNGARO" userId="4f39880c-a08b-47ae-91e1-6f6fe97eb55c" providerId="ADAL" clId="{B9CDA6C2-FB08-4958-8B1C-04840AA36384}" dt="2025-10-06T05:05:14.193" v="2533" actId="1582"/>
          <ac:spMkLst>
            <pc:docMk/>
            <pc:sldMk cId="1162632182" sldId="2147483591"/>
            <ac:spMk id="13" creationId="{B40BDF83-5BAC-3C5B-6460-6FDAB60717F7}"/>
          </ac:spMkLst>
        </pc:spChg>
        <pc:spChg chg="mod">
          <ac:chgData name="Gianfranco UNGARO" userId="4f39880c-a08b-47ae-91e1-6f6fe97eb55c" providerId="ADAL" clId="{B9CDA6C2-FB08-4958-8B1C-04840AA36384}" dt="2025-10-06T05:05:14.193" v="2533" actId="1582"/>
          <ac:spMkLst>
            <pc:docMk/>
            <pc:sldMk cId="1162632182" sldId="2147483591"/>
            <ac:spMk id="15" creationId="{3D4F82B0-E5E3-3E84-D1AE-2AECD6F1EE1B}"/>
          </ac:spMkLst>
        </pc:spChg>
        <pc:spChg chg="mod">
          <ac:chgData name="Gianfranco UNGARO" userId="4f39880c-a08b-47ae-91e1-6f6fe97eb55c" providerId="ADAL" clId="{B9CDA6C2-FB08-4958-8B1C-04840AA36384}" dt="2025-10-06T05:05:14.193" v="2533" actId="1582"/>
          <ac:spMkLst>
            <pc:docMk/>
            <pc:sldMk cId="1162632182" sldId="2147483591"/>
            <ac:spMk id="20" creationId="{C7E8C158-5D20-E379-8171-20B7E249BFB5}"/>
          </ac:spMkLst>
        </pc:spChg>
        <pc:spChg chg="mod">
          <ac:chgData name="Gianfranco UNGARO" userId="4f39880c-a08b-47ae-91e1-6f6fe97eb55c" providerId="ADAL" clId="{B9CDA6C2-FB08-4958-8B1C-04840AA36384}" dt="2025-10-06T05:05:14.193" v="2533" actId="1582"/>
          <ac:spMkLst>
            <pc:docMk/>
            <pc:sldMk cId="1162632182" sldId="2147483591"/>
            <ac:spMk id="22" creationId="{467A1E6C-0D6F-6EEB-5C4D-53B3DD9B0EA9}"/>
          </ac:spMkLst>
        </pc:spChg>
        <pc:spChg chg="mod">
          <ac:chgData name="Gianfranco UNGARO" userId="4f39880c-a08b-47ae-91e1-6f6fe97eb55c" providerId="ADAL" clId="{B9CDA6C2-FB08-4958-8B1C-04840AA36384}" dt="2025-10-06T05:05:14.193" v="2533" actId="1582"/>
          <ac:spMkLst>
            <pc:docMk/>
            <pc:sldMk cId="1162632182" sldId="2147483591"/>
            <ac:spMk id="24" creationId="{1F1AEC59-DAC0-4FAB-F540-4271674034DD}"/>
          </ac:spMkLst>
        </pc:spChg>
        <pc:spChg chg="mod">
          <ac:chgData name="Gianfranco UNGARO" userId="4f39880c-a08b-47ae-91e1-6f6fe97eb55c" providerId="ADAL" clId="{B9CDA6C2-FB08-4958-8B1C-04840AA36384}" dt="2025-10-06T05:05:14.193" v="2533" actId="1582"/>
          <ac:spMkLst>
            <pc:docMk/>
            <pc:sldMk cId="1162632182" sldId="2147483591"/>
            <ac:spMk id="26" creationId="{AF5DE76E-8056-2FC0-F44D-193B58A81D4D}"/>
          </ac:spMkLst>
        </pc:spChg>
      </pc:sldChg>
      <pc:sldChg chg="addSp delSp modSp new mod ord">
        <pc:chgData name="Gianfranco UNGARO" userId="4f39880c-a08b-47ae-91e1-6f6fe97eb55c" providerId="ADAL" clId="{B9CDA6C2-FB08-4958-8B1C-04840AA36384}" dt="2025-10-06T05:05:47.779" v="2549" actId="20577"/>
        <pc:sldMkLst>
          <pc:docMk/>
          <pc:sldMk cId="2994605634" sldId="2147483592"/>
        </pc:sldMkLst>
        <pc:spChg chg="add mod">
          <ac:chgData name="Gianfranco UNGARO" userId="4f39880c-a08b-47ae-91e1-6f6fe97eb55c" providerId="ADAL" clId="{B9CDA6C2-FB08-4958-8B1C-04840AA36384}" dt="2025-10-02T13:05:30.589" v="2200" actId="1076"/>
          <ac:spMkLst>
            <pc:docMk/>
            <pc:sldMk cId="2994605634" sldId="2147483592"/>
            <ac:spMk id="9" creationId="{6945E0F8-13BA-AD9A-FA5C-2092916E356C}"/>
          </ac:spMkLst>
        </pc:spChg>
        <pc:spChg chg="add mod">
          <ac:chgData name="Gianfranco UNGARO" userId="4f39880c-a08b-47ae-91e1-6f6fe97eb55c" providerId="ADAL" clId="{B9CDA6C2-FB08-4958-8B1C-04840AA36384}" dt="2025-10-06T05:05:47.779" v="2549" actId="20577"/>
          <ac:spMkLst>
            <pc:docMk/>
            <pc:sldMk cId="2994605634" sldId="2147483592"/>
            <ac:spMk id="10" creationId="{6AACF5E4-F8C0-91F3-D82C-B852E8E2662F}"/>
          </ac:spMkLst>
        </pc:spChg>
        <pc:spChg chg="add mod">
          <ac:chgData name="Gianfranco UNGARO" userId="4f39880c-a08b-47ae-91e1-6f6fe97eb55c" providerId="ADAL" clId="{B9CDA6C2-FB08-4958-8B1C-04840AA36384}" dt="2025-10-02T13:04:38.716" v="2198" actId="403"/>
          <ac:spMkLst>
            <pc:docMk/>
            <pc:sldMk cId="2994605634" sldId="2147483592"/>
            <ac:spMk id="12" creationId="{42AE76A1-D90F-B428-CEC1-2B72CDB42A7A}"/>
          </ac:spMkLst>
        </pc:spChg>
        <pc:graphicFrameChg chg="add mod modGraphic">
          <ac:chgData name="Gianfranco UNGARO" userId="4f39880c-a08b-47ae-91e1-6f6fe97eb55c" providerId="ADAL" clId="{B9CDA6C2-FB08-4958-8B1C-04840AA36384}" dt="2025-10-02T13:03:55.499" v="2180" actId="14734"/>
          <ac:graphicFrameMkLst>
            <pc:docMk/>
            <pc:sldMk cId="2994605634" sldId="2147483592"/>
            <ac:graphicFrameMk id="11" creationId="{0D888641-D8FC-B37E-8BEA-FCA51F93CB2B}"/>
          </ac:graphicFrameMkLst>
        </pc:graphicFrameChg>
        <pc:picChg chg="add mod">
          <ac:chgData name="Gianfranco UNGARO" userId="4f39880c-a08b-47ae-91e1-6f6fe97eb55c" providerId="ADAL" clId="{B9CDA6C2-FB08-4958-8B1C-04840AA36384}" dt="2025-10-02T11:49:08.098" v="1834" actId="1076"/>
          <ac:picMkLst>
            <pc:docMk/>
            <pc:sldMk cId="2994605634" sldId="2147483592"/>
            <ac:picMk id="8" creationId="{B5A831F1-1665-7B07-9C48-F6A31E784913}"/>
          </ac:picMkLst>
        </pc:picChg>
        <pc:picChg chg="add mod">
          <ac:chgData name="Gianfranco UNGARO" userId="4f39880c-a08b-47ae-91e1-6f6fe97eb55c" providerId="ADAL" clId="{B9CDA6C2-FB08-4958-8B1C-04840AA36384}" dt="2025-10-02T13:04:44.251" v="2199" actId="1076"/>
          <ac:picMkLst>
            <pc:docMk/>
            <pc:sldMk cId="2994605634" sldId="2147483592"/>
            <ac:picMk id="13" creationId="{587D41F4-0C45-BC0C-58DD-057791BBA3ED}"/>
          </ac:picMkLst>
        </pc:picChg>
      </pc:sldChg>
      <pc:sldChg chg="modSp mod">
        <pc:chgData name="Gianfranco UNGARO" userId="4f39880c-a08b-47ae-91e1-6f6fe97eb55c" providerId="ADAL" clId="{B9CDA6C2-FB08-4958-8B1C-04840AA36384}" dt="2025-10-06T05:55:55.003" v="2730" actId="14100"/>
        <pc:sldMkLst>
          <pc:docMk/>
          <pc:sldMk cId="1060903810" sldId="2147483593"/>
        </pc:sldMkLst>
        <pc:spChg chg="mod">
          <ac:chgData name="Gianfranco UNGARO" userId="4f39880c-a08b-47ae-91e1-6f6fe97eb55c" providerId="ADAL" clId="{B9CDA6C2-FB08-4958-8B1C-04840AA36384}" dt="2025-10-06T05:55:55.003" v="2730" actId="14100"/>
          <ac:spMkLst>
            <pc:docMk/>
            <pc:sldMk cId="1060903810" sldId="2147483593"/>
            <ac:spMk id="132" creationId="{9815D9F3-DF8A-126D-88B0-A65F31B46CA0}"/>
          </ac:spMkLst>
        </pc:spChg>
      </pc:sldChg>
    </pc:docChg>
  </pc:docChgLst>
  <pc:docChgLst>
    <pc:chgData name="Juan NAVARRO" userId="1e1a151d-997d-4b46-bca9-6ebd631e4974" providerId="ADAL" clId="{CB9E1E38-3E68-4544-BEA0-3C50330F040F}"/>
    <pc:docChg chg="custSel modSld">
      <pc:chgData name="Juan NAVARRO" userId="1e1a151d-997d-4b46-bca9-6ebd631e4974" providerId="ADAL" clId="{CB9E1E38-3E68-4544-BEA0-3C50330F040F}" dt="2025-10-03T12:10:30.828" v="59" actId="20577"/>
      <pc:docMkLst>
        <pc:docMk/>
      </pc:docMkLst>
      <pc:sldChg chg="addSp delSp modSp mod">
        <pc:chgData name="Juan NAVARRO" userId="1e1a151d-997d-4b46-bca9-6ebd631e4974" providerId="ADAL" clId="{CB9E1E38-3E68-4544-BEA0-3C50330F040F}" dt="2025-10-03T12:06:16.055" v="58" actId="113"/>
        <pc:sldMkLst>
          <pc:docMk/>
          <pc:sldMk cId="3120071578" sldId="2147483583"/>
        </pc:sldMkLst>
        <pc:graphicFrameChg chg="modGraphic">
          <ac:chgData name="Juan NAVARRO" userId="1e1a151d-997d-4b46-bca9-6ebd631e4974" providerId="ADAL" clId="{CB9E1E38-3E68-4544-BEA0-3C50330F040F}" dt="2025-10-03T12:06:16.055" v="58" actId="113"/>
          <ac:graphicFrameMkLst>
            <pc:docMk/>
            <pc:sldMk cId="3120071578" sldId="2147483583"/>
            <ac:graphicFrameMk id="13" creationId="{45F99098-0341-A173-8B6D-C2766848B565}"/>
          </ac:graphicFrameMkLst>
        </pc:graphicFrameChg>
        <pc:picChg chg="add mod">
          <ac:chgData name="Juan NAVARRO" userId="1e1a151d-997d-4b46-bca9-6ebd631e4974" providerId="ADAL" clId="{CB9E1E38-3E68-4544-BEA0-3C50330F040F}" dt="2025-10-03T12:01:29.395" v="51" actId="1035"/>
          <ac:picMkLst>
            <pc:docMk/>
            <pc:sldMk cId="3120071578" sldId="2147483583"/>
            <ac:picMk id="22" creationId="{204C1E0C-D302-4295-307E-3D69F9D20F1C}"/>
          </ac:picMkLst>
        </pc:picChg>
      </pc:sldChg>
      <pc:sldChg chg="modSp mod">
        <pc:chgData name="Juan NAVARRO" userId="1e1a151d-997d-4b46-bca9-6ebd631e4974" providerId="ADAL" clId="{CB9E1E38-3E68-4544-BEA0-3C50330F040F}" dt="2025-10-03T12:10:30.828" v="59" actId="20577"/>
        <pc:sldMkLst>
          <pc:docMk/>
          <pc:sldMk cId="2565590949" sldId="2147483590"/>
        </pc:sldMkLst>
        <pc:spChg chg="mod">
          <ac:chgData name="Juan NAVARRO" userId="1e1a151d-997d-4b46-bca9-6ebd631e4974" providerId="ADAL" clId="{CB9E1E38-3E68-4544-BEA0-3C50330F040F}" dt="2025-10-03T12:10:30.828" v="59" actId="20577"/>
          <ac:spMkLst>
            <pc:docMk/>
            <pc:sldMk cId="2565590949" sldId="2147483590"/>
            <ac:spMk id="22" creationId="{82690F35-B3A6-5C1B-6A38-6BF6F3AB54B8}"/>
          </ac:spMkLst>
        </pc:spChg>
      </pc:sldChg>
    </pc:docChg>
  </pc:docChgLst>
  <pc:docChgLst>
    <pc:chgData name="Xavier POIRIER-COUTANSAIS" userId="2e3e5b54-b13d-4b47-9de3-f3a7250bee07" providerId="ADAL" clId="{1D8BC9D7-6E1D-40A6-A406-CC5C7BA9B8E9}"/>
    <pc:docChg chg="undo redo custSel addSld delSld modSld sldOrd modMainMaster">
      <pc:chgData name="Xavier POIRIER-COUTANSAIS" userId="2e3e5b54-b13d-4b47-9de3-f3a7250bee07" providerId="ADAL" clId="{1D8BC9D7-6E1D-40A6-A406-CC5C7BA9B8E9}" dt="2025-10-03T10:53:27.717" v="10338" actId="478"/>
      <pc:docMkLst>
        <pc:docMk/>
      </pc:docMkLst>
      <pc:sldChg chg="addSp delSp modSp mod modClrScheme chgLayout">
        <pc:chgData name="Xavier POIRIER-COUTANSAIS" userId="2e3e5b54-b13d-4b47-9de3-f3a7250bee07" providerId="ADAL" clId="{1D8BC9D7-6E1D-40A6-A406-CC5C7BA9B8E9}" dt="2025-10-02T13:40:13.163" v="9572" actId="20577"/>
        <pc:sldMkLst>
          <pc:docMk/>
          <pc:sldMk cId="3493923150" sldId="363"/>
        </pc:sldMkLst>
        <pc:spChg chg="add mod">
          <ac:chgData name="Xavier POIRIER-COUTANSAIS" userId="2e3e5b54-b13d-4b47-9de3-f3a7250bee07" providerId="ADAL" clId="{1D8BC9D7-6E1D-40A6-A406-CC5C7BA9B8E9}" dt="2025-10-02T13:20:59.918" v="9121" actId="20577"/>
          <ac:spMkLst>
            <pc:docMk/>
            <pc:sldMk cId="3493923150" sldId="363"/>
            <ac:spMk id="4" creationId="{CD02D8C1-5B8A-BA8C-B7E7-6178AD7F5ABF}"/>
          </ac:spMkLst>
        </pc:spChg>
        <pc:spChg chg="mod">
          <ac:chgData name="Xavier POIRIER-COUTANSAIS" userId="2e3e5b54-b13d-4b47-9de3-f3a7250bee07" providerId="ADAL" clId="{1D8BC9D7-6E1D-40A6-A406-CC5C7BA9B8E9}" dt="2025-10-02T13:40:13.163" v="9572" actId="20577"/>
          <ac:spMkLst>
            <pc:docMk/>
            <pc:sldMk cId="3493923150" sldId="363"/>
            <ac:spMk id="10" creationId="{00000000-0000-0000-0000-000000000000}"/>
          </ac:spMkLst>
        </pc:spChg>
        <pc:spChg chg="mod">
          <ac:chgData name="Xavier POIRIER-COUTANSAIS" userId="2e3e5b54-b13d-4b47-9de3-f3a7250bee07" providerId="ADAL" clId="{1D8BC9D7-6E1D-40A6-A406-CC5C7BA9B8E9}" dt="2025-10-02T13:37:45.348" v="9532" actId="554"/>
          <ac:spMkLst>
            <pc:docMk/>
            <pc:sldMk cId="3493923150" sldId="363"/>
            <ac:spMk id="11" creationId="{00000000-0000-0000-0000-000000000000}"/>
          </ac:spMkLst>
        </pc:spChg>
        <pc:spChg chg="mod">
          <ac:chgData name="Xavier POIRIER-COUTANSAIS" userId="2e3e5b54-b13d-4b47-9de3-f3a7250bee07" providerId="ADAL" clId="{1D8BC9D7-6E1D-40A6-A406-CC5C7BA9B8E9}" dt="2025-10-02T13:38:17.075" v="9566" actId="1035"/>
          <ac:spMkLst>
            <pc:docMk/>
            <pc:sldMk cId="3493923150" sldId="363"/>
            <ac:spMk id="17" creationId="{B78F4E2B-E303-4521-AB5D-7D6F603B2173}"/>
          </ac:spMkLst>
        </pc:spChg>
        <pc:spChg chg="mod">
          <ac:chgData name="Xavier POIRIER-COUTANSAIS" userId="2e3e5b54-b13d-4b47-9de3-f3a7250bee07" providerId="ADAL" clId="{1D8BC9D7-6E1D-40A6-A406-CC5C7BA9B8E9}" dt="2025-10-02T13:38:17.075" v="9566" actId="1035"/>
          <ac:spMkLst>
            <pc:docMk/>
            <pc:sldMk cId="3493923150" sldId="363"/>
            <ac:spMk id="18" creationId="{C85C6EBA-E641-4385-BA41-9FE2923BA06B}"/>
          </ac:spMkLst>
        </pc:spChg>
        <pc:spChg chg="mod">
          <ac:chgData name="Xavier POIRIER-COUTANSAIS" userId="2e3e5b54-b13d-4b47-9de3-f3a7250bee07" providerId="ADAL" clId="{1D8BC9D7-6E1D-40A6-A406-CC5C7BA9B8E9}" dt="2025-10-02T13:38:17.075" v="9566" actId="1035"/>
          <ac:spMkLst>
            <pc:docMk/>
            <pc:sldMk cId="3493923150" sldId="363"/>
            <ac:spMk id="79" creationId="{00000000-0000-0000-0000-000000000000}"/>
          </ac:spMkLst>
        </pc:spChg>
        <pc:spChg chg="mod">
          <ac:chgData name="Xavier POIRIER-COUTANSAIS" userId="2e3e5b54-b13d-4b47-9de3-f3a7250bee07" providerId="ADAL" clId="{1D8BC9D7-6E1D-40A6-A406-CC5C7BA9B8E9}" dt="2025-10-02T13:38:36.997" v="9569" actId="14100"/>
          <ac:spMkLst>
            <pc:docMk/>
            <pc:sldMk cId="3493923150" sldId="363"/>
            <ac:spMk id="80" creationId="{00000000-0000-0000-0000-000000000000}"/>
          </ac:spMkLst>
        </pc:spChg>
        <pc:spChg chg="mod">
          <ac:chgData name="Xavier POIRIER-COUTANSAIS" userId="2e3e5b54-b13d-4b47-9de3-f3a7250bee07" providerId="ADAL" clId="{1D8BC9D7-6E1D-40A6-A406-CC5C7BA9B8E9}" dt="2025-10-02T13:37:57.633" v="9553" actId="1036"/>
          <ac:spMkLst>
            <pc:docMk/>
            <pc:sldMk cId="3493923150" sldId="363"/>
            <ac:spMk id="82" creationId="{00000000-0000-0000-0000-000000000000}"/>
          </ac:spMkLst>
        </pc:spChg>
        <pc:spChg chg="mod">
          <ac:chgData name="Xavier POIRIER-COUTANSAIS" userId="2e3e5b54-b13d-4b47-9de3-f3a7250bee07" providerId="ADAL" clId="{1D8BC9D7-6E1D-40A6-A406-CC5C7BA9B8E9}" dt="2025-10-02T13:37:45.348" v="9532" actId="554"/>
          <ac:spMkLst>
            <pc:docMk/>
            <pc:sldMk cId="3493923150" sldId="363"/>
            <ac:spMk id="83" creationId="{00000000-0000-0000-0000-000000000000}"/>
          </ac:spMkLst>
        </pc:spChg>
      </pc:sldChg>
      <pc:sldChg chg="modSp mod">
        <pc:chgData name="Xavier POIRIER-COUTANSAIS" userId="2e3e5b54-b13d-4b47-9de3-f3a7250bee07" providerId="ADAL" clId="{1D8BC9D7-6E1D-40A6-A406-CC5C7BA9B8E9}" dt="2025-10-02T06:07:17.075" v="8619" actId="20577"/>
        <pc:sldMkLst>
          <pc:docMk/>
          <pc:sldMk cId="1621669667" sldId="487"/>
        </pc:sldMkLst>
        <pc:spChg chg="mod">
          <ac:chgData name="Xavier POIRIER-COUTANSAIS" userId="2e3e5b54-b13d-4b47-9de3-f3a7250bee07" providerId="ADAL" clId="{1D8BC9D7-6E1D-40A6-A406-CC5C7BA9B8E9}" dt="2025-10-02T06:07:17.075" v="8619" actId="20577"/>
          <ac:spMkLst>
            <pc:docMk/>
            <pc:sldMk cId="1621669667" sldId="487"/>
            <ac:spMk id="6" creationId="{8FA65C7F-B8B5-2B02-016B-68B3309CC20C}"/>
          </ac:spMkLst>
        </pc:spChg>
        <pc:spChg chg="mod">
          <ac:chgData name="Xavier POIRIER-COUTANSAIS" userId="2e3e5b54-b13d-4b47-9de3-f3a7250bee07" providerId="ADAL" clId="{1D8BC9D7-6E1D-40A6-A406-CC5C7BA9B8E9}" dt="2025-10-01T06:22:11.393" v="5380" actId="20577"/>
          <ac:spMkLst>
            <pc:docMk/>
            <pc:sldMk cId="1621669667" sldId="487"/>
            <ac:spMk id="8" creationId="{DE4C3F83-BD2B-75EB-2691-5FF4A0CC8994}"/>
          </ac:spMkLst>
        </pc:spChg>
        <pc:spChg chg="mod">
          <ac:chgData name="Xavier POIRIER-COUTANSAIS" userId="2e3e5b54-b13d-4b47-9de3-f3a7250bee07" providerId="ADAL" clId="{1D8BC9D7-6E1D-40A6-A406-CC5C7BA9B8E9}" dt="2025-10-01T13:08:41.193" v="8075" actId="790"/>
          <ac:spMkLst>
            <pc:docMk/>
            <pc:sldMk cId="1621669667" sldId="487"/>
            <ac:spMk id="20" creationId="{92EE5A33-C932-4E1B-8633-A199B8B15882}"/>
          </ac:spMkLst>
        </pc:spChg>
      </pc:sldChg>
      <pc:sldChg chg="addSp delSp modSp add mod modClrScheme chgLayout">
        <pc:chgData name="Xavier POIRIER-COUTANSAIS" userId="2e3e5b54-b13d-4b47-9de3-f3a7250bee07" providerId="ADAL" clId="{1D8BC9D7-6E1D-40A6-A406-CC5C7BA9B8E9}" dt="2025-10-02T06:04:42.404" v="8605" actId="2711"/>
        <pc:sldMkLst>
          <pc:docMk/>
          <pc:sldMk cId="1413566414" sldId="5637"/>
        </pc:sldMkLst>
        <pc:spChg chg="mod">
          <ac:chgData name="Xavier POIRIER-COUTANSAIS" userId="2e3e5b54-b13d-4b47-9de3-f3a7250bee07" providerId="ADAL" clId="{1D8BC9D7-6E1D-40A6-A406-CC5C7BA9B8E9}" dt="2025-10-02T06:04:42.404" v="8605" actId="2711"/>
          <ac:spMkLst>
            <pc:docMk/>
            <pc:sldMk cId="1413566414" sldId="5637"/>
            <ac:spMk id="4" creationId="{6B0BC068-BDD7-6A7F-CABD-2B5898619DC1}"/>
          </ac:spMkLst>
        </pc:spChg>
        <pc:spChg chg="mod">
          <ac:chgData name="Xavier POIRIER-COUTANSAIS" userId="2e3e5b54-b13d-4b47-9de3-f3a7250bee07" providerId="ADAL" clId="{1D8BC9D7-6E1D-40A6-A406-CC5C7BA9B8E9}" dt="2025-10-02T06:04:42.404" v="8605" actId="2711"/>
          <ac:spMkLst>
            <pc:docMk/>
            <pc:sldMk cId="1413566414" sldId="5637"/>
            <ac:spMk id="18" creationId="{F565555D-0BC7-B63E-0F5E-57DA87535007}"/>
          </ac:spMkLst>
        </pc:spChg>
        <pc:spChg chg="mod">
          <ac:chgData name="Xavier POIRIER-COUTANSAIS" userId="2e3e5b54-b13d-4b47-9de3-f3a7250bee07" providerId="ADAL" clId="{1D8BC9D7-6E1D-40A6-A406-CC5C7BA9B8E9}" dt="2025-10-02T06:04:42.404" v="8605" actId="2711"/>
          <ac:spMkLst>
            <pc:docMk/>
            <pc:sldMk cId="1413566414" sldId="5637"/>
            <ac:spMk id="21" creationId="{7F4B0A0D-92DC-1ECF-37E7-6F56CDD4C7C0}"/>
          </ac:spMkLst>
        </pc:spChg>
        <pc:spChg chg="mod">
          <ac:chgData name="Xavier POIRIER-COUTANSAIS" userId="2e3e5b54-b13d-4b47-9de3-f3a7250bee07" providerId="ADAL" clId="{1D8BC9D7-6E1D-40A6-A406-CC5C7BA9B8E9}" dt="2025-10-02T06:04:42.404" v="8605" actId="2711"/>
          <ac:spMkLst>
            <pc:docMk/>
            <pc:sldMk cId="1413566414" sldId="5637"/>
            <ac:spMk id="44" creationId="{181DEB7A-50E9-F763-B3E5-87C75FEB7F55}"/>
          </ac:spMkLst>
        </pc:spChg>
        <pc:spChg chg="mod">
          <ac:chgData name="Xavier POIRIER-COUTANSAIS" userId="2e3e5b54-b13d-4b47-9de3-f3a7250bee07" providerId="ADAL" clId="{1D8BC9D7-6E1D-40A6-A406-CC5C7BA9B8E9}" dt="2025-10-02T06:04:42.404" v="8605" actId="2711"/>
          <ac:spMkLst>
            <pc:docMk/>
            <pc:sldMk cId="1413566414" sldId="5637"/>
            <ac:spMk id="45" creationId="{E0CF77E6-A026-15F8-5454-3FF8347F467F}"/>
          </ac:spMkLst>
        </pc:spChg>
        <pc:spChg chg="mod">
          <ac:chgData name="Xavier POIRIER-COUTANSAIS" userId="2e3e5b54-b13d-4b47-9de3-f3a7250bee07" providerId="ADAL" clId="{1D8BC9D7-6E1D-40A6-A406-CC5C7BA9B8E9}" dt="2025-10-02T06:04:42.404" v="8605" actId="2711"/>
          <ac:spMkLst>
            <pc:docMk/>
            <pc:sldMk cId="1413566414" sldId="5637"/>
            <ac:spMk id="46" creationId="{523C30D3-A2A4-F43B-7678-576BA5456F89}"/>
          </ac:spMkLst>
        </pc:spChg>
        <pc:spChg chg="mod">
          <ac:chgData name="Xavier POIRIER-COUTANSAIS" userId="2e3e5b54-b13d-4b47-9de3-f3a7250bee07" providerId="ADAL" clId="{1D8BC9D7-6E1D-40A6-A406-CC5C7BA9B8E9}" dt="2025-10-02T06:04:42.404" v="8605" actId="2711"/>
          <ac:spMkLst>
            <pc:docMk/>
            <pc:sldMk cId="1413566414" sldId="5637"/>
            <ac:spMk id="47" creationId="{C9F827E5-2BFD-C39F-385B-DA7A1167FF98}"/>
          </ac:spMkLst>
        </pc:spChg>
        <pc:picChg chg="add mod">
          <ac:chgData name="Xavier POIRIER-COUTANSAIS" userId="2e3e5b54-b13d-4b47-9de3-f3a7250bee07" providerId="ADAL" clId="{1D8BC9D7-6E1D-40A6-A406-CC5C7BA9B8E9}" dt="2025-10-01T06:03:07.249" v="5245"/>
          <ac:picMkLst>
            <pc:docMk/>
            <pc:sldMk cId="1413566414" sldId="5637"/>
            <ac:picMk id="5" creationId="{D294B82C-34B4-3EEA-17B3-5E2417ECAA6D}"/>
          </ac:picMkLst>
        </pc:picChg>
      </pc:sldChg>
      <pc:sldChg chg="modSp mod">
        <pc:chgData name="Xavier POIRIER-COUTANSAIS" userId="2e3e5b54-b13d-4b47-9de3-f3a7250bee07" providerId="ADAL" clId="{1D8BC9D7-6E1D-40A6-A406-CC5C7BA9B8E9}" dt="2025-10-02T06:05:38.141" v="8614" actId="20577"/>
        <pc:sldMkLst>
          <pc:docMk/>
          <pc:sldMk cId="382662086" sldId="2147483572"/>
        </pc:sldMkLst>
        <pc:spChg chg="mod">
          <ac:chgData name="Xavier POIRIER-COUTANSAIS" userId="2e3e5b54-b13d-4b47-9de3-f3a7250bee07" providerId="ADAL" clId="{1D8BC9D7-6E1D-40A6-A406-CC5C7BA9B8E9}" dt="2025-10-02T06:05:38.141" v="8614" actId="20577"/>
          <ac:spMkLst>
            <pc:docMk/>
            <pc:sldMk cId="382662086" sldId="2147483572"/>
            <ac:spMk id="6" creationId="{F5B8FD27-27A5-10E7-129F-62153FDC5188}"/>
          </ac:spMkLst>
        </pc:spChg>
      </pc:sldChg>
      <pc:sldChg chg="addSp modSp mod">
        <pc:chgData name="Xavier POIRIER-COUTANSAIS" userId="2e3e5b54-b13d-4b47-9de3-f3a7250bee07" providerId="ADAL" clId="{1D8BC9D7-6E1D-40A6-A406-CC5C7BA9B8E9}" dt="2025-10-02T04:09:44.832" v="8257" actId="14100"/>
        <pc:sldMkLst>
          <pc:docMk/>
          <pc:sldMk cId="4107241847" sldId="2147483573"/>
        </pc:sldMkLst>
        <pc:spChg chg="mod">
          <ac:chgData name="Xavier POIRIER-COUTANSAIS" userId="2e3e5b54-b13d-4b47-9de3-f3a7250bee07" providerId="ADAL" clId="{1D8BC9D7-6E1D-40A6-A406-CC5C7BA9B8E9}" dt="2025-09-30T06:48:20.717" v="1176" actId="20577"/>
          <ac:spMkLst>
            <pc:docMk/>
            <pc:sldMk cId="4107241847" sldId="2147483573"/>
            <ac:spMk id="5" creationId="{41C50E50-A3FE-2C7B-FD2D-A99441146785}"/>
          </ac:spMkLst>
        </pc:spChg>
        <pc:spChg chg="mod">
          <ac:chgData name="Xavier POIRIER-COUTANSAIS" userId="2e3e5b54-b13d-4b47-9de3-f3a7250bee07" providerId="ADAL" clId="{1D8BC9D7-6E1D-40A6-A406-CC5C7BA9B8E9}" dt="2025-10-02T04:09:44.832" v="8257" actId="14100"/>
          <ac:spMkLst>
            <pc:docMk/>
            <pc:sldMk cId="4107241847" sldId="2147483573"/>
            <ac:spMk id="6" creationId="{1B5CA595-77E3-CC5C-DCA4-AAE84D6FA802}"/>
          </ac:spMkLst>
        </pc:spChg>
        <pc:spChg chg="add mod">
          <ac:chgData name="Xavier POIRIER-COUTANSAIS" userId="2e3e5b54-b13d-4b47-9de3-f3a7250bee07" providerId="ADAL" clId="{1D8BC9D7-6E1D-40A6-A406-CC5C7BA9B8E9}" dt="2025-10-01T10:10:24.793" v="8027" actId="1035"/>
          <ac:spMkLst>
            <pc:docMk/>
            <pc:sldMk cId="4107241847" sldId="2147483573"/>
            <ac:spMk id="10" creationId="{EE9AD024-FEB0-79CC-A817-9355B2FDD456}"/>
          </ac:spMkLst>
        </pc:spChg>
        <pc:picChg chg="add mod">
          <ac:chgData name="Xavier POIRIER-COUTANSAIS" userId="2e3e5b54-b13d-4b47-9de3-f3a7250bee07" providerId="ADAL" clId="{1D8BC9D7-6E1D-40A6-A406-CC5C7BA9B8E9}" dt="2025-10-01T10:10:24.793" v="8027" actId="1035"/>
          <ac:picMkLst>
            <pc:docMk/>
            <pc:sldMk cId="4107241847" sldId="2147483573"/>
            <ac:picMk id="7" creationId="{063817E2-3BA5-A095-B48D-EDA95DFE40CF}"/>
          </ac:picMkLst>
        </pc:picChg>
        <pc:picChg chg="add mod">
          <ac:chgData name="Xavier POIRIER-COUTANSAIS" userId="2e3e5b54-b13d-4b47-9de3-f3a7250bee07" providerId="ADAL" clId="{1D8BC9D7-6E1D-40A6-A406-CC5C7BA9B8E9}" dt="2025-10-01T10:10:24.793" v="8027" actId="1035"/>
          <ac:picMkLst>
            <pc:docMk/>
            <pc:sldMk cId="4107241847" sldId="2147483573"/>
            <ac:picMk id="8" creationId="{FC9B9080-76A7-E4EA-0773-4F125FAD2A36}"/>
          </ac:picMkLst>
        </pc:picChg>
        <pc:picChg chg="add mod">
          <ac:chgData name="Xavier POIRIER-COUTANSAIS" userId="2e3e5b54-b13d-4b47-9de3-f3a7250bee07" providerId="ADAL" clId="{1D8BC9D7-6E1D-40A6-A406-CC5C7BA9B8E9}" dt="2025-10-01T10:10:24.793" v="8027" actId="1035"/>
          <ac:picMkLst>
            <pc:docMk/>
            <pc:sldMk cId="4107241847" sldId="2147483573"/>
            <ac:picMk id="9" creationId="{61AE9969-895C-7EA1-228E-C30E30B85164}"/>
          </ac:picMkLst>
        </pc:picChg>
        <pc:picChg chg="add mod">
          <ac:chgData name="Xavier POIRIER-COUTANSAIS" userId="2e3e5b54-b13d-4b47-9de3-f3a7250bee07" providerId="ADAL" clId="{1D8BC9D7-6E1D-40A6-A406-CC5C7BA9B8E9}" dt="2025-10-01T10:10:32.854" v="8051" actId="1037"/>
          <ac:picMkLst>
            <pc:docMk/>
            <pc:sldMk cId="4107241847" sldId="2147483573"/>
            <ac:picMk id="12" creationId="{FB8648A7-900C-D7AE-41E7-BF152A53297B}"/>
          </ac:picMkLst>
        </pc:picChg>
      </pc:sldChg>
      <pc:sldChg chg="addSp delSp modSp mod">
        <pc:chgData name="Xavier POIRIER-COUTANSAIS" userId="2e3e5b54-b13d-4b47-9de3-f3a7250bee07" providerId="ADAL" clId="{1D8BC9D7-6E1D-40A6-A406-CC5C7BA9B8E9}" dt="2025-09-30T14:39:19.932" v="3891" actId="14100"/>
        <pc:sldMkLst>
          <pc:docMk/>
          <pc:sldMk cId="2365456921" sldId="2147483575"/>
        </pc:sldMkLst>
        <pc:spChg chg="mod">
          <ac:chgData name="Xavier POIRIER-COUTANSAIS" userId="2e3e5b54-b13d-4b47-9de3-f3a7250bee07" providerId="ADAL" clId="{1D8BC9D7-6E1D-40A6-A406-CC5C7BA9B8E9}" dt="2025-09-30T06:53:34.835" v="1235" actId="13926"/>
          <ac:spMkLst>
            <pc:docMk/>
            <pc:sldMk cId="2365456921" sldId="2147483575"/>
            <ac:spMk id="6" creationId="{E72D6A64-50F9-6985-648F-CC1DEE0B7B46}"/>
          </ac:spMkLst>
        </pc:spChg>
        <pc:graphicFrameChg chg="add mod">
          <ac:chgData name="Xavier POIRIER-COUTANSAIS" userId="2e3e5b54-b13d-4b47-9de3-f3a7250bee07" providerId="ADAL" clId="{1D8BC9D7-6E1D-40A6-A406-CC5C7BA9B8E9}" dt="2025-09-30T14:39:19.932" v="3891" actId="14100"/>
          <ac:graphicFrameMkLst>
            <pc:docMk/>
            <pc:sldMk cId="2365456921" sldId="2147483575"/>
            <ac:graphicFrameMk id="2" creationId="{BF75C1ED-A98F-CDC1-5C3D-DA115372A150}"/>
          </ac:graphicFrameMkLst>
        </pc:graphicFrameChg>
      </pc:sldChg>
      <pc:sldChg chg="addSp delSp modSp mod">
        <pc:chgData name="Xavier POIRIER-COUTANSAIS" userId="2e3e5b54-b13d-4b47-9de3-f3a7250bee07" providerId="ADAL" clId="{1D8BC9D7-6E1D-40A6-A406-CC5C7BA9B8E9}" dt="2025-10-02T04:19:39.615" v="8556" actId="478"/>
        <pc:sldMkLst>
          <pc:docMk/>
          <pc:sldMk cId="4139749324" sldId="2147483576"/>
        </pc:sldMkLst>
        <pc:spChg chg="mod">
          <ac:chgData name="Xavier POIRIER-COUTANSAIS" userId="2e3e5b54-b13d-4b47-9de3-f3a7250bee07" providerId="ADAL" clId="{1D8BC9D7-6E1D-40A6-A406-CC5C7BA9B8E9}" dt="2025-10-02T04:19:36.623" v="8555" actId="20577"/>
          <ac:spMkLst>
            <pc:docMk/>
            <pc:sldMk cId="4139749324" sldId="2147483576"/>
            <ac:spMk id="8" creationId="{D66D5407-C160-F292-424F-6FDEBBF7AEC9}"/>
          </ac:spMkLst>
        </pc:spChg>
        <pc:spChg chg="mod">
          <ac:chgData name="Xavier POIRIER-COUTANSAIS" userId="2e3e5b54-b13d-4b47-9de3-f3a7250bee07" providerId="ADAL" clId="{1D8BC9D7-6E1D-40A6-A406-CC5C7BA9B8E9}" dt="2025-09-30T07:17:57.213" v="1541" actId="20577"/>
          <ac:spMkLst>
            <pc:docMk/>
            <pc:sldMk cId="4139749324" sldId="2147483576"/>
            <ac:spMk id="16" creationId="{9A7E539A-9C45-3B1D-BFCD-BD1A90687F8E}"/>
          </ac:spMkLst>
        </pc:spChg>
        <pc:spChg chg="ord">
          <ac:chgData name="Xavier POIRIER-COUTANSAIS" userId="2e3e5b54-b13d-4b47-9de3-f3a7250bee07" providerId="ADAL" clId="{1D8BC9D7-6E1D-40A6-A406-CC5C7BA9B8E9}" dt="2025-09-30T06:56:55.169" v="1250" actId="166"/>
          <ac:spMkLst>
            <pc:docMk/>
            <pc:sldMk cId="4139749324" sldId="2147483576"/>
            <ac:spMk id="21" creationId="{F838DE7E-9038-D6DF-CFA3-DDD2702AAC48}"/>
          </ac:spMkLst>
        </pc:spChg>
        <pc:spChg chg="mod">
          <ac:chgData name="Xavier POIRIER-COUTANSAIS" userId="2e3e5b54-b13d-4b47-9de3-f3a7250bee07" providerId="ADAL" clId="{1D8BC9D7-6E1D-40A6-A406-CC5C7BA9B8E9}" dt="2025-09-30T13:24:21.446" v="3842" actId="115"/>
          <ac:spMkLst>
            <pc:docMk/>
            <pc:sldMk cId="4139749324" sldId="2147483576"/>
            <ac:spMk id="22" creationId="{C3FE7D09-77E1-1CAA-850A-B6C7FBF34ECF}"/>
          </ac:spMkLst>
        </pc:spChg>
        <pc:spChg chg="add mod">
          <ac:chgData name="Xavier POIRIER-COUTANSAIS" userId="2e3e5b54-b13d-4b47-9de3-f3a7250bee07" providerId="ADAL" clId="{1D8BC9D7-6E1D-40A6-A406-CC5C7BA9B8E9}" dt="2025-09-30T07:20:45.002" v="1577"/>
          <ac:spMkLst>
            <pc:docMk/>
            <pc:sldMk cId="4139749324" sldId="2147483576"/>
            <ac:spMk id="24" creationId="{C9F2FB10-FCE3-1462-21A8-E13B5E0EEA6B}"/>
          </ac:spMkLst>
        </pc:spChg>
        <pc:graphicFrameChg chg="add mod">
          <ac:chgData name="Xavier POIRIER-COUTANSAIS" userId="2e3e5b54-b13d-4b47-9de3-f3a7250bee07" providerId="ADAL" clId="{1D8BC9D7-6E1D-40A6-A406-CC5C7BA9B8E9}" dt="2025-09-30T07:16:25.613" v="1504" actId="1035"/>
          <ac:graphicFrameMkLst>
            <pc:docMk/>
            <pc:sldMk cId="4139749324" sldId="2147483576"/>
            <ac:graphicFrameMk id="18" creationId="{325BB39E-3E19-C646-0D07-82964C9DAA4A}"/>
          </ac:graphicFrameMkLst>
        </pc:graphicFrameChg>
        <pc:picChg chg="add mod">
          <ac:chgData name="Xavier POIRIER-COUTANSAIS" userId="2e3e5b54-b13d-4b47-9de3-f3a7250bee07" providerId="ADAL" clId="{1D8BC9D7-6E1D-40A6-A406-CC5C7BA9B8E9}" dt="2025-10-01T13:14:12.887" v="8089" actId="14100"/>
          <ac:picMkLst>
            <pc:docMk/>
            <pc:sldMk cId="4139749324" sldId="2147483576"/>
            <ac:picMk id="5" creationId="{7B1005A7-73A5-7C83-3992-4144054C7D3D}"/>
          </ac:picMkLst>
        </pc:picChg>
        <pc:picChg chg="add mod modCrop">
          <ac:chgData name="Xavier POIRIER-COUTANSAIS" userId="2e3e5b54-b13d-4b47-9de3-f3a7250bee07" providerId="ADAL" clId="{1D8BC9D7-6E1D-40A6-A406-CC5C7BA9B8E9}" dt="2025-10-01T14:36:48.188" v="8256" actId="14100"/>
          <ac:picMkLst>
            <pc:docMk/>
            <pc:sldMk cId="4139749324" sldId="2147483576"/>
            <ac:picMk id="6" creationId="{7FEDDC37-DAFF-CCF2-A5FC-F54155C44E14}"/>
          </ac:picMkLst>
        </pc:picChg>
        <pc:picChg chg="add mod">
          <ac:chgData name="Xavier POIRIER-COUTANSAIS" userId="2e3e5b54-b13d-4b47-9de3-f3a7250bee07" providerId="ADAL" clId="{1D8BC9D7-6E1D-40A6-A406-CC5C7BA9B8E9}" dt="2025-10-01T13:14:55.729" v="8096" actId="14100"/>
          <ac:picMkLst>
            <pc:docMk/>
            <pc:sldMk cId="4139749324" sldId="2147483576"/>
            <ac:picMk id="9" creationId="{0B97B17A-5539-F6DE-2E0A-F7B78F9F887F}"/>
          </ac:picMkLst>
        </pc:picChg>
        <pc:picChg chg="add mod ord">
          <ac:chgData name="Xavier POIRIER-COUTANSAIS" userId="2e3e5b54-b13d-4b47-9de3-f3a7250bee07" providerId="ADAL" clId="{1D8BC9D7-6E1D-40A6-A406-CC5C7BA9B8E9}" dt="2025-09-30T07:22:35.871" v="1616" actId="166"/>
          <ac:picMkLst>
            <pc:docMk/>
            <pc:sldMk cId="4139749324" sldId="2147483576"/>
            <ac:picMk id="17" creationId="{37C6EF3B-3BB5-DE9C-C65A-32A2CBE6763C}"/>
          </ac:picMkLst>
        </pc:picChg>
      </pc:sldChg>
      <pc:sldChg chg="addSp delSp modSp mod modNotesTx">
        <pc:chgData name="Xavier POIRIER-COUTANSAIS" userId="2e3e5b54-b13d-4b47-9de3-f3a7250bee07" providerId="ADAL" clId="{1D8BC9D7-6E1D-40A6-A406-CC5C7BA9B8E9}" dt="2025-10-03T07:16:55.603" v="9777" actId="20577"/>
        <pc:sldMkLst>
          <pc:docMk/>
          <pc:sldMk cId="4280418452" sldId="2147483577"/>
        </pc:sldMkLst>
        <pc:spChg chg="mod">
          <ac:chgData name="Xavier POIRIER-COUTANSAIS" userId="2e3e5b54-b13d-4b47-9de3-f3a7250bee07" providerId="ADAL" clId="{1D8BC9D7-6E1D-40A6-A406-CC5C7BA9B8E9}" dt="2025-10-03T07:16:32.409" v="9748" actId="14100"/>
          <ac:spMkLst>
            <pc:docMk/>
            <pc:sldMk cId="4280418452" sldId="2147483577"/>
            <ac:spMk id="16" creationId="{0120F401-D261-91AC-8767-1A7D594D7301}"/>
          </ac:spMkLst>
        </pc:spChg>
        <pc:spChg chg="mod">
          <ac:chgData name="Xavier POIRIER-COUTANSAIS" userId="2e3e5b54-b13d-4b47-9de3-f3a7250bee07" providerId="ADAL" clId="{1D8BC9D7-6E1D-40A6-A406-CC5C7BA9B8E9}" dt="2025-10-01T07:31:32.208" v="6111" actId="20577"/>
          <ac:spMkLst>
            <pc:docMk/>
            <pc:sldMk cId="4280418452" sldId="2147483577"/>
            <ac:spMk id="22" creationId="{7A1D10C7-0F4A-52A6-B4CA-6429124D9175}"/>
          </ac:spMkLst>
        </pc:spChg>
        <pc:spChg chg="add mod">
          <ac:chgData name="Xavier POIRIER-COUTANSAIS" userId="2e3e5b54-b13d-4b47-9de3-f3a7250bee07" providerId="ADAL" clId="{1D8BC9D7-6E1D-40A6-A406-CC5C7BA9B8E9}" dt="2025-09-30T07:20:51.457" v="1579"/>
          <ac:spMkLst>
            <pc:docMk/>
            <pc:sldMk cId="4280418452" sldId="2147483577"/>
            <ac:spMk id="23" creationId="{0AAFC903-5B1F-008D-29E8-84122E8FD12E}"/>
          </ac:spMkLst>
        </pc:spChg>
        <pc:graphicFrameChg chg="add mod">
          <ac:chgData name="Xavier POIRIER-COUTANSAIS" userId="2e3e5b54-b13d-4b47-9de3-f3a7250bee07" providerId="ADAL" clId="{1D8BC9D7-6E1D-40A6-A406-CC5C7BA9B8E9}" dt="2025-09-30T07:19:07.343" v="1553"/>
          <ac:graphicFrameMkLst>
            <pc:docMk/>
            <pc:sldMk cId="4280418452" sldId="2147483577"/>
            <ac:graphicFrameMk id="11" creationId="{B59A139C-6CCD-FB76-F9F0-C6E8FF1AB1D7}"/>
          </ac:graphicFrameMkLst>
        </pc:graphicFrameChg>
        <pc:picChg chg="add mod ord">
          <ac:chgData name="Xavier POIRIER-COUTANSAIS" userId="2e3e5b54-b13d-4b47-9de3-f3a7250bee07" providerId="ADAL" clId="{1D8BC9D7-6E1D-40A6-A406-CC5C7BA9B8E9}" dt="2025-09-30T07:21:05.310" v="1598" actId="1037"/>
          <ac:picMkLst>
            <pc:docMk/>
            <pc:sldMk cId="4280418452" sldId="2147483577"/>
            <ac:picMk id="13" creationId="{AD0824F7-BD82-F987-7F1B-2BBA0A08549F}"/>
          </ac:picMkLst>
        </pc:picChg>
      </pc:sldChg>
      <pc:sldChg chg="addSp delSp modSp mod">
        <pc:chgData name="Xavier POIRIER-COUTANSAIS" userId="2e3e5b54-b13d-4b47-9de3-f3a7250bee07" providerId="ADAL" clId="{1D8BC9D7-6E1D-40A6-A406-CC5C7BA9B8E9}" dt="2025-10-02T06:02:47.500" v="8591" actId="207"/>
        <pc:sldMkLst>
          <pc:docMk/>
          <pc:sldMk cId="711972406" sldId="2147483578"/>
        </pc:sldMkLst>
        <pc:spChg chg="mod">
          <ac:chgData name="Xavier POIRIER-COUTANSAIS" userId="2e3e5b54-b13d-4b47-9de3-f3a7250bee07" providerId="ADAL" clId="{1D8BC9D7-6E1D-40A6-A406-CC5C7BA9B8E9}" dt="2025-10-01T07:57:41.009" v="6930" actId="20577"/>
          <ac:spMkLst>
            <pc:docMk/>
            <pc:sldMk cId="711972406" sldId="2147483578"/>
            <ac:spMk id="16" creationId="{E8A12C60-D4E8-A402-AFDA-12B012F1D502}"/>
          </ac:spMkLst>
        </pc:spChg>
        <pc:spChg chg="mod">
          <ac:chgData name="Xavier POIRIER-COUTANSAIS" userId="2e3e5b54-b13d-4b47-9de3-f3a7250bee07" providerId="ADAL" clId="{1D8BC9D7-6E1D-40A6-A406-CC5C7BA9B8E9}" dt="2025-10-02T06:02:47.500" v="8591" actId="207"/>
          <ac:spMkLst>
            <pc:docMk/>
            <pc:sldMk cId="711972406" sldId="2147483578"/>
            <ac:spMk id="22" creationId="{E2B3FE2E-6F03-F0EE-6716-B6E3A0BBCE66}"/>
          </ac:spMkLst>
        </pc:spChg>
      </pc:sldChg>
      <pc:sldChg chg="addSp delSp modSp mod">
        <pc:chgData name="Xavier POIRIER-COUTANSAIS" userId="2e3e5b54-b13d-4b47-9de3-f3a7250bee07" providerId="ADAL" clId="{1D8BC9D7-6E1D-40A6-A406-CC5C7BA9B8E9}" dt="2025-10-02T04:24:42.981" v="8567" actId="20577"/>
        <pc:sldMkLst>
          <pc:docMk/>
          <pc:sldMk cId="306083919" sldId="2147483579"/>
        </pc:sldMkLst>
        <pc:spChg chg="add mod">
          <ac:chgData name="Xavier POIRIER-COUTANSAIS" userId="2e3e5b54-b13d-4b47-9de3-f3a7250bee07" providerId="ADAL" clId="{1D8BC9D7-6E1D-40A6-A406-CC5C7BA9B8E9}" dt="2025-09-30T12:39:16.107" v="3550" actId="1038"/>
          <ac:spMkLst>
            <pc:docMk/>
            <pc:sldMk cId="306083919" sldId="2147483579"/>
            <ac:spMk id="2" creationId="{8E950FAB-7CE2-E607-6241-4A49535906C5}"/>
          </ac:spMkLst>
        </pc:spChg>
        <pc:spChg chg="add mod">
          <ac:chgData name="Xavier POIRIER-COUTANSAIS" userId="2e3e5b54-b13d-4b47-9de3-f3a7250bee07" providerId="ADAL" clId="{1D8BC9D7-6E1D-40A6-A406-CC5C7BA9B8E9}" dt="2025-10-01T08:13:05.036" v="7657" actId="20577"/>
          <ac:spMkLst>
            <pc:docMk/>
            <pc:sldMk cId="306083919" sldId="2147483579"/>
            <ac:spMk id="5" creationId="{501F2C68-480E-753C-2F71-DC03A1F90059}"/>
          </ac:spMkLst>
        </pc:spChg>
        <pc:spChg chg="add mod">
          <ac:chgData name="Xavier POIRIER-COUTANSAIS" userId="2e3e5b54-b13d-4b47-9de3-f3a7250bee07" providerId="ADAL" clId="{1D8BC9D7-6E1D-40A6-A406-CC5C7BA9B8E9}" dt="2025-10-02T04:24:42.981" v="8567" actId="20577"/>
          <ac:spMkLst>
            <pc:docMk/>
            <pc:sldMk cId="306083919" sldId="2147483579"/>
            <ac:spMk id="6" creationId="{D56E11AC-8C96-51E0-CC14-35E943E3CE81}"/>
          </ac:spMkLst>
        </pc:spChg>
        <pc:spChg chg="add mod">
          <ac:chgData name="Xavier POIRIER-COUTANSAIS" userId="2e3e5b54-b13d-4b47-9de3-f3a7250bee07" providerId="ADAL" clId="{1D8BC9D7-6E1D-40A6-A406-CC5C7BA9B8E9}" dt="2025-09-30T07:24:02.587" v="1707" actId="20577"/>
          <ac:spMkLst>
            <pc:docMk/>
            <pc:sldMk cId="306083919" sldId="2147483579"/>
            <ac:spMk id="8" creationId="{C9949945-8154-318C-65F0-A27553343830}"/>
          </ac:spMkLst>
        </pc:spChg>
        <pc:spChg chg="add mod">
          <ac:chgData name="Xavier POIRIER-COUTANSAIS" userId="2e3e5b54-b13d-4b47-9de3-f3a7250bee07" providerId="ADAL" clId="{1D8BC9D7-6E1D-40A6-A406-CC5C7BA9B8E9}" dt="2025-10-01T13:27:54.441" v="8102" actId="313"/>
          <ac:spMkLst>
            <pc:docMk/>
            <pc:sldMk cId="306083919" sldId="2147483579"/>
            <ac:spMk id="10" creationId="{E1F8FB64-F248-5BF7-BC22-C8D84FA4B6F5}"/>
          </ac:spMkLst>
        </pc:spChg>
        <pc:spChg chg="add mod">
          <ac:chgData name="Xavier POIRIER-COUTANSAIS" userId="2e3e5b54-b13d-4b47-9de3-f3a7250bee07" providerId="ADAL" clId="{1D8BC9D7-6E1D-40A6-A406-CC5C7BA9B8E9}" dt="2025-10-02T04:24:24.878" v="8563" actId="20577"/>
          <ac:spMkLst>
            <pc:docMk/>
            <pc:sldMk cId="306083919" sldId="2147483579"/>
            <ac:spMk id="11" creationId="{6374A7C7-FA2E-8A5C-FB33-0D59DC4057AC}"/>
          </ac:spMkLst>
        </pc:spChg>
        <pc:spChg chg="mod">
          <ac:chgData name="Xavier POIRIER-COUTANSAIS" userId="2e3e5b54-b13d-4b47-9de3-f3a7250bee07" providerId="ADAL" clId="{1D8BC9D7-6E1D-40A6-A406-CC5C7BA9B8E9}" dt="2025-10-01T08:17:45.264" v="7819" actId="20577"/>
          <ac:spMkLst>
            <pc:docMk/>
            <pc:sldMk cId="306083919" sldId="2147483579"/>
            <ac:spMk id="16" creationId="{8FFA5DAA-7A2A-F19B-8D7A-7D4C95A94774}"/>
          </ac:spMkLst>
        </pc:spChg>
        <pc:spChg chg="add mod">
          <ac:chgData name="Xavier POIRIER-COUTANSAIS" userId="2e3e5b54-b13d-4b47-9de3-f3a7250bee07" providerId="ADAL" clId="{1D8BC9D7-6E1D-40A6-A406-CC5C7BA9B8E9}" dt="2025-09-30T12:39:16.107" v="3550" actId="1038"/>
          <ac:spMkLst>
            <pc:docMk/>
            <pc:sldMk cId="306083919" sldId="2147483579"/>
            <ac:spMk id="19" creationId="{36F57E9D-FB4F-E4C8-6A10-9C36A1014725}"/>
          </ac:spMkLst>
        </pc:spChg>
        <pc:graphicFrameChg chg="add mod">
          <ac:chgData name="Xavier POIRIER-COUTANSAIS" userId="2e3e5b54-b13d-4b47-9de3-f3a7250bee07" providerId="ADAL" clId="{1D8BC9D7-6E1D-40A6-A406-CC5C7BA9B8E9}" dt="2025-09-30T07:23:17.811" v="1620"/>
          <ac:graphicFrameMkLst>
            <pc:docMk/>
            <pc:sldMk cId="306083919" sldId="2147483579"/>
            <ac:graphicFrameMk id="7" creationId="{E9EF5ED3-3817-B338-E245-F053251E3D09}"/>
          </ac:graphicFrameMkLst>
        </pc:graphicFrameChg>
        <pc:picChg chg="add mod">
          <ac:chgData name="Xavier POIRIER-COUTANSAIS" userId="2e3e5b54-b13d-4b47-9de3-f3a7250bee07" providerId="ADAL" clId="{1D8BC9D7-6E1D-40A6-A406-CC5C7BA9B8E9}" dt="2025-09-30T07:23:42.162" v="1674" actId="1037"/>
          <ac:picMkLst>
            <pc:docMk/>
            <pc:sldMk cId="306083919" sldId="2147483579"/>
            <ac:picMk id="9" creationId="{E3B1703E-CDB0-1D36-1018-416E529E2CAB}"/>
          </ac:picMkLst>
        </pc:picChg>
        <pc:picChg chg="mod">
          <ac:chgData name="Xavier POIRIER-COUTANSAIS" userId="2e3e5b54-b13d-4b47-9de3-f3a7250bee07" providerId="ADAL" clId="{1D8BC9D7-6E1D-40A6-A406-CC5C7BA9B8E9}" dt="2025-09-30T12:39:16.107" v="3550" actId="1038"/>
          <ac:picMkLst>
            <pc:docMk/>
            <pc:sldMk cId="306083919" sldId="2147483579"/>
            <ac:picMk id="12" creationId="{364138A2-0CA1-C557-9DCE-1F9DE8C85547}"/>
          </ac:picMkLst>
        </pc:picChg>
        <pc:picChg chg="add mod">
          <ac:chgData name="Xavier POIRIER-COUTANSAIS" userId="2e3e5b54-b13d-4b47-9de3-f3a7250bee07" providerId="ADAL" clId="{1D8BC9D7-6E1D-40A6-A406-CC5C7BA9B8E9}" dt="2025-09-30T12:39:16.107" v="3550" actId="1038"/>
          <ac:picMkLst>
            <pc:docMk/>
            <pc:sldMk cId="306083919" sldId="2147483579"/>
            <ac:picMk id="13" creationId="{2A23AE2A-6896-19EC-9B93-9F6452360B25}"/>
          </ac:picMkLst>
        </pc:picChg>
        <pc:picChg chg="mod">
          <ac:chgData name="Xavier POIRIER-COUTANSAIS" userId="2e3e5b54-b13d-4b47-9de3-f3a7250bee07" providerId="ADAL" clId="{1D8BC9D7-6E1D-40A6-A406-CC5C7BA9B8E9}" dt="2025-09-30T12:39:16.107" v="3550" actId="1038"/>
          <ac:picMkLst>
            <pc:docMk/>
            <pc:sldMk cId="306083919" sldId="2147483579"/>
            <ac:picMk id="14" creationId="{4072B5A1-2E29-C7F8-6AF8-2C1A5846947C}"/>
          </ac:picMkLst>
        </pc:picChg>
        <pc:picChg chg="add mod">
          <ac:chgData name="Xavier POIRIER-COUTANSAIS" userId="2e3e5b54-b13d-4b47-9de3-f3a7250bee07" providerId="ADAL" clId="{1D8BC9D7-6E1D-40A6-A406-CC5C7BA9B8E9}" dt="2025-09-30T12:39:16.107" v="3550" actId="1038"/>
          <ac:picMkLst>
            <pc:docMk/>
            <pc:sldMk cId="306083919" sldId="2147483579"/>
            <ac:picMk id="15" creationId="{7012860D-FDF4-628A-6F00-F00ADFBBD5EA}"/>
          </ac:picMkLst>
        </pc:picChg>
        <pc:picChg chg="mod">
          <ac:chgData name="Xavier POIRIER-COUTANSAIS" userId="2e3e5b54-b13d-4b47-9de3-f3a7250bee07" providerId="ADAL" clId="{1D8BC9D7-6E1D-40A6-A406-CC5C7BA9B8E9}" dt="2025-09-30T12:37:27.713" v="3468" actId="1036"/>
          <ac:picMkLst>
            <pc:docMk/>
            <pc:sldMk cId="306083919" sldId="2147483579"/>
            <ac:picMk id="18" creationId="{D5FFBFC4-7DDC-1E5F-0E07-FDDA1F00AF2D}"/>
          </ac:picMkLst>
        </pc:picChg>
      </pc:sldChg>
      <pc:sldChg chg="addSp delSp modSp mod">
        <pc:chgData name="Xavier POIRIER-COUTANSAIS" userId="2e3e5b54-b13d-4b47-9de3-f3a7250bee07" providerId="ADAL" clId="{1D8BC9D7-6E1D-40A6-A406-CC5C7BA9B8E9}" dt="2025-10-03T07:36:07.279" v="10214" actId="20577"/>
        <pc:sldMkLst>
          <pc:docMk/>
          <pc:sldMk cId="2879102545" sldId="2147483580"/>
        </pc:sldMkLst>
        <pc:spChg chg="add mod">
          <ac:chgData name="Xavier POIRIER-COUTANSAIS" userId="2e3e5b54-b13d-4b47-9de3-f3a7250bee07" providerId="ADAL" clId="{1D8BC9D7-6E1D-40A6-A406-CC5C7BA9B8E9}" dt="2025-10-03T07:32:35.867" v="10156" actId="1076"/>
          <ac:spMkLst>
            <pc:docMk/>
            <pc:sldMk cId="2879102545" sldId="2147483580"/>
            <ac:spMk id="5" creationId="{3DF899FA-A087-73E7-C793-B97F16E019B1}"/>
          </ac:spMkLst>
        </pc:spChg>
        <pc:spChg chg="add mod">
          <ac:chgData name="Xavier POIRIER-COUTANSAIS" userId="2e3e5b54-b13d-4b47-9de3-f3a7250bee07" providerId="ADAL" clId="{1D8BC9D7-6E1D-40A6-A406-CC5C7BA9B8E9}" dt="2025-09-30T07:25:41.491" v="1822" actId="14100"/>
          <ac:spMkLst>
            <pc:docMk/>
            <pc:sldMk cId="2879102545" sldId="2147483580"/>
            <ac:spMk id="7" creationId="{10A1FA13-E6B1-F9DA-EB3B-CD6E2FD20000}"/>
          </ac:spMkLst>
        </pc:spChg>
        <pc:spChg chg="mod">
          <ac:chgData name="Xavier POIRIER-COUTANSAIS" userId="2e3e5b54-b13d-4b47-9de3-f3a7250bee07" providerId="ADAL" clId="{1D8BC9D7-6E1D-40A6-A406-CC5C7BA9B8E9}" dt="2025-10-01T08:19:07.094" v="7877" actId="6549"/>
          <ac:spMkLst>
            <pc:docMk/>
            <pc:sldMk cId="2879102545" sldId="2147483580"/>
            <ac:spMk id="16" creationId="{6C5AF051-B29D-8ACD-C252-318B6FECE770}"/>
          </ac:spMkLst>
        </pc:spChg>
        <pc:spChg chg="add mod">
          <ac:chgData name="Xavier POIRIER-COUTANSAIS" userId="2e3e5b54-b13d-4b47-9de3-f3a7250bee07" providerId="ADAL" clId="{1D8BC9D7-6E1D-40A6-A406-CC5C7BA9B8E9}" dt="2025-10-03T07:27:04.319" v="10024" actId="1076"/>
          <ac:spMkLst>
            <pc:docMk/>
            <pc:sldMk cId="2879102545" sldId="2147483580"/>
            <ac:spMk id="19" creationId="{47D85F38-E158-B0E6-6686-28A13750A6E2}"/>
          </ac:spMkLst>
        </pc:spChg>
        <pc:spChg chg="add mod">
          <ac:chgData name="Xavier POIRIER-COUTANSAIS" userId="2e3e5b54-b13d-4b47-9de3-f3a7250bee07" providerId="ADAL" clId="{1D8BC9D7-6E1D-40A6-A406-CC5C7BA9B8E9}" dt="2025-10-03T07:36:07.279" v="10214" actId="20577"/>
          <ac:spMkLst>
            <pc:docMk/>
            <pc:sldMk cId="2879102545" sldId="2147483580"/>
            <ac:spMk id="22" creationId="{7C3172AE-6F09-2B98-B03C-D16F4CF75286}"/>
          </ac:spMkLst>
        </pc:spChg>
        <pc:graphicFrameChg chg="add mod modGraphic">
          <ac:chgData name="Xavier POIRIER-COUTANSAIS" userId="2e3e5b54-b13d-4b47-9de3-f3a7250bee07" providerId="ADAL" clId="{1D8BC9D7-6E1D-40A6-A406-CC5C7BA9B8E9}" dt="2025-10-03T07:32:30.388" v="10155" actId="1076"/>
          <ac:graphicFrameMkLst>
            <pc:docMk/>
            <pc:sldMk cId="2879102545" sldId="2147483580"/>
            <ac:graphicFrameMk id="2" creationId="{9DCF5C28-5D7C-EE76-F001-094DAE4FBA65}"/>
          </ac:graphicFrameMkLst>
        </pc:graphicFrameChg>
        <pc:graphicFrameChg chg="add mod">
          <ac:chgData name="Xavier POIRIER-COUTANSAIS" userId="2e3e5b54-b13d-4b47-9de3-f3a7250bee07" providerId="ADAL" clId="{1D8BC9D7-6E1D-40A6-A406-CC5C7BA9B8E9}" dt="2025-09-30T07:24:33.483" v="1736"/>
          <ac:graphicFrameMkLst>
            <pc:docMk/>
            <pc:sldMk cId="2879102545" sldId="2147483580"/>
            <ac:graphicFrameMk id="6" creationId="{6DEAEB8A-F267-9CEB-19FD-0CDAA8D4937D}"/>
          </ac:graphicFrameMkLst>
        </pc:graphicFrameChg>
        <pc:picChg chg="add mod">
          <ac:chgData name="Xavier POIRIER-COUTANSAIS" userId="2e3e5b54-b13d-4b47-9de3-f3a7250bee07" providerId="ADAL" clId="{1D8BC9D7-6E1D-40A6-A406-CC5C7BA9B8E9}" dt="2025-09-30T07:25:47.938" v="1830" actId="1037"/>
          <ac:picMkLst>
            <pc:docMk/>
            <pc:sldMk cId="2879102545" sldId="2147483580"/>
            <ac:picMk id="15" creationId="{7E568A1F-1AE5-889A-02F6-3473B0E7AB33}"/>
          </ac:picMkLst>
        </pc:picChg>
      </pc:sldChg>
      <pc:sldChg chg="addSp delSp modSp mod ord">
        <pc:chgData name="Xavier POIRIER-COUTANSAIS" userId="2e3e5b54-b13d-4b47-9de3-f3a7250bee07" providerId="ADAL" clId="{1D8BC9D7-6E1D-40A6-A406-CC5C7BA9B8E9}" dt="2025-10-02T06:06:05.715" v="8618" actId="20577"/>
        <pc:sldMkLst>
          <pc:docMk/>
          <pc:sldMk cId="1370124791" sldId="2147483581"/>
        </pc:sldMkLst>
        <pc:spChg chg="mod">
          <ac:chgData name="Xavier POIRIER-COUTANSAIS" userId="2e3e5b54-b13d-4b47-9de3-f3a7250bee07" providerId="ADAL" clId="{1D8BC9D7-6E1D-40A6-A406-CC5C7BA9B8E9}" dt="2025-10-02T06:06:05.715" v="8618" actId="20577"/>
          <ac:spMkLst>
            <pc:docMk/>
            <pc:sldMk cId="1370124791" sldId="2147483581"/>
            <ac:spMk id="16" creationId="{CE274DF8-35E0-6435-AA68-49C88A754575}"/>
          </ac:spMkLst>
        </pc:spChg>
        <pc:spChg chg="add del mod">
          <ac:chgData name="Xavier POIRIER-COUTANSAIS" userId="2e3e5b54-b13d-4b47-9de3-f3a7250bee07" providerId="ADAL" clId="{1D8BC9D7-6E1D-40A6-A406-CC5C7BA9B8E9}" dt="2025-09-30T12:31:32.796" v="3364" actId="20577"/>
          <ac:spMkLst>
            <pc:docMk/>
            <pc:sldMk cId="1370124791" sldId="2147483581"/>
            <ac:spMk id="22" creationId="{1995FCF1-A44C-9A98-B3C8-AC1111E42E5C}"/>
          </ac:spMkLst>
        </pc:spChg>
        <pc:spChg chg="add mod">
          <ac:chgData name="Xavier POIRIER-COUTANSAIS" userId="2e3e5b54-b13d-4b47-9de3-f3a7250bee07" providerId="ADAL" clId="{1D8BC9D7-6E1D-40A6-A406-CC5C7BA9B8E9}" dt="2025-09-30T07:45:14.155" v="2836" actId="20577"/>
          <ac:spMkLst>
            <pc:docMk/>
            <pc:sldMk cId="1370124791" sldId="2147483581"/>
            <ac:spMk id="32" creationId="{E2F81E89-B552-E190-0412-7A749EAE7165}"/>
          </ac:spMkLst>
        </pc:spChg>
        <pc:graphicFrameChg chg="add mod">
          <ac:chgData name="Xavier POIRIER-COUTANSAIS" userId="2e3e5b54-b13d-4b47-9de3-f3a7250bee07" providerId="ADAL" clId="{1D8BC9D7-6E1D-40A6-A406-CC5C7BA9B8E9}" dt="2025-09-30T07:44:33.054" v="2812"/>
          <ac:graphicFrameMkLst>
            <pc:docMk/>
            <pc:sldMk cId="1370124791" sldId="2147483581"/>
            <ac:graphicFrameMk id="31" creationId="{63781027-F6EB-F59F-0DD9-52C68F9CA0F0}"/>
          </ac:graphicFrameMkLst>
        </pc:graphicFrameChg>
        <pc:picChg chg="add mod">
          <ac:chgData name="Xavier POIRIER-COUTANSAIS" userId="2e3e5b54-b13d-4b47-9de3-f3a7250bee07" providerId="ADAL" clId="{1D8BC9D7-6E1D-40A6-A406-CC5C7BA9B8E9}" dt="2025-09-30T07:45:19.993" v="2847" actId="1037"/>
          <ac:picMkLst>
            <pc:docMk/>
            <pc:sldMk cId="1370124791" sldId="2147483581"/>
            <ac:picMk id="34" creationId="{7B3BA024-BB14-F917-FF84-AF44BFE25CA1}"/>
          </ac:picMkLst>
        </pc:picChg>
      </pc:sldChg>
      <pc:sldChg chg="addSp delSp modSp new mod">
        <pc:chgData name="Xavier POIRIER-COUTANSAIS" userId="2e3e5b54-b13d-4b47-9de3-f3a7250bee07" providerId="ADAL" clId="{1D8BC9D7-6E1D-40A6-A406-CC5C7BA9B8E9}" dt="2025-10-02T06:01:27.397" v="8580" actId="14100"/>
        <pc:sldMkLst>
          <pc:docMk/>
          <pc:sldMk cId="3120071578" sldId="2147483583"/>
        </pc:sldMkLst>
        <pc:spChg chg="add mod">
          <ac:chgData name="Xavier POIRIER-COUTANSAIS" userId="2e3e5b54-b13d-4b47-9de3-f3a7250bee07" providerId="ADAL" clId="{1D8BC9D7-6E1D-40A6-A406-CC5C7BA9B8E9}" dt="2025-10-02T04:17:34.691" v="8526" actId="14100"/>
          <ac:spMkLst>
            <pc:docMk/>
            <pc:sldMk cId="3120071578" sldId="2147483583"/>
            <ac:spMk id="10" creationId="{510775B1-76D2-2155-9B3C-DE9A2E6467AB}"/>
          </ac:spMkLst>
        </pc:spChg>
        <pc:spChg chg="add mod">
          <ac:chgData name="Xavier POIRIER-COUTANSAIS" userId="2e3e5b54-b13d-4b47-9de3-f3a7250bee07" providerId="ADAL" clId="{1D8BC9D7-6E1D-40A6-A406-CC5C7BA9B8E9}" dt="2025-10-02T06:01:25.069" v="8579" actId="14100"/>
          <ac:spMkLst>
            <pc:docMk/>
            <pc:sldMk cId="3120071578" sldId="2147483583"/>
            <ac:spMk id="11" creationId="{D2B49DAE-B03F-1410-6719-5CB5DFCB3013}"/>
          </ac:spMkLst>
        </pc:spChg>
        <pc:spChg chg="add mod">
          <ac:chgData name="Xavier POIRIER-COUTANSAIS" userId="2e3e5b54-b13d-4b47-9de3-f3a7250bee07" providerId="ADAL" clId="{1D8BC9D7-6E1D-40A6-A406-CC5C7BA9B8E9}" dt="2025-10-02T04:17:49.977" v="8528" actId="14100"/>
          <ac:spMkLst>
            <pc:docMk/>
            <pc:sldMk cId="3120071578" sldId="2147483583"/>
            <ac:spMk id="12" creationId="{AB097C95-5FC8-9171-CA97-7C3C9639EBBB}"/>
          </ac:spMkLst>
        </pc:spChg>
        <pc:spChg chg="add mod">
          <ac:chgData name="Xavier POIRIER-COUTANSAIS" userId="2e3e5b54-b13d-4b47-9de3-f3a7250bee07" providerId="ADAL" clId="{1D8BC9D7-6E1D-40A6-A406-CC5C7BA9B8E9}" dt="2025-10-02T04:18:28.437" v="8537" actId="255"/>
          <ac:spMkLst>
            <pc:docMk/>
            <pc:sldMk cId="3120071578" sldId="2147483583"/>
            <ac:spMk id="15" creationId="{EEE5B388-F488-8577-0598-B24D522AA735}"/>
          </ac:spMkLst>
        </pc:spChg>
        <pc:spChg chg="add mod">
          <ac:chgData name="Xavier POIRIER-COUTANSAIS" userId="2e3e5b54-b13d-4b47-9de3-f3a7250bee07" providerId="ADAL" clId="{1D8BC9D7-6E1D-40A6-A406-CC5C7BA9B8E9}" dt="2025-10-02T04:18:08.271" v="8531" actId="14100"/>
          <ac:spMkLst>
            <pc:docMk/>
            <pc:sldMk cId="3120071578" sldId="2147483583"/>
            <ac:spMk id="16" creationId="{5248078D-CC97-8905-DE38-66706B65CFDC}"/>
          </ac:spMkLst>
        </pc:spChg>
        <pc:spChg chg="add mod">
          <ac:chgData name="Xavier POIRIER-COUTANSAIS" userId="2e3e5b54-b13d-4b47-9de3-f3a7250bee07" providerId="ADAL" clId="{1D8BC9D7-6E1D-40A6-A406-CC5C7BA9B8E9}" dt="2025-10-02T04:18:00.004" v="8529" actId="14100"/>
          <ac:spMkLst>
            <pc:docMk/>
            <pc:sldMk cId="3120071578" sldId="2147483583"/>
            <ac:spMk id="21" creationId="{C872367B-45AA-B300-FAA1-92938A3A56C3}"/>
          </ac:spMkLst>
        </pc:spChg>
        <pc:spChg chg="add mod">
          <ac:chgData name="Xavier POIRIER-COUTANSAIS" userId="2e3e5b54-b13d-4b47-9de3-f3a7250bee07" providerId="ADAL" clId="{1D8BC9D7-6E1D-40A6-A406-CC5C7BA9B8E9}" dt="2025-09-30T07:16:17.152" v="1498" actId="14100"/>
          <ac:spMkLst>
            <pc:docMk/>
            <pc:sldMk cId="3120071578" sldId="2147483583"/>
            <ac:spMk id="25" creationId="{D3D4A9DF-7246-3447-41B9-CE8A231F59DD}"/>
          </ac:spMkLst>
        </pc:spChg>
        <pc:graphicFrameChg chg="mod modGraphic">
          <ac:chgData name="Xavier POIRIER-COUTANSAIS" userId="2e3e5b54-b13d-4b47-9de3-f3a7250bee07" providerId="ADAL" clId="{1D8BC9D7-6E1D-40A6-A406-CC5C7BA9B8E9}" dt="2025-10-02T06:01:27.397" v="8580" actId="14100"/>
          <ac:graphicFrameMkLst>
            <pc:docMk/>
            <pc:sldMk cId="3120071578" sldId="2147483583"/>
            <ac:graphicFrameMk id="13" creationId="{45F99098-0341-A173-8B6D-C2766848B565}"/>
          </ac:graphicFrameMkLst>
        </pc:graphicFrameChg>
        <pc:graphicFrameChg chg="add mod">
          <ac:chgData name="Xavier POIRIER-COUTANSAIS" userId="2e3e5b54-b13d-4b47-9de3-f3a7250bee07" providerId="ADAL" clId="{1D8BC9D7-6E1D-40A6-A406-CC5C7BA9B8E9}" dt="2025-09-30T07:16:05.961" v="1495" actId="1035"/>
          <ac:graphicFrameMkLst>
            <pc:docMk/>
            <pc:sldMk cId="3120071578" sldId="2147483583"/>
            <ac:graphicFrameMk id="24" creationId="{3634E087-30AD-7D89-B7EF-D4FA6E6C6617}"/>
          </ac:graphicFrameMkLst>
        </pc:graphicFrameChg>
        <pc:picChg chg="add mod ord">
          <ac:chgData name="Xavier POIRIER-COUTANSAIS" userId="2e3e5b54-b13d-4b47-9de3-f3a7250bee07" providerId="ADAL" clId="{1D8BC9D7-6E1D-40A6-A406-CC5C7BA9B8E9}" dt="2025-09-30T07:16:57.239" v="1518" actId="1036"/>
          <ac:picMkLst>
            <pc:docMk/>
            <pc:sldMk cId="3120071578" sldId="2147483583"/>
            <ac:picMk id="8" creationId="{15573862-9E37-70C9-1B83-A079A9110372}"/>
          </ac:picMkLst>
        </pc:picChg>
        <pc:picChg chg="add mod">
          <ac:chgData name="Xavier POIRIER-COUTANSAIS" userId="2e3e5b54-b13d-4b47-9de3-f3a7250bee07" providerId="ADAL" clId="{1D8BC9D7-6E1D-40A6-A406-CC5C7BA9B8E9}" dt="2025-10-02T06:01:12.213" v="8577" actId="1076"/>
          <ac:picMkLst>
            <pc:docMk/>
            <pc:sldMk cId="3120071578" sldId="2147483583"/>
            <ac:picMk id="18" creationId="{E664642D-EDE7-44E9-9FF0-E5830ED2AD7B}"/>
          </ac:picMkLst>
        </pc:picChg>
        <pc:picChg chg="mod">
          <ac:chgData name="Xavier POIRIER-COUTANSAIS" userId="2e3e5b54-b13d-4b47-9de3-f3a7250bee07" providerId="ADAL" clId="{1D8BC9D7-6E1D-40A6-A406-CC5C7BA9B8E9}" dt="2025-10-02T04:18:00.004" v="8529" actId="14100"/>
          <ac:picMkLst>
            <pc:docMk/>
            <pc:sldMk cId="3120071578" sldId="2147483583"/>
            <ac:picMk id="20" creationId="{C496BDD2-D215-488E-D92B-6912FCC9868A}"/>
          </ac:picMkLst>
        </pc:picChg>
      </pc:sldChg>
      <pc:sldChg chg="addSp delSp modSp add mod">
        <pc:chgData name="Xavier POIRIER-COUTANSAIS" userId="2e3e5b54-b13d-4b47-9de3-f3a7250bee07" providerId="ADAL" clId="{1D8BC9D7-6E1D-40A6-A406-CC5C7BA9B8E9}" dt="2025-10-02T06:04:54.247" v="8607" actId="15"/>
        <pc:sldMkLst>
          <pc:docMk/>
          <pc:sldMk cId="491952046" sldId="2147483585"/>
        </pc:sldMkLst>
        <pc:spChg chg="mod">
          <ac:chgData name="Xavier POIRIER-COUTANSAIS" userId="2e3e5b54-b13d-4b47-9de3-f3a7250bee07" providerId="ADAL" clId="{1D8BC9D7-6E1D-40A6-A406-CC5C7BA9B8E9}" dt="2025-09-30T07:35:50.450" v="2459" actId="20577"/>
          <ac:spMkLst>
            <pc:docMk/>
            <pc:sldMk cId="491952046" sldId="2147483585"/>
            <ac:spMk id="8" creationId="{5E851B62-DAB5-B79B-0CB4-810A4772EB48}"/>
          </ac:spMkLst>
        </pc:spChg>
        <pc:spChg chg="add mod">
          <ac:chgData name="Xavier POIRIER-COUTANSAIS" userId="2e3e5b54-b13d-4b47-9de3-f3a7250bee07" providerId="ADAL" clId="{1D8BC9D7-6E1D-40A6-A406-CC5C7BA9B8E9}" dt="2025-09-30T07:39:24.539" v="2555" actId="1038"/>
          <ac:spMkLst>
            <pc:docMk/>
            <pc:sldMk cId="491952046" sldId="2147483585"/>
            <ac:spMk id="12" creationId="{6350F361-B554-A721-4FDA-876DE882A11C}"/>
          </ac:spMkLst>
        </pc:spChg>
        <pc:spChg chg="add mod">
          <ac:chgData name="Xavier POIRIER-COUTANSAIS" userId="2e3e5b54-b13d-4b47-9de3-f3a7250bee07" providerId="ADAL" clId="{1D8BC9D7-6E1D-40A6-A406-CC5C7BA9B8E9}" dt="2025-09-30T07:39:24.539" v="2555" actId="1038"/>
          <ac:spMkLst>
            <pc:docMk/>
            <pc:sldMk cId="491952046" sldId="2147483585"/>
            <ac:spMk id="13" creationId="{DBD5734A-9FF6-D819-632A-330AEA0B5C82}"/>
          </ac:spMkLst>
        </pc:spChg>
        <pc:spChg chg="mod">
          <ac:chgData name="Xavier POIRIER-COUTANSAIS" userId="2e3e5b54-b13d-4b47-9de3-f3a7250bee07" providerId="ADAL" clId="{1D8BC9D7-6E1D-40A6-A406-CC5C7BA9B8E9}" dt="2025-09-30T07:39:09.168" v="2536"/>
          <ac:spMkLst>
            <pc:docMk/>
            <pc:sldMk cId="491952046" sldId="2147483585"/>
            <ac:spMk id="16" creationId="{940003E3-B029-0226-AC7A-3A27CF335DFA}"/>
          </ac:spMkLst>
        </pc:spChg>
        <pc:spChg chg="add mod">
          <ac:chgData name="Xavier POIRIER-COUTANSAIS" userId="2e3e5b54-b13d-4b47-9de3-f3a7250bee07" providerId="ADAL" clId="{1D8BC9D7-6E1D-40A6-A406-CC5C7BA9B8E9}" dt="2025-10-02T06:04:54.247" v="8607" actId="15"/>
          <ac:spMkLst>
            <pc:docMk/>
            <pc:sldMk cId="491952046" sldId="2147483585"/>
            <ac:spMk id="27" creationId="{D624CA78-8F6A-036C-1559-FC40F6A0F374}"/>
          </ac:spMkLst>
        </pc:spChg>
        <pc:picChg chg="mod">
          <ac:chgData name="Xavier POIRIER-COUTANSAIS" userId="2e3e5b54-b13d-4b47-9de3-f3a7250bee07" providerId="ADAL" clId="{1D8BC9D7-6E1D-40A6-A406-CC5C7BA9B8E9}" dt="2025-09-30T07:37:01.279" v="2495" actId="1076"/>
          <ac:picMkLst>
            <pc:docMk/>
            <pc:sldMk cId="491952046" sldId="2147483585"/>
            <ac:picMk id="14" creationId="{0E5EC33F-8DC8-6530-545A-B6D8433F1492}"/>
          </ac:picMkLst>
        </pc:picChg>
        <pc:picChg chg="mod">
          <ac:chgData name="Xavier POIRIER-COUTANSAIS" userId="2e3e5b54-b13d-4b47-9de3-f3a7250bee07" providerId="ADAL" clId="{1D8BC9D7-6E1D-40A6-A406-CC5C7BA9B8E9}" dt="2025-09-30T07:39:24.539" v="2555" actId="1038"/>
          <ac:picMkLst>
            <pc:docMk/>
            <pc:sldMk cId="491952046" sldId="2147483585"/>
            <ac:picMk id="19" creationId="{2146EDC0-5E67-7196-372F-95DFDF82D83A}"/>
          </ac:picMkLst>
        </pc:picChg>
        <pc:picChg chg="add mod">
          <ac:chgData name="Xavier POIRIER-COUTANSAIS" userId="2e3e5b54-b13d-4b47-9de3-f3a7250bee07" providerId="ADAL" clId="{1D8BC9D7-6E1D-40A6-A406-CC5C7BA9B8E9}" dt="2025-09-30T07:39:24.539" v="2555" actId="1038"/>
          <ac:picMkLst>
            <pc:docMk/>
            <pc:sldMk cId="491952046" sldId="2147483585"/>
            <ac:picMk id="20" creationId="{5E4C7A1C-A01F-1AE2-4F3E-6662C9E44D79}"/>
          </ac:picMkLst>
        </pc:picChg>
        <pc:picChg chg="add mod">
          <ac:chgData name="Xavier POIRIER-COUTANSAIS" userId="2e3e5b54-b13d-4b47-9de3-f3a7250bee07" providerId="ADAL" clId="{1D8BC9D7-6E1D-40A6-A406-CC5C7BA9B8E9}" dt="2025-09-30T07:39:24.539" v="2555" actId="1038"/>
          <ac:picMkLst>
            <pc:docMk/>
            <pc:sldMk cId="491952046" sldId="2147483585"/>
            <ac:picMk id="21" creationId="{9BEE1D91-4C5A-D034-6B15-D6234A7F90B8}"/>
          </ac:picMkLst>
        </pc:picChg>
        <pc:picChg chg="mod">
          <ac:chgData name="Xavier POIRIER-COUTANSAIS" userId="2e3e5b54-b13d-4b47-9de3-f3a7250bee07" providerId="ADAL" clId="{1D8BC9D7-6E1D-40A6-A406-CC5C7BA9B8E9}" dt="2025-09-30T07:39:24.539" v="2555" actId="1038"/>
          <ac:picMkLst>
            <pc:docMk/>
            <pc:sldMk cId="491952046" sldId="2147483585"/>
            <ac:picMk id="23" creationId="{1CC9111F-D5B2-D5F7-B4CF-E6BD5060BC1F}"/>
          </ac:picMkLst>
        </pc:picChg>
        <pc:picChg chg="mod">
          <ac:chgData name="Xavier POIRIER-COUTANSAIS" userId="2e3e5b54-b13d-4b47-9de3-f3a7250bee07" providerId="ADAL" clId="{1D8BC9D7-6E1D-40A6-A406-CC5C7BA9B8E9}" dt="2025-09-30T07:39:24.539" v="2555" actId="1038"/>
          <ac:picMkLst>
            <pc:docMk/>
            <pc:sldMk cId="491952046" sldId="2147483585"/>
            <ac:picMk id="24" creationId="{5F0665DD-1C57-F0F8-2831-4089FFFED6A8}"/>
          </ac:picMkLst>
        </pc:picChg>
        <pc:picChg chg="mod">
          <ac:chgData name="Xavier POIRIER-COUTANSAIS" userId="2e3e5b54-b13d-4b47-9de3-f3a7250bee07" providerId="ADAL" clId="{1D8BC9D7-6E1D-40A6-A406-CC5C7BA9B8E9}" dt="2025-09-30T07:39:24.539" v="2555" actId="1038"/>
          <ac:picMkLst>
            <pc:docMk/>
            <pc:sldMk cId="491952046" sldId="2147483585"/>
            <ac:picMk id="25" creationId="{1E1C735A-871E-5842-3026-5CACAB381DAE}"/>
          </ac:picMkLst>
        </pc:picChg>
        <pc:picChg chg="add mod">
          <ac:chgData name="Xavier POIRIER-COUTANSAIS" userId="2e3e5b54-b13d-4b47-9de3-f3a7250bee07" providerId="ADAL" clId="{1D8BC9D7-6E1D-40A6-A406-CC5C7BA9B8E9}" dt="2025-09-30T07:39:24.539" v="2555" actId="1038"/>
          <ac:picMkLst>
            <pc:docMk/>
            <pc:sldMk cId="491952046" sldId="2147483585"/>
            <ac:picMk id="26" creationId="{C59AF587-C490-D304-38A3-A5BFBF3F7590}"/>
          </ac:picMkLst>
        </pc:picChg>
      </pc:sldChg>
      <pc:sldChg chg="addSp delSp modSp add mod modNotesTx">
        <pc:chgData name="Xavier POIRIER-COUTANSAIS" userId="2e3e5b54-b13d-4b47-9de3-f3a7250bee07" providerId="ADAL" clId="{1D8BC9D7-6E1D-40A6-A406-CC5C7BA9B8E9}" dt="2025-10-01T13:28:37.514" v="8103" actId="6549"/>
        <pc:sldMkLst>
          <pc:docMk/>
          <pc:sldMk cId="3174983440" sldId="2147483586"/>
        </pc:sldMkLst>
        <pc:spChg chg="mod">
          <ac:chgData name="Xavier POIRIER-COUTANSAIS" userId="2e3e5b54-b13d-4b47-9de3-f3a7250bee07" providerId="ADAL" clId="{1D8BC9D7-6E1D-40A6-A406-CC5C7BA9B8E9}" dt="2025-09-30T13:22:16.079" v="3805" actId="790"/>
          <ac:spMkLst>
            <pc:docMk/>
            <pc:sldMk cId="3174983440" sldId="2147483586"/>
            <ac:spMk id="4" creationId="{0AEBEEB5-A546-3482-6D79-FB6FA4A01820}"/>
          </ac:spMkLst>
        </pc:spChg>
        <pc:spChg chg="mod">
          <ac:chgData name="Xavier POIRIER-COUTANSAIS" userId="2e3e5b54-b13d-4b47-9de3-f3a7250bee07" providerId="ADAL" clId="{1D8BC9D7-6E1D-40A6-A406-CC5C7BA9B8E9}" dt="2025-09-30T12:14:24.728" v="3116" actId="20577"/>
          <ac:spMkLst>
            <pc:docMk/>
            <pc:sldMk cId="3174983440" sldId="2147483586"/>
            <ac:spMk id="6" creationId="{A8B0CDDE-EE91-2B5E-9256-BF76A64E2726}"/>
          </ac:spMkLst>
        </pc:spChg>
        <pc:spChg chg="mod">
          <ac:chgData name="Xavier POIRIER-COUTANSAIS" userId="2e3e5b54-b13d-4b47-9de3-f3a7250bee07" providerId="ADAL" clId="{1D8BC9D7-6E1D-40A6-A406-CC5C7BA9B8E9}" dt="2025-09-30T07:40:11.383" v="2616" actId="14100"/>
          <ac:spMkLst>
            <pc:docMk/>
            <pc:sldMk cId="3174983440" sldId="2147483586"/>
            <ac:spMk id="8" creationId="{E778B659-31EC-76C6-43FE-FA1FB9BDA648}"/>
          </ac:spMkLst>
        </pc:spChg>
        <pc:spChg chg="mod">
          <ac:chgData name="Xavier POIRIER-COUTANSAIS" userId="2e3e5b54-b13d-4b47-9de3-f3a7250bee07" providerId="ADAL" clId="{1D8BC9D7-6E1D-40A6-A406-CC5C7BA9B8E9}" dt="2025-09-30T13:22:16.079" v="3805" actId="790"/>
          <ac:spMkLst>
            <pc:docMk/>
            <pc:sldMk cId="3174983440" sldId="2147483586"/>
            <ac:spMk id="14" creationId="{005C7703-5EE2-B8FF-74AC-DD96F9A504C9}"/>
          </ac:spMkLst>
        </pc:spChg>
        <pc:spChg chg="mod">
          <ac:chgData name="Xavier POIRIER-COUTANSAIS" userId="2e3e5b54-b13d-4b47-9de3-f3a7250bee07" providerId="ADAL" clId="{1D8BC9D7-6E1D-40A6-A406-CC5C7BA9B8E9}" dt="2025-10-01T13:28:37.514" v="8103" actId="6549"/>
          <ac:spMkLst>
            <pc:docMk/>
            <pc:sldMk cId="3174983440" sldId="2147483586"/>
            <ac:spMk id="16" creationId="{581DD7D8-ACE2-1C2F-CF9A-1293B36C6226}"/>
          </ac:spMkLst>
        </pc:spChg>
        <pc:spChg chg="mod">
          <ac:chgData name="Xavier POIRIER-COUTANSAIS" userId="2e3e5b54-b13d-4b47-9de3-f3a7250bee07" providerId="ADAL" clId="{1D8BC9D7-6E1D-40A6-A406-CC5C7BA9B8E9}" dt="2025-09-30T12:14:40.596" v="3130" actId="20577"/>
          <ac:spMkLst>
            <pc:docMk/>
            <pc:sldMk cId="3174983440" sldId="2147483586"/>
            <ac:spMk id="18" creationId="{A21B51C4-78C2-352A-2C6B-D2A68173FD28}"/>
          </ac:spMkLst>
        </pc:spChg>
        <pc:spChg chg="mod">
          <ac:chgData name="Xavier POIRIER-COUTANSAIS" userId="2e3e5b54-b13d-4b47-9de3-f3a7250bee07" providerId="ADAL" clId="{1D8BC9D7-6E1D-40A6-A406-CC5C7BA9B8E9}" dt="2025-09-30T13:22:16.079" v="3805" actId="790"/>
          <ac:spMkLst>
            <pc:docMk/>
            <pc:sldMk cId="3174983440" sldId="2147483586"/>
            <ac:spMk id="19" creationId="{6B71BBD8-0DC6-B37D-5A02-EFD45B539358}"/>
          </ac:spMkLst>
        </pc:spChg>
        <pc:spChg chg="mod">
          <ac:chgData name="Xavier POIRIER-COUTANSAIS" userId="2e3e5b54-b13d-4b47-9de3-f3a7250bee07" providerId="ADAL" clId="{1D8BC9D7-6E1D-40A6-A406-CC5C7BA9B8E9}" dt="2025-09-30T12:15:18.677" v="3171" actId="108"/>
          <ac:spMkLst>
            <pc:docMk/>
            <pc:sldMk cId="3174983440" sldId="2147483586"/>
            <ac:spMk id="21" creationId="{B3EA3FFF-BC75-9D71-4072-67584A2ACE53}"/>
          </ac:spMkLst>
        </pc:spChg>
        <pc:spChg chg="mod">
          <ac:chgData name="Xavier POIRIER-COUTANSAIS" userId="2e3e5b54-b13d-4b47-9de3-f3a7250bee07" providerId="ADAL" clId="{1D8BC9D7-6E1D-40A6-A406-CC5C7BA9B8E9}" dt="2025-09-30T12:14:00.420" v="3090" actId="20577"/>
          <ac:spMkLst>
            <pc:docMk/>
            <pc:sldMk cId="3174983440" sldId="2147483586"/>
            <ac:spMk id="27" creationId="{E2AB3175-D9A7-41AF-C28B-92B4DC8C8796}"/>
          </ac:spMkLst>
        </pc:spChg>
        <pc:spChg chg="mod">
          <ac:chgData name="Xavier POIRIER-COUTANSAIS" userId="2e3e5b54-b13d-4b47-9de3-f3a7250bee07" providerId="ADAL" clId="{1D8BC9D7-6E1D-40A6-A406-CC5C7BA9B8E9}" dt="2025-09-30T13:22:16.079" v="3805" actId="790"/>
          <ac:spMkLst>
            <pc:docMk/>
            <pc:sldMk cId="3174983440" sldId="2147483586"/>
            <ac:spMk id="28" creationId="{80F36903-12F9-ED90-3216-58C1C719D30D}"/>
          </ac:spMkLst>
        </pc:spChg>
        <pc:spChg chg="mod">
          <ac:chgData name="Xavier POIRIER-COUTANSAIS" userId="2e3e5b54-b13d-4b47-9de3-f3a7250bee07" providerId="ADAL" clId="{1D8BC9D7-6E1D-40A6-A406-CC5C7BA9B8E9}" dt="2025-09-30T13:22:21.082" v="3806" actId="313"/>
          <ac:spMkLst>
            <pc:docMk/>
            <pc:sldMk cId="3174983440" sldId="2147483586"/>
            <ac:spMk id="30" creationId="{AC934833-F97B-FABB-5B80-929D36CE0CBA}"/>
          </ac:spMkLst>
        </pc:spChg>
        <pc:spChg chg="mod">
          <ac:chgData name="Xavier POIRIER-COUTANSAIS" userId="2e3e5b54-b13d-4b47-9de3-f3a7250bee07" providerId="ADAL" clId="{1D8BC9D7-6E1D-40A6-A406-CC5C7BA9B8E9}" dt="2025-09-30T13:22:16.079" v="3805" actId="790"/>
          <ac:spMkLst>
            <pc:docMk/>
            <pc:sldMk cId="3174983440" sldId="2147483586"/>
            <ac:spMk id="32" creationId="{B1D1FB03-137B-62BC-AB0D-B5AA2BAF38C3}"/>
          </ac:spMkLst>
        </pc:spChg>
        <pc:spChg chg="add mod">
          <ac:chgData name="Xavier POIRIER-COUTANSAIS" userId="2e3e5b54-b13d-4b47-9de3-f3a7250bee07" providerId="ADAL" clId="{1D8BC9D7-6E1D-40A6-A406-CC5C7BA9B8E9}" dt="2025-09-30T12:09:30.122" v="2973" actId="1035"/>
          <ac:spMkLst>
            <pc:docMk/>
            <pc:sldMk cId="3174983440" sldId="2147483586"/>
            <ac:spMk id="33" creationId="{3293DBC3-DE6C-391D-FC24-38132167F991}"/>
          </ac:spMkLst>
        </pc:spChg>
        <pc:spChg chg="add mod">
          <ac:chgData name="Xavier POIRIER-COUTANSAIS" userId="2e3e5b54-b13d-4b47-9de3-f3a7250bee07" providerId="ADAL" clId="{1D8BC9D7-6E1D-40A6-A406-CC5C7BA9B8E9}" dt="2025-09-30T13:22:16.079" v="3805" actId="790"/>
          <ac:spMkLst>
            <pc:docMk/>
            <pc:sldMk cId="3174983440" sldId="2147483586"/>
            <ac:spMk id="34" creationId="{E4DD9200-19A7-8729-8B04-EF4BE348A61D}"/>
          </ac:spMkLst>
        </pc:spChg>
        <pc:spChg chg="add mod">
          <ac:chgData name="Xavier POIRIER-COUTANSAIS" userId="2e3e5b54-b13d-4b47-9de3-f3a7250bee07" providerId="ADAL" clId="{1D8BC9D7-6E1D-40A6-A406-CC5C7BA9B8E9}" dt="2025-09-30T13:22:16.079" v="3805" actId="790"/>
          <ac:spMkLst>
            <pc:docMk/>
            <pc:sldMk cId="3174983440" sldId="2147483586"/>
            <ac:spMk id="35" creationId="{4AA62523-EA19-81C4-3EE7-C75FC39EE273}"/>
          </ac:spMkLst>
        </pc:spChg>
        <pc:spChg chg="mod">
          <ac:chgData name="Xavier POIRIER-COUTANSAIS" userId="2e3e5b54-b13d-4b47-9de3-f3a7250bee07" providerId="ADAL" clId="{1D8BC9D7-6E1D-40A6-A406-CC5C7BA9B8E9}" dt="2025-09-30T12:13:06.428" v="2994" actId="20577"/>
          <ac:spMkLst>
            <pc:docMk/>
            <pc:sldMk cId="3174983440" sldId="2147483586"/>
            <ac:spMk id="37" creationId="{AB6A1E37-B273-BC0F-2AAA-CDA426095AC7}"/>
          </ac:spMkLst>
        </pc:spChg>
        <pc:spChg chg="mod">
          <ac:chgData name="Xavier POIRIER-COUTANSAIS" userId="2e3e5b54-b13d-4b47-9de3-f3a7250bee07" providerId="ADAL" clId="{1D8BC9D7-6E1D-40A6-A406-CC5C7BA9B8E9}" dt="2025-09-30T13:22:16.079" v="3805" actId="790"/>
          <ac:spMkLst>
            <pc:docMk/>
            <pc:sldMk cId="3174983440" sldId="2147483586"/>
            <ac:spMk id="41" creationId="{6CAA84F3-26AE-D5A9-1BAA-BEF493379F82}"/>
          </ac:spMkLst>
        </pc:spChg>
        <pc:spChg chg="mod">
          <ac:chgData name="Xavier POIRIER-COUTANSAIS" userId="2e3e5b54-b13d-4b47-9de3-f3a7250bee07" providerId="ADAL" clId="{1D8BC9D7-6E1D-40A6-A406-CC5C7BA9B8E9}" dt="2025-09-30T13:22:16.079" v="3805" actId="790"/>
          <ac:spMkLst>
            <pc:docMk/>
            <pc:sldMk cId="3174983440" sldId="2147483586"/>
            <ac:spMk id="42" creationId="{3836BCEC-3405-2863-A07B-24FB81033DE2}"/>
          </ac:spMkLst>
        </pc:spChg>
        <pc:spChg chg="mod">
          <ac:chgData name="Xavier POIRIER-COUTANSAIS" userId="2e3e5b54-b13d-4b47-9de3-f3a7250bee07" providerId="ADAL" clId="{1D8BC9D7-6E1D-40A6-A406-CC5C7BA9B8E9}" dt="2025-09-30T12:09:30.122" v="2973" actId="1035"/>
          <ac:spMkLst>
            <pc:docMk/>
            <pc:sldMk cId="3174983440" sldId="2147483586"/>
            <ac:spMk id="43" creationId="{4E594BBE-B7B5-B4A4-BD2E-1EAB4D04976C}"/>
          </ac:spMkLst>
        </pc:spChg>
        <pc:grpChg chg="mod">
          <ac:chgData name="Xavier POIRIER-COUTANSAIS" userId="2e3e5b54-b13d-4b47-9de3-f3a7250bee07" providerId="ADAL" clId="{1D8BC9D7-6E1D-40A6-A406-CC5C7BA9B8E9}" dt="2025-09-30T12:09:30.122" v="2973" actId="1035"/>
          <ac:grpSpMkLst>
            <pc:docMk/>
            <pc:sldMk cId="3174983440" sldId="2147483586"/>
            <ac:grpSpMk id="13" creationId="{0CB4212A-7E73-8D3C-6528-F9B8C01A0821}"/>
          </ac:grpSpMkLst>
        </pc:grpChg>
        <pc:grpChg chg="mod">
          <ac:chgData name="Xavier POIRIER-COUTANSAIS" userId="2e3e5b54-b13d-4b47-9de3-f3a7250bee07" providerId="ADAL" clId="{1D8BC9D7-6E1D-40A6-A406-CC5C7BA9B8E9}" dt="2025-09-30T12:09:30.122" v="2973" actId="1035"/>
          <ac:grpSpMkLst>
            <pc:docMk/>
            <pc:sldMk cId="3174983440" sldId="2147483586"/>
            <ac:grpSpMk id="23" creationId="{FF28DC9A-C0E7-A360-2FAB-2779C6C66F12}"/>
          </ac:grpSpMkLst>
        </pc:grpChg>
        <pc:grpChg chg="mod">
          <ac:chgData name="Xavier POIRIER-COUTANSAIS" userId="2e3e5b54-b13d-4b47-9de3-f3a7250bee07" providerId="ADAL" clId="{1D8BC9D7-6E1D-40A6-A406-CC5C7BA9B8E9}" dt="2025-09-30T12:09:30.122" v="2973" actId="1035"/>
          <ac:grpSpMkLst>
            <pc:docMk/>
            <pc:sldMk cId="3174983440" sldId="2147483586"/>
            <ac:grpSpMk id="26" creationId="{5ADB6B4E-211E-3A5C-DB97-B7653216A41E}"/>
          </ac:grpSpMkLst>
        </pc:grpChg>
        <pc:grpChg chg="mod">
          <ac:chgData name="Xavier POIRIER-COUTANSAIS" userId="2e3e5b54-b13d-4b47-9de3-f3a7250bee07" providerId="ADAL" clId="{1D8BC9D7-6E1D-40A6-A406-CC5C7BA9B8E9}" dt="2025-09-30T12:09:44.520" v="2974" actId="14100"/>
          <ac:grpSpMkLst>
            <pc:docMk/>
            <pc:sldMk cId="3174983440" sldId="2147483586"/>
            <ac:grpSpMk id="29" creationId="{AE5DFF77-D484-2C10-A99E-DED0AC1DA24E}"/>
          </ac:grpSpMkLst>
        </pc:grpChg>
        <pc:grpChg chg="mod">
          <ac:chgData name="Xavier POIRIER-COUTANSAIS" userId="2e3e5b54-b13d-4b47-9de3-f3a7250bee07" providerId="ADAL" clId="{1D8BC9D7-6E1D-40A6-A406-CC5C7BA9B8E9}" dt="2025-09-30T12:16:43.631" v="3178" actId="14100"/>
          <ac:grpSpMkLst>
            <pc:docMk/>
            <pc:sldMk cId="3174983440" sldId="2147483586"/>
            <ac:grpSpMk id="40" creationId="{5CB561DE-FF2B-634B-62BB-DF94EBCE1572}"/>
          </ac:grpSpMkLst>
        </pc:grpChg>
        <pc:graphicFrameChg chg="mod">
          <ac:chgData name="Xavier POIRIER-COUTANSAIS" userId="2e3e5b54-b13d-4b47-9de3-f3a7250bee07" providerId="ADAL" clId="{1D8BC9D7-6E1D-40A6-A406-CC5C7BA9B8E9}" dt="2025-09-30T12:09:30.122" v="2973" actId="1035"/>
          <ac:graphicFrameMkLst>
            <pc:docMk/>
            <pc:sldMk cId="3174983440" sldId="2147483586"/>
            <ac:graphicFrameMk id="2" creationId="{B8A9EFE8-98EB-AB55-9A46-1A8CA584F764}"/>
          </ac:graphicFrameMkLst>
        </pc:graphicFrameChg>
        <pc:picChg chg="mod">
          <ac:chgData name="Xavier POIRIER-COUTANSAIS" userId="2e3e5b54-b13d-4b47-9de3-f3a7250bee07" providerId="ADAL" clId="{1D8BC9D7-6E1D-40A6-A406-CC5C7BA9B8E9}" dt="2025-09-30T07:40:20.102" v="2662" actId="1037"/>
          <ac:picMkLst>
            <pc:docMk/>
            <pc:sldMk cId="3174983440" sldId="2147483586"/>
            <ac:picMk id="9" creationId="{95AEF8C1-C082-0EC2-C897-09325E89E09A}"/>
          </ac:picMkLst>
        </pc:picChg>
      </pc:sldChg>
      <pc:sldChg chg="addSp delSp modSp add mod">
        <pc:chgData name="Xavier POIRIER-COUTANSAIS" userId="2e3e5b54-b13d-4b47-9de3-f3a7250bee07" providerId="ADAL" clId="{1D8BC9D7-6E1D-40A6-A406-CC5C7BA9B8E9}" dt="2025-10-03T09:57:15.396" v="10331" actId="166"/>
        <pc:sldMkLst>
          <pc:docMk/>
          <pc:sldMk cId="3632704378" sldId="2147483588"/>
        </pc:sldMkLst>
        <pc:spChg chg="mod">
          <ac:chgData name="Xavier POIRIER-COUTANSAIS" userId="2e3e5b54-b13d-4b47-9de3-f3a7250bee07" providerId="ADAL" clId="{1D8BC9D7-6E1D-40A6-A406-CC5C7BA9B8E9}" dt="2025-10-03T09:57:04.991" v="10330" actId="20577"/>
          <ac:spMkLst>
            <pc:docMk/>
            <pc:sldMk cId="3632704378" sldId="2147483588"/>
            <ac:spMk id="5" creationId="{3745D067-DBCD-CA74-8267-E12551553FCA}"/>
          </ac:spMkLst>
        </pc:spChg>
        <pc:spChg chg="mod">
          <ac:chgData name="Xavier POIRIER-COUTANSAIS" userId="2e3e5b54-b13d-4b47-9de3-f3a7250bee07" providerId="ADAL" clId="{1D8BC9D7-6E1D-40A6-A406-CC5C7BA9B8E9}" dt="2025-09-30T07:43:44.084" v="2805" actId="14100"/>
          <ac:spMkLst>
            <pc:docMk/>
            <pc:sldMk cId="3632704378" sldId="2147483588"/>
            <ac:spMk id="8" creationId="{EA53EDA8-FC9D-CF16-D43D-7E8428A8A76C}"/>
          </ac:spMkLst>
        </pc:spChg>
        <pc:spChg chg="mod ord">
          <ac:chgData name="Xavier POIRIER-COUTANSAIS" userId="2e3e5b54-b13d-4b47-9de3-f3a7250bee07" providerId="ADAL" clId="{1D8BC9D7-6E1D-40A6-A406-CC5C7BA9B8E9}" dt="2025-10-03T09:57:15.396" v="10331" actId="166"/>
          <ac:spMkLst>
            <pc:docMk/>
            <pc:sldMk cId="3632704378" sldId="2147483588"/>
            <ac:spMk id="16" creationId="{26B3E437-2855-F03A-D076-AF6680CC4B93}"/>
          </ac:spMkLst>
        </pc:spChg>
        <pc:spChg chg="add mod">
          <ac:chgData name="Xavier POIRIER-COUTANSAIS" userId="2e3e5b54-b13d-4b47-9de3-f3a7250bee07" providerId="ADAL" clId="{1D8BC9D7-6E1D-40A6-A406-CC5C7BA9B8E9}" dt="2025-10-02T06:24:32.311" v="8659" actId="1076"/>
          <ac:spMkLst>
            <pc:docMk/>
            <pc:sldMk cId="3632704378" sldId="2147483588"/>
            <ac:spMk id="22" creationId="{C1825CE5-6A8D-FA86-4EF0-DC9A26163CE1}"/>
          </ac:spMkLst>
        </pc:spChg>
        <pc:picChg chg="add mod">
          <ac:chgData name="Xavier POIRIER-COUTANSAIS" userId="2e3e5b54-b13d-4b47-9de3-f3a7250bee07" providerId="ADAL" clId="{1D8BC9D7-6E1D-40A6-A406-CC5C7BA9B8E9}" dt="2025-09-30T07:44:14.773" v="2810" actId="14100"/>
          <ac:picMkLst>
            <pc:docMk/>
            <pc:sldMk cId="3632704378" sldId="2147483588"/>
            <ac:picMk id="2" creationId="{988A110D-31FB-6A02-5047-DAB51626AAA7}"/>
          </ac:picMkLst>
        </pc:picChg>
      </pc:sldChg>
      <pc:sldChg chg="addSp delSp modSp add mod modClrScheme modShow chgLayout">
        <pc:chgData name="Xavier POIRIER-COUTANSAIS" userId="2e3e5b54-b13d-4b47-9de3-f3a7250bee07" providerId="ADAL" clId="{1D8BC9D7-6E1D-40A6-A406-CC5C7BA9B8E9}" dt="2025-09-30T12:07:15.871" v="2950" actId="1036"/>
        <pc:sldMkLst>
          <pc:docMk/>
          <pc:sldMk cId="2618898518" sldId="2147483589"/>
        </pc:sldMkLst>
        <pc:spChg chg="mod">
          <ac:chgData name="Xavier POIRIER-COUTANSAIS" userId="2e3e5b54-b13d-4b47-9de3-f3a7250bee07" providerId="ADAL" clId="{1D8BC9D7-6E1D-40A6-A406-CC5C7BA9B8E9}" dt="2025-09-30T12:06:43.519" v="2921" actId="1036"/>
          <ac:spMkLst>
            <pc:docMk/>
            <pc:sldMk cId="2618898518" sldId="2147483589"/>
            <ac:spMk id="6" creationId="{2D9F9BA9-D6F5-5678-9AAD-77CC98F8AE38}"/>
          </ac:spMkLst>
        </pc:spChg>
        <pc:spChg chg="mod">
          <ac:chgData name="Xavier POIRIER-COUTANSAIS" userId="2e3e5b54-b13d-4b47-9de3-f3a7250bee07" providerId="ADAL" clId="{1D8BC9D7-6E1D-40A6-A406-CC5C7BA9B8E9}" dt="2025-09-30T12:06:43.519" v="2921" actId="1036"/>
          <ac:spMkLst>
            <pc:docMk/>
            <pc:sldMk cId="2618898518" sldId="2147483589"/>
            <ac:spMk id="10" creationId="{A2DDFF14-4239-2EE8-B621-D9CFDE20D3EE}"/>
          </ac:spMkLst>
        </pc:spChg>
        <pc:spChg chg="add mod">
          <ac:chgData name="Xavier POIRIER-COUTANSAIS" userId="2e3e5b54-b13d-4b47-9de3-f3a7250bee07" providerId="ADAL" clId="{1D8BC9D7-6E1D-40A6-A406-CC5C7BA9B8E9}" dt="2025-09-30T12:06:56.952" v="2926" actId="20577"/>
          <ac:spMkLst>
            <pc:docMk/>
            <pc:sldMk cId="2618898518" sldId="2147483589"/>
            <ac:spMk id="12" creationId="{F5AC8E8A-168A-08CC-FBFE-3E41F5975208}"/>
          </ac:spMkLst>
        </pc:spChg>
        <pc:spChg chg="mod">
          <ac:chgData name="Xavier POIRIER-COUTANSAIS" userId="2e3e5b54-b13d-4b47-9de3-f3a7250bee07" providerId="ADAL" clId="{1D8BC9D7-6E1D-40A6-A406-CC5C7BA9B8E9}" dt="2025-09-30T12:06:43.519" v="2921" actId="1036"/>
          <ac:spMkLst>
            <pc:docMk/>
            <pc:sldMk cId="2618898518" sldId="2147483589"/>
            <ac:spMk id="25" creationId="{89459E2E-0648-918B-182D-48ACA1942281}"/>
          </ac:spMkLst>
        </pc:spChg>
        <pc:spChg chg="mod">
          <ac:chgData name="Xavier POIRIER-COUTANSAIS" userId="2e3e5b54-b13d-4b47-9de3-f3a7250bee07" providerId="ADAL" clId="{1D8BC9D7-6E1D-40A6-A406-CC5C7BA9B8E9}" dt="2025-09-30T12:06:43.519" v="2921" actId="1036"/>
          <ac:spMkLst>
            <pc:docMk/>
            <pc:sldMk cId="2618898518" sldId="2147483589"/>
            <ac:spMk id="30" creationId="{0B77069A-BA64-7156-6C6D-5A58AAF53923}"/>
          </ac:spMkLst>
        </pc:spChg>
        <pc:spChg chg="mod">
          <ac:chgData name="Xavier POIRIER-COUTANSAIS" userId="2e3e5b54-b13d-4b47-9de3-f3a7250bee07" providerId="ADAL" clId="{1D8BC9D7-6E1D-40A6-A406-CC5C7BA9B8E9}" dt="2025-09-30T12:06:43.519" v="2921" actId="1036"/>
          <ac:spMkLst>
            <pc:docMk/>
            <pc:sldMk cId="2618898518" sldId="2147483589"/>
            <ac:spMk id="31" creationId="{2DB6B31F-35E8-8CFC-E66D-0D73131F3A55}"/>
          </ac:spMkLst>
        </pc:spChg>
        <pc:spChg chg="mod">
          <ac:chgData name="Xavier POIRIER-COUTANSAIS" userId="2e3e5b54-b13d-4b47-9de3-f3a7250bee07" providerId="ADAL" clId="{1D8BC9D7-6E1D-40A6-A406-CC5C7BA9B8E9}" dt="2025-09-30T12:06:43.519" v="2921" actId="1036"/>
          <ac:spMkLst>
            <pc:docMk/>
            <pc:sldMk cId="2618898518" sldId="2147483589"/>
            <ac:spMk id="32" creationId="{4171588C-4D04-2FC4-7730-4E19CC2857D5}"/>
          </ac:spMkLst>
        </pc:spChg>
        <pc:spChg chg="mod">
          <ac:chgData name="Xavier POIRIER-COUTANSAIS" userId="2e3e5b54-b13d-4b47-9de3-f3a7250bee07" providerId="ADAL" clId="{1D8BC9D7-6E1D-40A6-A406-CC5C7BA9B8E9}" dt="2025-09-30T12:06:43.519" v="2921" actId="1036"/>
          <ac:spMkLst>
            <pc:docMk/>
            <pc:sldMk cId="2618898518" sldId="2147483589"/>
            <ac:spMk id="54" creationId="{3A35665D-026F-FBA2-4EE0-2A5BFA66C36E}"/>
          </ac:spMkLst>
        </pc:spChg>
        <pc:spChg chg="mod">
          <ac:chgData name="Xavier POIRIER-COUTANSAIS" userId="2e3e5b54-b13d-4b47-9de3-f3a7250bee07" providerId="ADAL" clId="{1D8BC9D7-6E1D-40A6-A406-CC5C7BA9B8E9}" dt="2025-09-30T12:06:43.519" v="2921" actId="1036"/>
          <ac:spMkLst>
            <pc:docMk/>
            <pc:sldMk cId="2618898518" sldId="2147483589"/>
            <ac:spMk id="66" creationId="{6531BA60-E2BB-ABC7-66C3-D5DBE6D0A1E3}"/>
          </ac:spMkLst>
        </pc:spChg>
        <pc:spChg chg="mod">
          <ac:chgData name="Xavier POIRIER-COUTANSAIS" userId="2e3e5b54-b13d-4b47-9de3-f3a7250bee07" providerId="ADAL" clId="{1D8BC9D7-6E1D-40A6-A406-CC5C7BA9B8E9}" dt="2025-09-30T12:06:43.519" v="2921" actId="1036"/>
          <ac:spMkLst>
            <pc:docMk/>
            <pc:sldMk cId="2618898518" sldId="2147483589"/>
            <ac:spMk id="67" creationId="{430646D6-714F-328A-5266-A5EE6AD7BD9A}"/>
          </ac:spMkLst>
        </pc:spChg>
        <pc:spChg chg="mod">
          <ac:chgData name="Xavier POIRIER-COUTANSAIS" userId="2e3e5b54-b13d-4b47-9de3-f3a7250bee07" providerId="ADAL" clId="{1D8BC9D7-6E1D-40A6-A406-CC5C7BA9B8E9}" dt="2025-09-30T12:06:43.519" v="2921" actId="1036"/>
          <ac:spMkLst>
            <pc:docMk/>
            <pc:sldMk cId="2618898518" sldId="2147483589"/>
            <ac:spMk id="69" creationId="{9316FFAC-ADA7-9427-1ECC-4DE7AD682EBD}"/>
          </ac:spMkLst>
        </pc:spChg>
        <pc:spChg chg="add mod">
          <ac:chgData name="Xavier POIRIER-COUTANSAIS" userId="2e3e5b54-b13d-4b47-9de3-f3a7250bee07" providerId="ADAL" clId="{1D8BC9D7-6E1D-40A6-A406-CC5C7BA9B8E9}" dt="2025-09-30T12:07:15.871" v="2950" actId="1036"/>
          <ac:spMkLst>
            <pc:docMk/>
            <pc:sldMk cId="2618898518" sldId="2147483589"/>
            <ac:spMk id="71" creationId="{9E2808EE-2DCC-B2EC-35CF-C49FACDDB2C1}"/>
          </ac:spMkLst>
        </pc:spChg>
        <pc:graphicFrameChg chg="add mod">
          <ac:chgData name="Xavier POIRIER-COUTANSAIS" userId="2e3e5b54-b13d-4b47-9de3-f3a7250bee07" providerId="ADAL" clId="{1D8BC9D7-6E1D-40A6-A406-CC5C7BA9B8E9}" dt="2025-09-30T12:05:14.411" v="2882"/>
          <ac:graphicFrameMkLst>
            <pc:docMk/>
            <pc:sldMk cId="2618898518" sldId="2147483589"/>
            <ac:graphicFrameMk id="9" creationId="{D9770A9C-881B-E2D9-7FF0-C23CD9EC9159}"/>
          </ac:graphicFrameMkLst>
        </pc:graphicFrameChg>
        <pc:picChg chg="mod">
          <ac:chgData name="Xavier POIRIER-COUTANSAIS" userId="2e3e5b54-b13d-4b47-9de3-f3a7250bee07" providerId="ADAL" clId="{1D8BC9D7-6E1D-40A6-A406-CC5C7BA9B8E9}" dt="2025-09-30T12:06:32.187" v="2902" actId="1036"/>
          <ac:picMkLst>
            <pc:docMk/>
            <pc:sldMk cId="2618898518" sldId="2147483589"/>
            <ac:picMk id="2" creationId="{8BDCA595-1A1A-E5D0-F22F-33C9D2D176E9}"/>
          </ac:picMkLst>
        </pc:picChg>
        <pc:picChg chg="mod">
          <ac:chgData name="Xavier POIRIER-COUTANSAIS" userId="2e3e5b54-b13d-4b47-9de3-f3a7250bee07" providerId="ADAL" clId="{1D8BC9D7-6E1D-40A6-A406-CC5C7BA9B8E9}" dt="2025-09-30T12:03:16.540" v="2869" actId="1076"/>
          <ac:picMkLst>
            <pc:docMk/>
            <pc:sldMk cId="2618898518" sldId="2147483589"/>
            <ac:picMk id="11" creationId="{7D0F7425-3F13-1E17-0F9D-0D4FC69948EB}"/>
          </ac:picMkLst>
        </pc:picChg>
      </pc:sldChg>
      <pc:sldChg chg="delSp modSp add mod">
        <pc:chgData name="Xavier POIRIER-COUTANSAIS" userId="2e3e5b54-b13d-4b47-9de3-f3a7250bee07" providerId="ADAL" clId="{1D8BC9D7-6E1D-40A6-A406-CC5C7BA9B8E9}" dt="2025-10-02T04:16:39.308" v="8474" actId="20577"/>
        <pc:sldMkLst>
          <pc:docMk/>
          <pc:sldMk cId="2565590949" sldId="2147483590"/>
        </pc:sldMkLst>
        <pc:spChg chg="mod">
          <ac:chgData name="Xavier POIRIER-COUTANSAIS" userId="2e3e5b54-b13d-4b47-9de3-f3a7250bee07" providerId="ADAL" clId="{1D8BC9D7-6E1D-40A6-A406-CC5C7BA9B8E9}" dt="2025-10-01T14:33:11.016" v="8181" actId="20577"/>
          <ac:spMkLst>
            <pc:docMk/>
            <pc:sldMk cId="2565590949" sldId="2147483590"/>
            <ac:spMk id="16" creationId="{4021155C-F811-07BA-619A-F5A2D24E83B0}"/>
          </ac:spMkLst>
        </pc:spChg>
        <pc:spChg chg="mod">
          <ac:chgData name="Xavier POIRIER-COUTANSAIS" userId="2e3e5b54-b13d-4b47-9de3-f3a7250bee07" providerId="ADAL" clId="{1D8BC9D7-6E1D-40A6-A406-CC5C7BA9B8E9}" dt="2025-10-02T04:16:39.308" v="8474" actId="20577"/>
          <ac:spMkLst>
            <pc:docMk/>
            <pc:sldMk cId="2565590949" sldId="2147483590"/>
            <ac:spMk id="22" creationId="{82690F35-B3A6-5C1B-6A38-6BF6F3AB54B8}"/>
          </ac:spMkLst>
        </pc:spChg>
      </pc:sldChg>
      <pc:sldChg chg="addSp delSp modSp new mod">
        <pc:chgData name="Xavier POIRIER-COUTANSAIS" userId="2e3e5b54-b13d-4b47-9de3-f3a7250bee07" providerId="ADAL" clId="{1D8BC9D7-6E1D-40A6-A406-CC5C7BA9B8E9}" dt="2025-10-03T10:00:12.668" v="10337" actId="20577"/>
        <pc:sldMkLst>
          <pc:docMk/>
          <pc:sldMk cId="1162632182" sldId="2147483591"/>
        </pc:sldMkLst>
        <pc:spChg chg="mod">
          <ac:chgData name="Xavier POIRIER-COUTANSAIS" userId="2e3e5b54-b13d-4b47-9de3-f3a7250bee07" providerId="ADAL" clId="{1D8BC9D7-6E1D-40A6-A406-CC5C7BA9B8E9}" dt="2025-10-01T06:23:02.482" v="5405" actId="790"/>
          <ac:spMkLst>
            <pc:docMk/>
            <pc:sldMk cId="1162632182" sldId="2147483591"/>
            <ac:spMk id="2" creationId="{B61D9C2A-3EAA-9220-E36E-77DC7800B7FE}"/>
          </ac:spMkLst>
        </pc:spChg>
        <pc:spChg chg="add mod">
          <ac:chgData name="Xavier POIRIER-COUTANSAIS" userId="2e3e5b54-b13d-4b47-9de3-f3a7250bee07" providerId="ADAL" clId="{1D8BC9D7-6E1D-40A6-A406-CC5C7BA9B8E9}" dt="2025-10-02T04:14:30.290" v="8466" actId="20577"/>
          <ac:spMkLst>
            <pc:docMk/>
            <pc:sldMk cId="1162632182" sldId="2147483591"/>
            <ac:spMk id="7" creationId="{4CE367E0-412E-4F7E-B8E5-E891575573CD}"/>
          </ac:spMkLst>
        </pc:spChg>
        <pc:spChg chg="add mod">
          <ac:chgData name="Xavier POIRIER-COUTANSAIS" userId="2e3e5b54-b13d-4b47-9de3-f3a7250bee07" providerId="ADAL" clId="{1D8BC9D7-6E1D-40A6-A406-CC5C7BA9B8E9}" dt="2025-10-02T12:07:26.720" v="8777" actId="14100"/>
          <ac:spMkLst>
            <pc:docMk/>
            <pc:sldMk cId="1162632182" sldId="2147483591"/>
            <ac:spMk id="9" creationId="{2672D723-2203-5470-91FC-259638EB4F9A}"/>
          </ac:spMkLst>
        </pc:spChg>
        <pc:spChg chg="add mod">
          <ac:chgData name="Xavier POIRIER-COUTANSAIS" userId="2e3e5b54-b13d-4b47-9de3-f3a7250bee07" providerId="ADAL" clId="{1D8BC9D7-6E1D-40A6-A406-CC5C7BA9B8E9}" dt="2025-10-02T12:07:12.993" v="8775" actId="1076"/>
          <ac:spMkLst>
            <pc:docMk/>
            <pc:sldMk cId="1162632182" sldId="2147483591"/>
            <ac:spMk id="13" creationId="{B40BDF83-5BAC-3C5B-6460-6FDAB60717F7}"/>
          </ac:spMkLst>
        </pc:spChg>
        <pc:spChg chg="add mod">
          <ac:chgData name="Xavier POIRIER-COUTANSAIS" userId="2e3e5b54-b13d-4b47-9de3-f3a7250bee07" providerId="ADAL" clId="{1D8BC9D7-6E1D-40A6-A406-CC5C7BA9B8E9}" dt="2025-10-02T12:09:36.855" v="8790" actId="14100"/>
          <ac:spMkLst>
            <pc:docMk/>
            <pc:sldMk cId="1162632182" sldId="2147483591"/>
            <ac:spMk id="14" creationId="{796EF29D-DBB9-2B25-6F92-121126701446}"/>
          </ac:spMkLst>
        </pc:spChg>
        <pc:spChg chg="add mod">
          <ac:chgData name="Xavier POIRIER-COUTANSAIS" userId="2e3e5b54-b13d-4b47-9de3-f3a7250bee07" providerId="ADAL" clId="{1D8BC9D7-6E1D-40A6-A406-CC5C7BA9B8E9}" dt="2025-10-03T10:00:12.668" v="10337" actId="20577"/>
          <ac:spMkLst>
            <pc:docMk/>
            <pc:sldMk cId="1162632182" sldId="2147483591"/>
            <ac:spMk id="15" creationId="{3D4F82B0-E5E3-3E84-D1AE-2AECD6F1EE1B}"/>
          </ac:spMkLst>
        </pc:spChg>
        <pc:spChg chg="add mod">
          <ac:chgData name="Xavier POIRIER-COUTANSAIS" userId="2e3e5b54-b13d-4b47-9de3-f3a7250bee07" providerId="ADAL" clId="{1D8BC9D7-6E1D-40A6-A406-CC5C7BA9B8E9}" dt="2025-10-02T12:09:58.733" v="8794" actId="14100"/>
          <ac:spMkLst>
            <pc:docMk/>
            <pc:sldMk cId="1162632182" sldId="2147483591"/>
            <ac:spMk id="19" creationId="{CDCFF0A8-116B-819B-E2AC-100D089EB85C}"/>
          </ac:spMkLst>
        </pc:spChg>
        <pc:spChg chg="add mod">
          <ac:chgData name="Xavier POIRIER-COUTANSAIS" userId="2e3e5b54-b13d-4b47-9de3-f3a7250bee07" providerId="ADAL" clId="{1D8BC9D7-6E1D-40A6-A406-CC5C7BA9B8E9}" dt="2025-10-02T12:10:22.340" v="8802" actId="6549"/>
          <ac:spMkLst>
            <pc:docMk/>
            <pc:sldMk cId="1162632182" sldId="2147483591"/>
            <ac:spMk id="20" creationId="{C7E8C158-5D20-E379-8171-20B7E249BFB5}"/>
          </ac:spMkLst>
        </pc:spChg>
        <pc:spChg chg="add mod">
          <ac:chgData name="Xavier POIRIER-COUTANSAIS" userId="2e3e5b54-b13d-4b47-9de3-f3a7250bee07" providerId="ADAL" clId="{1D8BC9D7-6E1D-40A6-A406-CC5C7BA9B8E9}" dt="2025-10-02T12:13:15.384" v="9005" actId="14100"/>
          <ac:spMkLst>
            <pc:docMk/>
            <pc:sldMk cId="1162632182" sldId="2147483591"/>
            <ac:spMk id="21" creationId="{8B39669F-7E8D-02E6-BB44-9F6FDD2D769E}"/>
          </ac:spMkLst>
        </pc:spChg>
        <pc:spChg chg="add mod">
          <ac:chgData name="Xavier POIRIER-COUTANSAIS" userId="2e3e5b54-b13d-4b47-9de3-f3a7250bee07" providerId="ADAL" clId="{1D8BC9D7-6E1D-40A6-A406-CC5C7BA9B8E9}" dt="2025-10-02T12:13:18.484" v="9007" actId="20577"/>
          <ac:spMkLst>
            <pc:docMk/>
            <pc:sldMk cId="1162632182" sldId="2147483591"/>
            <ac:spMk id="22" creationId="{467A1E6C-0D6F-6EEB-5C4D-53B3DD9B0EA9}"/>
          </ac:spMkLst>
        </pc:spChg>
        <pc:spChg chg="add mod">
          <ac:chgData name="Xavier POIRIER-COUTANSAIS" userId="2e3e5b54-b13d-4b47-9de3-f3a7250bee07" providerId="ADAL" clId="{1D8BC9D7-6E1D-40A6-A406-CC5C7BA9B8E9}" dt="2025-10-02T12:11:53.777" v="8887" actId="1076"/>
          <ac:spMkLst>
            <pc:docMk/>
            <pc:sldMk cId="1162632182" sldId="2147483591"/>
            <ac:spMk id="23" creationId="{22890A73-85A2-C48F-1777-5F2945551E23}"/>
          </ac:spMkLst>
        </pc:spChg>
        <pc:spChg chg="add mod">
          <ac:chgData name="Xavier POIRIER-COUTANSAIS" userId="2e3e5b54-b13d-4b47-9de3-f3a7250bee07" providerId="ADAL" clId="{1D8BC9D7-6E1D-40A6-A406-CC5C7BA9B8E9}" dt="2025-10-02T12:14:25.048" v="9106" actId="33524"/>
          <ac:spMkLst>
            <pc:docMk/>
            <pc:sldMk cId="1162632182" sldId="2147483591"/>
            <ac:spMk id="24" creationId="{1F1AEC59-DAC0-4FAB-F540-4271674034DD}"/>
          </ac:spMkLst>
        </pc:spChg>
        <pc:spChg chg="add mod">
          <ac:chgData name="Xavier POIRIER-COUTANSAIS" userId="2e3e5b54-b13d-4b47-9de3-f3a7250bee07" providerId="ADAL" clId="{1D8BC9D7-6E1D-40A6-A406-CC5C7BA9B8E9}" dt="2025-10-02T12:13:37.695" v="9010" actId="14100"/>
          <ac:spMkLst>
            <pc:docMk/>
            <pc:sldMk cId="1162632182" sldId="2147483591"/>
            <ac:spMk id="25" creationId="{27FF67FB-F6AF-1C01-1F10-4B5086D05536}"/>
          </ac:spMkLst>
        </pc:spChg>
        <pc:spChg chg="add mod">
          <ac:chgData name="Xavier POIRIER-COUTANSAIS" userId="2e3e5b54-b13d-4b47-9de3-f3a7250bee07" providerId="ADAL" clId="{1D8BC9D7-6E1D-40A6-A406-CC5C7BA9B8E9}" dt="2025-10-02T12:14:17.398" v="9105" actId="20577"/>
          <ac:spMkLst>
            <pc:docMk/>
            <pc:sldMk cId="1162632182" sldId="2147483591"/>
            <ac:spMk id="26" creationId="{AF5DE76E-8056-2FC0-F44D-193B58A81D4D}"/>
          </ac:spMkLst>
        </pc:spChg>
        <pc:picChg chg="add mod">
          <ac:chgData name="Xavier POIRIER-COUTANSAIS" userId="2e3e5b54-b13d-4b47-9de3-f3a7250bee07" providerId="ADAL" clId="{1D8BC9D7-6E1D-40A6-A406-CC5C7BA9B8E9}" dt="2025-10-02T12:03:46.202" v="8667" actId="1076"/>
          <ac:picMkLst>
            <pc:docMk/>
            <pc:sldMk cId="1162632182" sldId="2147483591"/>
            <ac:picMk id="5" creationId="{6712E94D-D671-CBFE-01E0-633786A77255}"/>
          </ac:picMkLst>
        </pc:picChg>
      </pc:sldChg>
      <pc:sldChg chg="addSp delSp modSp add mod">
        <pc:chgData name="Xavier POIRIER-COUTANSAIS" userId="2e3e5b54-b13d-4b47-9de3-f3a7250bee07" providerId="ADAL" clId="{1D8BC9D7-6E1D-40A6-A406-CC5C7BA9B8E9}" dt="2025-10-03T08:00:38.525" v="10325" actId="20577"/>
        <pc:sldMkLst>
          <pc:docMk/>
          <pc:sldMk cId="1060903810" sldId="2147483593"/>
        </pc:sldMkLst>
        <pc:spChg chg="mod">
          <ac:chgData name="Xavier POIRIER-COUTANSAIS" userId="2e3e5b54-b13d-4b47-9de3-f3a7250bee07" providerId="ADAL" clId="{1D8BC9D7-6E1D-40A6-A406-CC5C7BA9B8E9}" dt="2025-10-03T07:59:53.527" v="10317" actId="20577"/>
          <ac:spMkLst>
            <pc:docMk/>
            <pc:sldMk cId="1060903810" sldId="2147483593"/>
            <ac:spMk id="16" creationId="{69535C79-FB3F-63E4-772B-3BE9A0E57D53}"/>
          </ac:spMkLst>
        </pc:spChg>
        <pc:spChg chg="add mod">
          <ac:chgData name="Xavier POIRIER-COUTANSAIS" userId="2e3e5b54-b13d-4b47-9de3-f3a7250bee07" providerId="ADAL" clId="{1D8BC9D7-6E1D-40A6-A406-CC5C7BA9B8E9}" dt="2025-10-03T07:19:12.058" v="9823" actId="1037"/>
          <ac:spMkLst>
            <pc:docMk/>
            <pc:sldMk cId="1060903810" sldId="2147483593"/>
            <ac:spMk id="71" creationId="{CCC56E5F-860B-F50F-6FD8-E8B47CD5C1C4}"/>
          </ac:spMkLst>
        </pc:spChg>
        <pc:spChg chg="add mod">
          <ac:chgData name="Xavier POIRIER-COUTANSAIS" userId="2e3e5b54-b13d-4b47-9de3-f3a7250bee07" providerId="ADAL" clId="{1D8BC9D7-6E1D-40A6-A406-CC5C7BA9B8E9}" dt="2025-10-03T07:19:12.058" v="9823" actId="1037"/>
          <ac:spMkLst>
            <pc:docMk/>
            <pc:sldMk cId="1060903810" sldId="2147483593"/>
            <ac:spMk id="73" creationId="{3B3A4426-18F0-9521-3F1D-E0DDB60BA086}"/>
          </ac:spMkLst>
        </pc:spChg>
        <pc:spChg chg="mod">
          <ac:chgData name="Xavier POIRIER-COUTANSAIS" userId="2e3e5b54-b13d-4b47-9de3-f3a7250bee07" providerId="ADAL" clId="{1D8BC9D7-6E1D-40A6-A406-CC5C7BA9B8E9}" dt="2025-10-03T07:32:57.453" v="10158" actId="403"/>
          <ac:spMkLst>
            <pc:docMk/>
            <pc:sldMk cId="1060903810" sldId="2147483593"/>
            <ac:spMk id="75" creationId="{576D7AFC-461E-D618-CF15-EEECB8C34DE2}"/>
          </ac:spMkLst>
        </pc:spChg>
        <pc:spChg chg="mod">
          <ac:chgData name="Xavier POIRIER-COUTANSAIS" userId="2e3e5b54-b13d-4b47-9de3-f3a7250bee07" providerId="ADAL" clId="{1D8BC9D7-6E1D-40A6-A406-CC5C7BA9B8E9}" dt="2025-10-03T07:32:57.453" v="10158" actId="403"/>
          <ac:spMkLst>
            <pc:docMk/>
            <pc:sldMk cId="1060903810" sldId="2147483593"/>
            <ac:spMk id="78" creationId="{D5E91500-ECF8-D68B-9EF0-167422BA1EB0}"/>
          </ac:spMkLst>
        </pc:spChg>
        <pc:spChg chg="add mod">
          <ac:chgData name="Xavier POIRIER-COUTANSAIS" userId="2e3e5b54-b13d-4b47-9de3-f3a7250bee07" providerId="ADAL" clId="{1D8BC9D7-6E1D-40A6-A406-CC5C7BA9B8E9}" dt="2025-10-03T07:19:12.058" v="9823" actId="1037"/>
          <ac:spMkLst>
            <pc:docMk/>
            <pc:sldMk cId="1060903810" sldId="2147483593"/>
            <ac:spMk id="80" creationId="{3E098E27-0E8B-7081-8BC7-997A2FC53E1F}"/>
          </ac:spMkLst>
        </pc:spChg>
        <pc:spChg chg="mod">
          <ac:chgData name="Xavier POIRIER-COUTANSAIS" userId="2e3e5b54-b13d-4b47-9de3-f3a7250bee07" providerId="ADAL" clId="{1D8BC9D7-6E1D-40A6-A406-CC5C7BA9B8E9}" dt="2025-10-03T07:32:57.453" v="10158" actId="403"/>
          <ac:spMkLst>
            <pc:docMk/>
            <pc:sldMk cId="1060903810" sldId="2147483593"/>
            <ac:spMk id="81" creationId="{559CA2AC-0967-7E7F-2355-B537776C8C0B}"/>
          </ac:spMkLst>
        </pc:spChg>
        <pc:spChg chg="add mod">
          <ac:chgData name="Xavier POIRIER-COUTANSAIS" userId="2e3e5b54-b13d-4b47-9de3-f3a7250bee07" providerId="ADAL" clId="{1D8BC9D7-6E1D-40A6-A406-CC5C7BA9B8E9}" dt="2025-10-03T07:19:12.058" v="9823" actId="1037"/>
          <ac:spMkLst>
            <pc:docMk/>
            <pc:sldMk cId="1060903810" sldId="2147483593"/>
            <ac:spMk id="83" creationId="{995604A1-E843-C12B-8F40-43BA18D12704}"/>
          </ac:spMkLst>
        </pc:spChg>
        <pc:spChg chg="add mod">
          <ac:chgData name="Xavier POIRIER-COUTANSAIS" userId="2e3e5b54-b13d-4b47-9de3-f3a7250bee07" providerId="ADAL" clId="{1D8BC9D7-6E1D-40A6-A406-CC5C7BA9B8E9}" dt="2025-10-03T07:19:12.058" v="9823" actId="1037"/>
          <ac:spMkLst>
            <pc:docMk/>
            <pc:sldMk cId="1060903810" sldId="2147483593"/>
            <ac:spMk id="85" creationId="{B0411804-F5FF-5689-A253-0CB31254FB93}"/>
          </ac:spMkLst>
        </pc:spChg>
        <pc:spChg chg="add mod">
          <ac:chgData name="Xavier POIRIER-COUTANSAIS" userId="2e3e5b54-b13d-4b47-9de3-f3a7250bee07" providerId="ADAL" clId="{1D8BC9D7-6E1D-40A6-A406-CC5C7BA9B8E9}" dt="2025-10-03T07:19:26.172" v="9825" actId="20577"/>
          <ac:spMkLst>
            <pc:docMk/>
            <pc:sldMk cId="1060903810" sldId="2147483593"/>
            <ac:spMk id="86" creationId="{736A3190-814C-52AF-9819-CBED8D3DC8F3}"/>
          </ac:spMkLst>
        </pc:spChg>
        <pc:spChg chg="mod">
          <ac:chgData name="Xavier POIRIER-COUTANSAIS" userId="2e3e5b54-b13d-4b47-9de3-f3a7250bee07" providerId="ADAL" clId="{1D8BC9D7-6E1D-40A6-A406-CC5C7BA9B8E9}" dt="2025-10-03T07:32:57.453" v="10158" actId="403"/>
          <ac:spMkLst>
            <pc:docMk/>
            <pc:sldMk cId="1060903810" sldId="2147483593"/>
            <ac:spMk id="87" creationId="{73724D4C-AC5F-6F19-6B85-B15E01425EA1}"/>
          </ac:spMkLst>
        </pc:spChg>
        <pc:spChg chg="mod">
          <ac:chgData name="Xavier POIRIER-COUTANSAIS" userId="2e3e5b54-b13d-4b47-9de3-f3a7250bee07" providerId="ADAL" clId="{1D8BC9D7-6E1D-40A6-A406-CC5C7BA9B8E9}" dt="2025-10-03T07:19:36.080" v="9829" actId="20577"/>
          <ac:spMkLst>
            <pc:docMk/>
            <pc:sldMk cId="1060903810" sldId="2147483593"/>
            <ac:spMk id="88" creationId="{5B8A0841-A601-8992-E858-D115509B269D}"/>
          </ac:spMkLst>
        </pc:spChg>
        <pc:spChg chg="mod">
          <ac:chgData name="Xavier POIRIER-COUTANSAIS" userId="2e3e5b54-b13d-4b47-9de3-f3a7250bee07" providerId="ADAL" clId="{1D8BC9D7-6E1D-40A6-A406-CC5C7BA9B8E9}" dt="2025-10-03T07:19:40.003" v="9831" actId="20577"/>
          <ac:spMkLst>
            <pc:docMk/>
            <pc:sldMk cId="1060903810" sldId="2147483593"/>
            <ac:spMk id="89" creationId="{9DA91396-9B3F-E44C-E179-ADB19E1F90C5}"/>
          </ac:spMkLst>
        </pc:spChg>
        <pc:spChg chg="mod">
          <ac:chgData name="Xavier POIRIER-COUTANSAIS" userId="2e3e5b54-b13d-4b47-9de3-f3a7250bee07" providerId="ADAL" clId="{1D8BC9D7-6E1D-40A6-A406-CC5C7BA9B8E9}" dt="2025-10-03T07:19:44.428" v="9833" actId="20577"/>
          <ac:spMkLst>
            <pc:docMk/>
            <pc:sldMk cId="1060903810" sldId="2147483593"/>
            <ac:spMk id="90" creationId="{CBC9EEF8-4C55-4212-8E95-856ACDF33446}"/>
          </ac:spMkLst>
        </pc:spChg>
        <pc:spChg chg="mod">
          <ac:chgData name="Xavier POIRIER-COUTANSAIS" userId="2e3e5b54-b13d-4b47-9de3-f3a7250bee07" providerId="ADAL" clId="{1D8BC9D7-6E1D-40A6-A406-CC5C7BA9B8E9}" dt="2025-10-03T07:19:50.328" v="9837" actId="20577"/>
          <ac:spMkLst>
            <pc:docMk/>
            <pc:sldMk cId="1060903810" sldId="2147483593"/>
            <ac:spMk id="91" creationId="{A415293D-B56D-B65E-0E8F-19D5D746F734}"/>
          </ac:spMkLst>
        </pc:spChg>
        <pc:spChg chg="mod">
          <ac:chgData name="Xavier POIRIER-COUTANSAIS" userId="2e3e5b54-b13d-4b47-9de3-f3a7250bee07" providerId="ADAL" clId="{1D8BC9D7-6E1D-40A6-A406-CC5C7BA9B8E9}" dt="2025-10-03T07:19:53.770" v="9839" actId="20577"/>
          <ac:spMkLst>
            <pc:docMk/>
            <pc:sldMk cId="1060903810" sldId="2147483593"/>
            <ac:spMk id="92" creationId="{F265A381-B000-7C61-A5DC-7EEDCD1C99B3}"/>
          </ac:spMkLst>
        </pc:spChg>
        <pc:spChg chg="mod">
          <ac:chgData name="Xavier POIRIER-COUTANSAIS" userId="2e3e5b54-b13d-4b47-9de3-f3a7250bee07" providerId="ADAL" clId="{1D8BC9D7-6E1D-40A6-A406-CC5C7BA9B8E9}" dt="2025-10-03T07:19:57.132" v="9841" actId="20577"/>
          <ac:spMkLst>
            <pc:docMk/>
            <pc:sldMk cId="1060903810" sldId="2147483593"/>
            <ac:spMk id="93" creationId="{32CB647E-172B-CEBA-19A2-7515FE45CE6E}"/>
          </ac:spMkLst>
        </pc:spChg>
        <pc:spChg chg="mod">
          <ac:chgData name="Xavier POIRIER-COUTANSAIS" userId="2e3e5b54-b13d-4b47-9de3-f3a7250bee07" providerId="ADAL" clId="{1D8BC9D7-6E1D-40A6-A406-CC5C7BA9B8E9}" dt="2025-10-03T07:20:02.040" v="9843" actId="20577"/>
          <ac:spMkLst>
            <pc:docMk/>
            <pc:sldMk cId="1060903810" sldId="2147483593"/>
            <ac:spMk id="94" creationId="{BFC89E95-BC66-D35E-2B9F-9E5669D2993F}"/>
          </ac:spMkLst>
        </pc:spChg>
        <pc:spChg chg="mod">
          <ac:chgData name="Xavier POIRIER-COUTANSAIS" userId="2e3e5b54-b13d-4b47-9de3-f3a7250bee07" providerId="ADAL" clId="{1D8BC9D7-6E1D-40A6-A406-CC5C7BA9B8E9}" dt="2025-10-03T07:32:57.453" v="10158" actId="403"/>
          <ac:spMkLst>
            <pc:docMk/>
            <pc:sldMk cId="1060903810" sldId="2147483593"/>
            <ac:spMk id="95" creationId="{DC2E21DF-04DF-23C1-A38D-00C9D092B3C5}"/>
          </ac:spMkLst>
        </pc:spChg>
        <pc:spChg chg="mod">
          <ac:chgData name="Xavier POIRIER-COUTANSAIS" userId="2e3e5b54-b13d-4b47-9de3-f3a7250bee07" providerId="ADAL" clId="{1D8BC9D7-6E1D-40A6-A406-CC5C7BA9B8E9}" dt="2025-10-03T07:33:09.186" v="10160" actId="14100"/>
          <ac:spMkLst>
            <pc:docMk/>
            <pc:sldMk cId="1060903810" sldId="2147483593"/>
            <ac:spMk id="98" creationId="{ED626A11-631E-68D5-1165-FE978773FC4F}"/>
          </ac:spMkLst>
        </pc:spChg>
        <pc:spChg chg="add mod">
          <ac:chgData name="Xavier POIRIER-COUTANSAIS" userId="2e3e5b54-b13d-4b47-9de3-f3a7250bee07" providerId="ADAL" clId="{1D8BC9D7-6E1D-40A6-A406-CC5C7BA9B8E9}" dt="2025-10-03T07:19:12.058" v="9823" actId="1037"/>
          <ac:spMkLst>
            <pc:docMk/>
            <pc:sldMk cId="1060903810" sldId="2147483593"/>
            <ac:spMk id="105" creationId="{3FAF570F-146B-C859-78F6-20D686C470D1}"/>
          </ac:spMkLst>
        </pc:spChg>
        <pc:spChg chg="mod">
          <ac:chgData name="Xavier POIRIER-COUTANSAIS" userId="2e3e5b54-b13d-4b47-9de3-f3a7250bee07" providerId="ADAL" clId="{1D8BC9D7-6E1D-40A6-A406-CC5C7BA9B8E9}" dt="2025-10-03T07:32:57.453" v="10158" actId="403"/>
          <ac:spMkLst>
            <pc:docMk/>
            <pc:sldMk cId="1060903810" sldId="2147483593"/>
            <ac:spMk id="106" creationId="{425135E8-18E7-FF5A-D75F-A6AF098E3300}"/>
          </ac:spMkLst>
        </pc:spChg>
        <pc:spChg chg="add mod">
          <ac:chgData name="Xavier POIRIER-COUTANSAIS" userId="2e3e5b54-b13d-4b47-9de3-f3a7250bee07" providerId="ADAL" clId="{1D8BC9D7-6E1D-40A6-A406-CC5C7BA9B8E9}" dt="2025-10-03T07:19:12.058" v="9823" actId="1037"/>
          <ac:spMkLst>
            <pc:docMk/>
            <pc:sldMk cId="1060903810" sldId="2147483593"/>
            <ac:spMk id="109" creationId="{00C0B413-D121-A53B-DA2D-CD99651D6DDD}"/>
          </ac:spMkLst>
        </pc:spChg>
        <pc:spChg chg="mod">
          <ac:chgData name="Xavier POIRIER-COUTANSAIS" userId="2e3e5b54-b13d-4b47-9de3-f3a7250bee07" providerId="ADAL" clId="{1D8BC9D7-6E1D-40A6-A406-CC5C7BA9B8E9}" dt="2025-10-03T07:32:57.453" v="10158" actId="403"/>
          <ac:spMkLst>
            <pc:docMk/>
            <pc:sldMk cId="1060903810" sldId="2147483593"/>
            <ac:spMk id="110" creationId="{D78EF216-BB92-C57D-4686-B07CE6E5AF40}"/>
          </ac:spMkLst>
        </pc:spChg>
        <pc:spChg chg="add mod">
          <ac:chgData name="Xavier POIRIER-COUTANSAIS" userId="2e3e5b54-b13d-4b47-9de3-f3a7250bee07" providerId="ADAL" clId="{1D8BC9D7-6E1D-40A6-A406-CC5C7BA9B8E9}" dt="2025-10-03T07:32:57.453" v="10158" actId="403"/>
          <ac:spMkLst>
            <pc:docMk/>
            <pc:sldMk cId="1060903810" sldId="2147483593"/>
            <ac:spMk id="115" creationId="{5379F9FB-5018-B71C-DCD7-DB7F3539387D}"/>
          </ac:spMkLst>
        </pc:spChg>
        <pc:spChg chg="mod">
          <ac:chgData name="Xavier POIRIER-COUTANSAIS" userId="2e3e5b54-b13d-4b47-9de3-f3a7250bee07" providerId="ADAL" clId="{1D8BC9D7-6E1D-40A6-A406-CC5C7BA9B8E9}" dt="2025-10-03T07:33:31.618" v="10167" actId="1076"/>
          <ac:spMkLst>
            <pc:docMk/>
            <pc:sldMk cId="1060903810" sldId="2147483593"/>
            <ac:spMk id="117" creationId="{DB63E43C-1ECD-0DC3-1070-F2DD8D97C807}"/>
          </ac:spMkLst>
        </pc:spChg>
        <pc:spChg chg="mod">
          <ac:chgData name="Xavier POIRIER-COUTANSAIS" userId="2e3e5b54-b13d-4b47-9de3-f3a7250bee07" providerId="ADAL" clId="{1D8BC9D7-6E1D-40A6-A406-CC5C7BA9B8E9}" dt="2025-10-03T07:33:24.446" v="10166" actId="1035"/>
          <ac:spMkLst>
            <pc:docMk/>
            <pc:sldMk cId="1060903810" sldId="2147483593"/>
            <ac:spMk id="119" creationId="{72B66F48-B7BE-2ADD-740B-1375B9FB36C3}"/>
          </ac:spMkLst>
        </pc:spChg>
        <pc:spChg chg="mod">
          <ac:chgData name="Xavier POIRIER-COUTANSAIS" userId="2e3e5b54-b13d-4b47-9de3-f3a7250bee07" providerId="ADAL" clId="{1D8BC9D7-6E1D-40A6-A406-CC5C7BA9B8E9}" dt="2025-10-03T07:33:37.749" v="10169" actId="14100"/>
          <ac:spMkLst>
            <pc:docMk/>
            <pc:sldMk cId="1060903810" sldId="2147483593"/>
            <ac:spMk id="121" creationId="{25F3DE29-5F06-E35B-9FDC-8DFDC8F533C6}"/>
          </ac:spMkLst>
        </pc:spChg>
        <pc:spChg chg="mod">
          <ac:chgData name="Xavier POIRIER-COUTANSAIS" userId="2e3e5b54-b13d-4b47-9de3-f3a7250bee07" providerId="ADAL" clId="{1D8BC9D7-6E1D-40A6-A406-CC5C7BA9B8E9}" dt="2025-10-03T07:32:57.453" v="10158" actId="403"/>
          <ac:spMkLst>
            <pc:docMk/>
            <pc:sldMk cId="1060903810" sldId="2147483593"/>
            <ac:spMk id="123" creationId="{CC83F4FE-61DE-1F91-10B4-2C5B14EFB85C}"/>
          </ac:spMkLst>
        </pc:spChg>
        <pc:spChg chg="mod">
          <ac:chgData name="Xavier POIRIER-COUTANSAIS" userId="2e3e5b54-b13d-4b47-9de3-f3a7250bee07" providerId="ADAL" clId="{1D8BC9D7-6E1D-40A6-A406-CC5C7BA9B8E9}" dt="2025-10-03T07:32:57.453" v="10158" actId="403"/>
          <ac:spMkLst>
            <pc:docMk/>
            <pc:sldMk cId="1060903810" sldId="2147483593"/>
            <ac:spMk id="125" creationId="{E379218C-C9B2-72F5-EF53-3B4BBD232B4E}"/>
          </ac:spMkLst>
        </pc:spChg>
        <pc:spChg chg="add mod">
          <ac:chgData name="Xavier POIRIER-COUTANSAIS" userId="2e3e5b54-b13d-4b47-9de3-f3a7250bee07" providerId="ADAL" clId="{1D8BC9D7-6E1D-40A6-A406-CC5C7BA9B8E9}" dt="2025-10-03T07:19:12.058" v="9823" actId="1037"/>
          <ac:spMkLst>
            <pc:docMk/>
            <pc:sldMk cId="1060903810" sldId="2147483593"/>
            <ac:spMk id="127" creationId="{13068FF9-4D2E-79F7-EA95-490FD374CDB7}"/>
          </ac:spMkLst>
        </pc:spChg>
        <pc:spChg chg="add mod">
          <ac:chgData name="Xavier POIRIER-COUTANSAIS" userId="2e3e5b54-b13d-4b47-9de3-f3a7250bee07" providerId="ADAL" clId="{1D8BC9D7-6E1D-40A6-A406-CC5C7BA9B8E9}" dt="2025-10-03T07:21:24.997" v="9910" actId="1076"/>
          <ac:spMkLst>
            <pc:docMk/>
            <pc:sldMk cId="1060903810" sldId="2147483593"/>
            <ac:spMk id="131" creationId="{8E9ADABB-C2C2-9B61-39C3-705C2F1366E8}"/>
          </ac:spMkLst>
        </pc:spChg>
        <pc:spChg chg="add mod">
          <ac:chgData name="Xavier POIRIER-COUTANSAIS" userId="2e3e5b54-b13d-4b47-9de3-f3a7250bee07" providerId="ADAL" clId="{1D8BC9D7-6E1D-40A6-A406-CC5C7BA9B8E9}" dt="2025-10-03T08:00:38.525" v="10325" actId="20577"/>
          <ac:spMkLst>
            <pc:docMk/>
            <pc:sldMk cId="1060903810" sldId="2147483593"/>
            <ac:spMk id="132" creationId="{9815D9F3-DF8A-126D-88B0-A65F31B46CA0}"/>
          </ac:spMkLst>
        </pc:spChg>
      </pc:sldChg>
    </pc:docChg>
  </pc:docChgLst>
  <pc:docChgLst>
    <pc:chgData name="Pablo BARTOLOME" userId="S::pablo.bartolome@totalenergies.com::ba7189e8-9cc7-4110-94e8-c09901e9c92f" providerId="AD" clId="Web-{6D75E5EA-724D-0891-624A-F2924D155C5C}"/>
    <pc:docChg chg="modSld">
      <pc:chgData name="Pablo BARTOLOME" userId="S::pablo.bartolome@totalenergies.com::ba7189e8-9cc7-4110-94e8-c09901e9c92f" providerId="AD" clId="Web-{6D75E5EA-724D-0891-624A-F2924D155C5C}" dt="2025-10-02T05:54:25.191" v="347" actId="20577"/>
      <pc:docMkLst>
        <pc:docMk/>
      </pc:docMkLst>
      <pc:sldChg chg="modSp">
        <pc:chgData name="Pablo BARTOLOME" userId="S::pablo.bartolome@totalenergies.com::ba7189e8-9cc7-4110-94e8-c09901e9c92f" providerId="AD" clId="Web-{6D75E5EA-724D-0891-624A-F2924D155C5C}" dt="2025-10-02T05:54:25.191" v="347" actId="20577"/>
        <pc:sldMkLst>
          <pc:docMk/>
          <pc:sldMk cId="4139749324" sldId="2147483576"/>
        </pc:sldMkLst>
        <pc:spChg chg="mod">
          <ac:chgData name="Pablo BARTOLOME" userId="S::pablo.bartolome@totalenergies.com::ba7189e8-9cc7-4110-94e8-c09901e9c92f" providerId="AD" clId="Web-{6D75E5EA-724D-0891-624A-F2924D155C5C}" dt="2025-10-02T05:54:25.191" v="347" actId="20577"/>
          <ac:spMkLst>
            <pc:docMk/>
            <pc:sldMk cId="4139749324" sldId="2147483576"/>
            <ac:spMk id="22" creationId="{C3FE7D09-77E1-1CAA-850A-B6C7FBF34ECF}"/>
          </ac:spMkLst>
        </pc:spChg>
      </pc:sldChg>
      <pc:sldChg chg="modSp">
        <pc:chgData name="Pablo BARTOLOME" userId="S::pablo.bartolome@totalenergies.com::ba7189e8-9cc7-4110-94e8-c09901e9c92f" providerId="AD" clId="Web-{6D75E5EA-724D-0891-624A-F2924D155C5C}" dt="2025-10-02T05:52:22.362" v="345" actId="20577"/>
        <pc:sldMkLst>
          <pc:docMk/>
          <pc:sldMk cId="711972406" sldId="2147483578"/>
        </pc:sldMkLst>
        <pc:spChg chg="mod">
          <ac:chgData name="Pablo BARTOLOME" userId="S::pablo.bartolome@totalenergies.com::ba7189e8-9cc7-4110-94e8-c09901e9c92f" providerId="AD" clId="Web-{6D75E5EA-724D-0891-624A-F2924D155C5C}" dt="2025-10-02T05:52:22.362" v="345" actId="20577"/>
          <ac:spMkLst>
            <pc:docMk/>
            <pc:sldMk cId="711972406" sldId="2147483578"/>
            <ac:spMk id="16" creationId="{E8A12C60-D4E8-A402-AFDA-12B012F1D502}"/>
          </ac:spMkLst>
        </pc:spChg>
      </pc:sldChg>
      <pc:sldChg chg="modSp modCm">
        <pc:chgData name="Pablo BARTOLOME" userId="S::pablo.bartolome@totalenergies.com::ba7189e8-9cc7-4110-94e8-c09901e9c92f" providerId="AD" clId="Web-{6D75E5EA-724D-0891-624A-F2924D155C5C}" dt="2025-10-02T05:39:25.160" v="334" actId="20577"/>
        <pc:sldMkLst>
          <pc:docMk/>
          <pc:sldMk cId="3120071578" sldId="2147483583"/>
        </pc:sldMkLst>
        <pc:spChg chg="mod">
          <ac:chgData name="Pablo BARTOLOME" userId="S::pablo.bartolome@totalenergies.com::ba7189e8-9cc7-4110-94e8-c09901e9c92f" providerId="AD" clId="Web-{6D75E5EA-724D-0891-624A-F2924D155C5C}" dt="2025-10-02T05:39:25.160" v="334" actId="20577"/>
          <ac:spMkLst>
            <pc:docMk/>
            <pc:sldMk cId="3120071578" sldId="2147483583"/>
            <ac:spMk id="10" creationId="{510775B1-76D2-2155-9B3C-DE9A2E6467AB}"/>
          </ac:spMkLst>
        </pc:spChg>
        <pc:spChg chg="mod">
          <ac:chgData name="Pablo BARTOLOME" userId="S::pablo.bartolome@totalenergies.com::ba7189e8-9cc7-4110-94e8-c09901e9c92f" providerId="AD" clId="Web-{6D75E5EA-724D-0891-624A-F2924D155C5C}" dt="2025-10-02T05:32:31.203" v="164" actId="20577"/>
          <ac:spMkLst>
            <pc:docMk/>
            <pc:sldMk cId="3120071578" sldId="2147483583"/>
            <ac:spMk id="15" creationId="{EEE5B388-F488-8577-0598-B24D522AA735}"/>
          </ac:spMkLst>
        </pc:spChg>
        <pc:spChg chg="mod">
          <ac:chgData name="Pablo BARTOLOME" userId="S::pablo.bartolome@totalenergies.com::ba7189e8-9cc7-4110-94e8-c09901e9c92f" providerId="AD" clId="Web-{6D75E5EA-724D-0891-624A-F2924D155C5C}" dt="2025-10-02T05:32:55.641" v="165" actId="1076"/>
          <ac:spMkLst>
            <pc:docMk/>
            <pc:sldMk cId="3120071578" sldId="2147483583"/>
            <ac:spMk id="26" creationId="{92B01A74-238F-426F-4822-2EA1DDD057A1}"/>
          </ac:spMkLst>
        </pc:spChg>
        <pc:graphicFrameChg chg="mod modGraphic">
          <ac:chgData name="Pablo BARTOLOME" userId="S::pablo.bartolome@totalenergies.com::ba7189e8-9cc7-4110-94e8-c09901e9c92f" providerId="AD" clId="Web-{6D75E5EA-724D-0891-624A-F2924D155C5C}" dt="2025-10-02T05:37:00.221" v="243"/>
          <ac:graphicFrameMkLst>
            <pc:docMk/>
            <pc:sldMk cId="3120071578" sldId="2147483583"/>
            <ac:graphicFrameMk id="13" creationId="{45F99098-0341-A173-8B6D-C2766848B565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blo BARTOLOME" userId="S::pablo.bartolome@totalenergies.com::ba7189e8-9cc7-4110-94e8-c09901e9c92f" providerId="AD" clId="Web-{6D75E5EA-724D-0891-624A-F2924D155C5C}" dt="2025-10-02T05:36:28.252" v="192"/>
              <pc2:cmMkLst xmlns:pc2="http://schemas.microsoft.com/office/powerpoint/2019/9/main/command">
                <pc:docMk/>
                <pc:sldMk cId="3120071578" sldId="2147483583"/>
                <pc2:cmMk id="{D7742E4F-ACDA-4456-8DF6-BB03BD1C535D}"/>
              </pc2:cmMkLst>
            </pc226:cmChg>
          </p:ext>
        </pc:extLst>
      </pc:sldChg>
      <pc:sldChg chg="modSp">
        <pc:chgData name="Pablo BARTOLOME" userId="S::pablo.bartolome@totalenergies.com::ba7189e8-9cc7-4110-94e8-c09901e9c92f" providerId="AD" clId="Web-{6D75E5EA-724D-0891-624A-F2924D155C5C}" dt="2025-10-02T05:32:14.250" v="162" actId="20577"/>
        <pc:sldMkLst>
          <pc:docMk/>
          <pc:sldMk cId="2565590949" sldId="2147483590"/>
        </pc:sldMkLst>
        <pc:spChg chg="mod">
          <ac:chgData name="Pablo BARTOLOME" userId="S::pablo.bartolome@totalenergies.com::ba7189e8-9cc7-4110-94e8-c09901e9c92f" providerId="AD" clId="Web-{6D75E5EA-724D-0891-624A-F2924D155C5C}" dt="2025-10-02T05:32:14.250" v="162" actId="20577"/>
          <ac:spMkLst>
            <pc:docMk/>
            <pc:sldMk cId="2565590949" sldId="2147483590"/>
            <ac:spMk id="22" creationId="{82690F35-B3A6-5C1B-6A38-6BF6F3AB54B8}"/>
          </ac:spMkLst>
        </pc:spChg>
      </pc:sldChg>
    </pc:docChg>
  </pc:docChgLst>
  <pc:docChgLst>
    <pc:chgData name="Jean-Christophe NAVARRE" userId="S::jean-christophe.navarre@totalenergies.com::8dec7de1-684b-4648-a118-abb2128b9447" providerId="AD" clId="Web-{59B6DE73-B7EA-7BFB-B8A7-BE9D461D89D2}"/>
    <pc:docChg chg="mod modSld">
      <pc:chgData name="Jean-Christophe NAVARRE" userId="S::jean-christophe.navarre@totalenergies.com::8dec7de1-684b-4648-a118-abb2128b9447" providerId="AD" clId="Web-{59B6DE73-B7EA-7BFB-B8A7-BE9D461D89D2}" dt="2025-10-01T12:57:17.590" v="11" actId="20577"/>
      <pc:docMkLst>
        <pc:docMk/>
      </pc:docMkLst>
      <pc:sldChg chg="modSp">
        <pc:chgData name="Jean-Christophe NAVARRE" userId="S::jean-christophe.navarre@totalenergies.com::8dec7de1-684b-4648-a118-abb2128b9447" providerId="AD" clId="Web-{59B6DE73-B7EA-7BFB-B8A7-BE9D461D89D2}" dt="2025-10-01T12:40:21.739" v="8" actId="20577"/>
        <pc:sldMkLst>
          <pc:docMk/>
          <pc:sldMk cId="382662086" sldId="2147483572"/>
        </pc:sldMkLst>
        <pc:spChg chg="mod">
          <ac:chgData name="Jean-Christophe NAVARRE" userId="S::jean-christophe.navarre@totalenergies.com::8dec7de1-684b-4648-a118-abb2128b9447" providerId="AD" clId="Web-{59B6DE73-B7EA-7BFB-B8A7-BE9D461D89D2}" dt="2025-10-01T12:40:21.739" v="8" actId="20577"/>
          <ac:spMkLst>
            <pc:docMk/>
            <pc:sldMk cId="382662086" sldId="2147483572"/>
            <ac:spMk id="6" creationId="{F5B8FD27-27A5-10E7-129F-62153FDC5188}"/>
          </ac:spMkLst>
        </pc:spChg>
      </pc:sldChg>
      <pc:sldChg chg="modSp">
        <pc:chgData name="Jean-Christophe NAVARRE" userId="S::jean-christophe.navarre@totalenergies.com::8dec7de1-684b-4648-a118-abb2128b9447" providerId="AD" clId="Web-{59B6DE73-B7EA-7BFB-B8A7-BE9D461D89D2}" dt="2025-10-01T12:57:17.590" v="11" actId="20577"/>
        <pc:sldMkLst>
          <pc:docMk/>
          <pc:sldMk cId="4139749324" sldId="2147483576"/>
        </pc:sldMkLst>
        <pc:spChg chg="mod">
          <ac:chgData name="Jean-Christophe NAVARRE" userId="S::jean-christophe.navarre@totalenergies.com::8dec7de1-684b-4648-a118-abb2128b9447" providerId="AD" clId="Web-{59B6DE73-B7EA-7BFB-B8A7-BE9D461D89D2}" dt="2025-10-01T12:57:17.590" v="11" actId="20577"/>
          <ac:spMkLst>
            <pc:docMk/>
            <pc:sldMk cId="4139749324" sldId="2147483576"/>
            <ac:spMk id="16" creationId="{9A7E539A-9C45-3B1D-BFCD-BD1A90687F8E}"/>
          </ac:spMkLst>
        </pc:spChg>
      </pc:sldChg>
    </pc:docChg>
  </pc:docChgLst>
  <pc:docChgLst>
    <pc:chgData name="Pablo BARTOLOME" userId="ba7189e8-9cc7-4110-94e8-c09901e9c92f" providerId="ADAL" clId="{E7CAE6B3-88EE-41D8-803A-7AA37C420C2A}"/>
    <pc:docChg chg="undo custSel modSld">
      <pc:chgData name="Pablo BARTOLOME" userId="ba7189e8-9cc7-4110-94e8-c09901e9c92f" providerId="ADAL" clId="{E7CAE6B3-88EE-41D8-803A-7AA37C420C2A}" dt="2025-10-01T14:40:39.133" v="8" actId="478"/>
      <pc:docMkLst>
        <pc:docMk/>
      </pc:docMkLst>
      <pc:sldChg chg="addSp delSp modSp mod">
        <pc:chgData name="Pablo BARTOLOME" userId="ba7189e8-9cc7-4110-94e8-c09901e9c92f" providerId="ADAL" clId="{E7CAE6B3-88EE-41D8-803A-7AA37C420C2A}" dt="2025-10-01T14:40:39.133" v="8" actId="478"/>
        <pc:sldMkLst>
          <pc:docMk/>
          <pc:sldMk cId="3120071578" sldId="2147483583"/>
        </pc:sldMkLst>
      </pc:sldChg>
    </pc:docChg>
  </pc:docChgLst>
  <pc:docChgLst>
    <pc:chgData name="Ankit SHARMA" userId="43303027-a0d0-4905-8976-171edecca630" providerId="ADAL" clId="{B3C2A304-E191-4321-B413-FF48F7646624}"/>
    <pc:docChg chg="custSel modSld">
      <pc:chgData name="Ankit SHARMA" userId="43303027-a0d0-4905-8976-171edecca630" providerId="ADAL" clId="{B3C2A304-E191-4321-B413-FF48F7646624}" dt="2025-10-03T14:07:29.747" v="438" actId="313"/>
      <pc:docMkLst>
        <pc:docMk/>
      </pc:docMkLst>
      <pc:sldChg chg="modSp mod">
        <pc:chgData name="Ankit SHARMA" userId="43303027-a0d0-4905-8976-171edecca630" providerId="ADAL" clId="{B3C2A304-E191-4321-B413-FF48F7646624}" dt="2025-10-03T14:07:29.747" v="438" actId="313"/>
        <pc:sldMkLst>
          <pc:docMk/>
          <pc:sldMk cId="3174983440" sldId="2147483586"/>
        </pc:sldMkLst>
        <pc:spChg chg="mod">
          <ac:chgData name="Ankit SHARMA" userId="43303027-a0d0-4905-8976-171edecca630" providerId="ADAL" clId="{B3C2A304-E191-4321-B413-FF48F7646624}" dt="2025-10-03T14:01:16.106" v="238" actId="20577"/>
          <ac:spMkLst>
            <pc:docMk/>
            <pc:sldMk cId="3174983440" sldId="2147483586"/>
            <ac:spMk id="6" creationId="{A8B0CDDE-EE91-2B5E-9256-BF76A64E2726}"/>
          </ac:spMkLst>
        </pc:spChg>
        <pc:spChg chg="mod">
          <ac:chgData name="Ankit SHARMA" userId="43303027-a0d0-4905-8976-171edecca630" providerId="ADAL" clId="{B3C2A304-E191-4321-B413-FF48F7646624}" dt="2025-10-03T14:00:04.993" v="160" actId="20577"/>
          <ac:spMkLst>
            <pc:docMk/>
            <pc:sldMk cId="3174983440" sldId="2147483586"/>
            <ac:spMk id="14" creationId="{005C7703-5EE2-B8FF-74AC-DD96F9A504C9}"/>
          </ac:spMkLst>
        </pc:spChg>
        <pc:spChg chg="mod">
          <ac:chgData name="Ankit SHARMA" userId="43303027-a0d0-4905-8976-171edecca630" providerId="ADAL" clId="{B3C2A304-E191-4321-B413-FF48F7646624}" dt="2025-10-03T14:06:06.668" v="406" actId="20577"/>
          <ac:spMkLst>
            <pc:docMk/>
            <pc:sldMk cId="3174983440" sldId="2147483586"/>
            <ac:spMk id="16" creationId="{581DD7D8-ACE2-1C2F-CF9A-1293B36C6226}"/>
          </ac:spMkLst>
        </pc:spChg>
        <pc:spChg chg="mod">
          <ac:chgData name="Ankit SHARMA" userId="43303027-a0d0-4905-8976-171edecca630" providerId="ADAL" clId="{B3C2A304-E191-4321-B413-FF48F7646624}" dt="2025-10-03T14:02:22.519" v="313" actId="20577"/>
          <ac:spMkLst>
            <pc:docMk/>
            <pc:sldMk cId="3174983440" sldId="2147483586"/>
            <ac:spMk id="18" creationId="{A21B51C4-78C2-352A-2C6B-D2A68173FD28}"/>
          </ac:spMkLst>
        </pc:spChg>
        <pc:spChg chg="mod">
          <ac:chgData name="Ankit SHARMA" userId="43303027-a0d0-4905-8976-171edecca630" providerId="ADAL" clId="{B3C2A304-E191-4321-B413-FF48F7646624}" dt="2025-10-03T14:07:04.820" v="422" actId="20577"/>
          <ac:spMkLst>
            <pc:docMk/>
            <pc:sldMk cId="3174983440" sldId="2147483586"/>
            <ac:spMk id="19" creationId="{6B71BBD8-0DC6-B37D-5A02-EFD45B539358}"/>
          </ac:spMkLst>
        </pc:spChg>
        <pc:spChg chg="mod">
          <ac:chgData name="Ankit SHARMA" userId="43303027-a0d0-4905-8976-171edecca630" providerId="ADAL" clId="{B3C2A304-E191-4321-B413-FF48F7646624}" dt="2025-10-03T14:02:42.214" v="320" actId="313"/>
          <ac:spMkLst>
            <pc:docMk/>
            <pc:sldMk cId="3174983440" sldId="2147483586"/>
            <ac:spMk id="21" creationId="{B3EA3FFF-BC75-9D71-4072-67584A2ACE53}"/>
          </ac:spMkLst>
        </pc:spChg>
        <pc:spChg chg="mod">
          <ac:chgData name="Ankit SHARMA" userId="43303027-a0d0-4905-8976-171edecca630" providerId="ADAL" clId="{B3C2A304-E191-4321-B413-FF48F7646624}" dt="2025-10-03T14:07:10.226" v="427" actId="20577"/>
          <ac:spMkLst>
            <pc:docMk/>
            <pc:sldMk cId="3174983440" sldId="2147483586"/>
            <ac:spMk id="22" creationId="{290C8C2C-E4ED-9FE0-CA55-AE0E64B6BA31}"/>
          </ac:spMkLst>
        </pc:spChg>
        <pc:spChg chg="mod">
          <ac:chgData name="Ankit SHARMA" userId="43303027-a0d0-4905-8976-171edecca630" providerId="ADAL" clId="{B3C2A304-E191-4321-B413-FF48F7646624}" dt="2025-10-03T14:07:29.747" v="438" actId="313"/>
          <ac:spMkLst>
            <pc:docMk/>
            <pc:sldMk cId="3174983440" sldId="2147483586"/>
            <ac:spMk id="25" creationId="{EE720C03-2DF4-04EB-9E2B-D5411946AC13}"/>
          </ac:spMkLst>
        </pc:spChg>
        <pc:spChg chg="mod">
          <ac:chgData name="Ankit SHARMA" userId="43303027-a0d0-4905-8976-171edecca630" providerId="ADAL" clId="{B3C2A304-E191-4321-B413-FF48F7646624}" dt="2025-10-03T13:57:34.282" v="84" actId="20577"/>
          <ac:spMkLst>
            <pc:docMk/>
            <pc:sldMk cId="3174983440" sldId="2147483586"/>
            <ac:spMk id="37" creationId="{AB6A1E37-B273-BC0F-2AAA-CDA426095AC7}"/>
          </ac:spMkLst>
        </pc:spChg>
        <pc:spChg chg="mod">
          <ac:chgData name="Ankit SHARMA" userId="43303027-a0d0-4905-8976-171edecca630" providerId="ADAL" clId="{B3C2A304-E191-4321-B413-FF48F7646624}" dt="2025-10-03T14:03:01.502" v="322" actId="20577"/>
          <ac:spMkLst>
            <pc:docMk/>
            <pc:sldMk cId="3174983440" sldId="2147483586"/>
            <ac:spMk id="41" creationId="{6CAA84F3-26AE-D5A9-1BAA-BEF493379F82}"/>
          </ac:spMkLst>
        </pc:spChg>
      </pc:sldChg>
    </pc:docChg>
  </pc:docChgLst>
  <pc:docChgLst>
    <pc:chgData name="Pablo BARTOLOME" userId="S::pablo.bartolome@totalenergies.com::ba7189e8-9cc7-4110-94e8-c09901e9c92f" providerId="AD" clId="Web-{204FE3FB-AF1F-4DFF-D87D-4C6FBD1EFA09}"/>
    <pc:docChg chg="modSld">
      <pc:chgData name="Pablo BARTOLOME" userId="S::pablo.bartolome@totalenergies.com::ba7189e8-9cc7-4110-94e8-c09901e9c92f" providerId="AD" clId="Web-{204FE3FB-AF1F-4DFF-D87D-4C6FBD1EFA09}" dt="2025-10-01T14:37:32.590" v="6"/>
      <pc:docMkLst>
        <pc:docMk/>
      </pc:docMkLst>
      <pc:sldChg chg="addSp delSp modSp mod setBg">
        <pc:chgData name="Pablo BARTOLOME" userId="S::pablo.bartolome@totalenergies.com::ba7189e8-9cc7-4110-94e8-c09901e9c92f" providerId="AD" clId="Web-{204FE3FB-AF1F-4DFF-D87D-4C6FBD1EFA09}" dt="2025-10-01T14:37:32.590" v="6"/>
        <pc:sldMkLst>
          <pc:docMk/>
          <pc:sldMk cId="3120071578" sldId="2147483583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C614CAE6-BFFC-44D9-B589-0D037404D9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608E2BC-021C-40B7-90F3-4B68AD2B718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C2EC88-F953-4BD6-A688-3279E9A6E67A}" type="datetimeFigureOut">
              <a:rPr lang="fr-FR" smtClean="0"/>
              <a:t>29/10/2025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5F619B7-E80F-4357-A079-8385235264F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Technical Meeting #1 - Kick Off Meeting ALPC 2025</a:t>
            </a:r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027D7F4-CEC4-4BC4-A31D-0DEAAFB9863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B5B5C3-2E1E-4008-9B77-C67FFE77BEA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604227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849E9D-AF7B-45D0-B389-3AE92F6B3F8A}" type="datetimeFigureOut">
              <a:rPr lang="fr-FR" smtClean="0"/>
              <a:t>29/10/2025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Technical Meeting #1 - Kick Off Meeting ALPC 2025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EDE3DE-59D0-436E-9643-2C33BA4042B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146191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88000" indent="-144000" algn="l" defTabSz="914400" rtl="0" eaLnBrk="1" latinLnBrk="0" hangingPunct="1">
      <a:buFont typeface="Arial" panose="020B0604020202020204" pitchFamily="34" charset="0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32000" indent="-14400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576000" indent="-144000" algn="l" defTabSz="914400" rtl="0" eaLnBrk="1" latinLnBrk="0" hangingPunct="1">
      <a:buFont typeface="Arial" panose="020B0604020202020204" pitchFamily="34" charset="0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4.png"/><Relationship Id="rId5" Type="http://schemas.openxmlformats.org/officeDocument/2006/relationships/oleObject" Target="../embeddings/oleObject1.bin"/><Relationship Id="rId6" Type="http://schemas.openxmlformats.org/officeDocument/2006/relationships/image" Target="../media/image5.emf"/><Relationship Id="rId7" Type="http://schemas.openxmlformats.org/officeDocument/2006/relationships/image" Target="../media/image6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jpe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ption N°1 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>
            <a:extLst>
              <a:ext uri="{FF2B5EF4-FFF2-40B4-BE49-F238E27FC236}">
                <a16:creationId xmlns:a16="http://schemas.microsoft.com/office/drawing/2014/main" id="{40DC9AC8-422B-445F-B045-79F986D08E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4401" y="231117"/>
            <a:ext cx="2788867" cy="2205948"/>
          </a:xfrm>
          <a:prstGeom prst="rect">
            <a:avLst/>
          </a:prstGeom>
          <a:ln>
            <a:noFill/>
          </a:ln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50C5EE01-F973-4120-91B8-34CAA765DB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4400" y="2288392"/>
            <a:ext cx="8640000" cy="2160000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0AEA671-FC71-4FFA-B81F-CABE73D6E4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4400" y="4520416"/>
            <a:ext cx="8640000" cy="468000"/>
          </a:xfrm>
        </p:spPr>
        <p:txBody>
          <a:bodyPr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7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3458929-8E1A-4632-B75F-4975DF8FBB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4400" y="5084504"/>
            <a:ext cx="8640000" cy="720000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108000" indent="0">
              <a:buNone/>
              <a:defRPr/>
            </a:lvl2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2703975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ption N°2 Couverture avec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pour une image  2">
            <a:extLst>
              <a:ext uri="{FF2B5EF4-FFF2-40B4-BE49-F238E27FC236}">
                <a16:creationId xmlns:a16="http://schemas.microsoft.com/office/drawing/2014/main" id="{3161ED2A-2241-4A52-8E2E-B973EB0C4E44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0" y="1"/>
            <a:ext cx="6093760" cy="6857999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DAAE4607-2A2E-45AF-81C6-9691F876AD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4401" y="231117"/>
            <a:ext cx="2788867" cy="2205948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50C5EE01-F973-4120-91B8-34CAA765DB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1200" y="2469600"/>
            <a:ext cx="5400000" cy="1980000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0AEA671-FC71-4FFA-B81F-CABE73D6E4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61200" y="4521600"/>
            <a:ext cx="5400000" cy="828000"/>
          </a:xfrm>
        </p:spPr>
        <p:txBody>
          <a:bodyPr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7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8" name="Espace réservé du texte 4">
            <a:extLst>
              <a:ext uri="{FF2B5EF4-FFF2-40B4-BE49-F238E27FC236}">
                <a16:creationId xmlns:a16="http://schemas.microsoft.com/office/drawing/2014/main" id="{BF23DB5D-4428-47C6-AAAD-CF435EDAD10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61200" y="5446800"/>
            <a:ext cx="5400000" cy="720000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108000" indent="0">
              <a:buNone/>
              <a:defRPr/>
            </a:lvl2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42155750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4BCD4C5B-CD44-4B48-93FD-F44EED8D1E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4401" y="231117"/>
            <a:ext cx="2788867" cy="2205948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8934B7DA-FA75-4149-8676-64791F4D6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4400" y="1987200"/>
            <a:ext cx="5400000" cy="720000"/>
          </a:xfrm>
        </p:spPr>
        <p:txBody>
          <a:bodyPr>
            <a:noAutofit/>
          </a:bodyPr>
          <a:lstStyle>
            <a:lvl1pPr>
              <a:defRPr sz="420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titre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476F1D12-C6FB-4ED9-B1EA-2AF1415447D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64400" y="2876400"/>
            <a:ext cx="5400000" cy="3240000"/>
          </a:xfrm>
        </p:spPr>
        <p:txBody>
          <a:bodyPr>
            <a:noAutofit/>
          </a:bodyPr>
          <a:lstStyle>
            <a:lvl1pPr marL="432000" indent="-432000">
              <a:spcBef>
                <a:spcPts val="600"/>
              </a:spcBef>
              <a:buFont typeface="+mj-lt"/>
              <a:buAutoNum type="arabicPeriod"/>
              <a:defRPr sz="20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4048464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tion N°1 Ouverture de 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34B7DA-FA75-4149-8676-64791F4D6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742" y="3430800"/>
            <a:ext cx="11160000" cy="1152000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90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BF3A9F-5739-4B40-A377-C403E92DB70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89741" y="4662000"/>
            <a:ext cx="11160000" cy="504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742" y="1490400"/>
            <a:ext cx="3960000" cy="1872000"/>
          </a:xfrm>
        </p:spPr>
        <p:txBody>
          <a:bodyPr>
            <a:noAutofit/>
          </a:bodyPr>
          <a:lstStyle>
            <a:lvl1pPr marL="0" indent="0">
              <a:buNone/>
              <a:defRPr sz="13500">
                <a:solidFill>
                  <a:schemeClr val="tx2"/>
                </a:solidFill>
              </a:defRPr>
            </a:lvl1pPr>
          </a:lstStyle>
          <a:p>
            <a:pPr lvl="0"/>
            <a:r>
              <a:rPr lang="fr-FR"/>
              <a:t>NN.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84489D0-046B-4DA8-828E-D1EDDC72FA8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27B8392-9F0D-47B8-8F1D-D057C53A97D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ADNOC Upstream - TotalEnergies - 06/10/2025</a:t>
            </a: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C4EDA01-DE85-4E9D-A6E0-28AA131E78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04910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tion N°2 Ouverture de chapitre avec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pour une image  2">
            <a:extLst>
              <a:ext uri="{FF2B5EF4-FFF2-40B4-BE49-F238E27FC236}">
                <a16:creationId xmlns:a16="http://schemas.microsoft.com/office/drawing/2014/main" id="{DEC6A7FF-A1FA-4490-9CC7-51078FF84353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0" y="1"/>
            <a:ext cx="6093760" cy="6857999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934B7DA-FA75-4149-8676-64791F4D6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1200" y="3430800"/>
            <a:ext cx="5400000" cy="1152000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90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BF3A9F-5739-4B40-A377-C403E92DB70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61200" y="4662000"/>
            <a:ext cx="5400000" cy="90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61200" y="1490400"/>
            <a:ext cx="5400000" cy="1872000"/>
          </a:xfrm>
        </p:spPr>
        <p:txBody>
          <a:bodyPr>
            <a:noAutofit/>
          </a:bodyPr>
          <a:lstStyle>
            <a:lvl1pPr marL="0" indent="0">
              <a:buNone/>
              <a:defRPr sz="13500">
                <a:solidFill>
                  <a:schemeClr val="tx2"/>
                </a:solidFill>
              </a:defRPr>
            </a:lvl1pPr>
          </a:lstStyle>
          <a:p>
            <a:pPr lvl="0"/>
            <a:r>
              <a:rPr lang="fr-FR"/>
              <a:t>NN.</a:t>
            </a:r>
          </a:p>
        </p:txBody>
      </p:sp>
      <p:sp>
        <p:nvSpPr>
          <p:cNvPr id="16" name="Espace réservé du texte 8">
            <a:extLst>
              <a:ext uri="{FF2B5EF4-FFF2-40B4-BE49-F238E27FC236}">
                <a16:creationId xmlns:a16="http://schemas.microsoft.com/office/drawing/2014/main" id="{19FE5F0F-1A19-4580-B09D-11BAB259543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5578" y="6523200"/>
            <a:ext cx="10800" cy="100800"/>
          </a:xfrm>
          <a:solidFill>
            <a:schemeClr val="bg1"/>
          </a:solidFill>
        </p:spPr>
        <p:txBody>
          <a:bodyPr lIns="0" tIns="0" rIns="0" bIns="0"/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 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AF82D43-4E1B-4274-AC55-C533B8C0465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7AF283-CD1F-4E50-9456-6BD3B772A11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ADNOC Upstream - TotalEnergies - 06/10/2025</a:t>
            </a: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72A83F9-605B-451F-81C4-4DB3BD64BF2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4562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7BC41F0E-EC30-4D2A-AA16-7B987E32A1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>
                    <a:lumMod val="75000"/>
                  </a:schemeClr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C292072E-287F-4875-8FDB-C22CF0436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0DE2FB5-2CE4-44D5-9167-5E9A54E4AAB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9ED68ED-4BAB-426E-AC8B-79F072DDCF3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ADNOC Upstream - TotalEnergies - 06/10/2025</a:t>
            </a:r>
            <a:endParaRPr lang="fr-FR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18ECF392-ABEC-45C0-9399-5BB17B364A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950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avec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pour une image  2">
            <a:extLst>
              <a:ext uri="{FF2B5EF4-FFF2-40B4-BE49-F238E27FC236}">
                <a16:creationId xmlns:a16="http://schemas.microsoft.com/office/drawing/2014/main" id="{3FA18DAD-43C7-439C-AEB4-182FDEF42A93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0" y="1"/>
            <a:ext cx="6093760" cy="6857999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7BC41F0E-EC30-4D2A-AA16-7B987E32A1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61200" y="1371600"/>
            <a:ext cx="5472000" cy="486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>
                    <a:lumMod val="75000"/>
                  </a:schemeClr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5" name="Espace réservé du texte 8">
            <a:extLst>
              <a:ext uri="{FF2B5EF4-FFF2-40B4-BE49-F238E27FC236}">
                <a16:creationId xmlns:a16="http://schemas.microsoft.com/office/drawing/2014/main" id="{90C7237F-FD39-40C9-B915-D4BC62A3BE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5578" y="6523200"/>
            <a:ext cx="10800" cy="100800"/>
          </a:xfrm>
          <a:solidFill>
            <a:schemeClr val="bg1"/>
          </a:solidFill>
        </p:spPr>
        <p:txBody>
          <a:bodyPr lIns="0" tIns="0" rIns="0" bIns="0"/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 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A95F48EF-CBAD-4F80-B069-72AECAEC0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1199" y="242844"/>
            <a:ext cx="3960000" cy="1008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45A3821-9C55-4E10-844A-98E6FB07D68C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26B9FA6-E4DB-4B15-BD57-BEC5F537E3A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ADNOC Upstream - TotalEnergies - 06/10/2025</a:t>
            </a:r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FE6001F-97CC-4008-B22A-EFA29A13779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24176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7BC41F0E-EC30-4D2A-AA16-7B987E32A1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879" y="3820350"/>
            <a:ext cx="11133952" cy="241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spcBef>
                <a:spcPts val="400"/>
              </a:spcBef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2" name="Espace réservé du tableau 2">
            <a:extLst>
              <a:ext uri="{FF2B5EF4-FFF2-40B4-BE49-F238E27FC236}">
                <a16:creationId xmlns:a16="http://schemas.microsoft.com/office/drawing/2014/main" id="{3EADC01A-12BC-4330-8A1C-A4DCE63F4D5F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589752" y="1372349"/>
            <a:ext cx="11014079" cy="2304000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fr-FR"/>
              <a:t>Cliquez sur l'icône pour ajouter un tableau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F7BED8F5-8DF4-41F4-9FBF-3FC3EFF47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4A5DB8F-F9F5-4D34-AD2B-20A401276C3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F448ABE-6518-42E7-86CB-17EBD972C87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ADNOC Upstream - TotalEnergies - 06/10/2025</a:t>
            </a:r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BF92594-638F-42B7-B983-EDCA45116F84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4717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avec 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7BC41F0E-EC30-4D2A-AA16-7B987E32A1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879" y="1371600"/>
            <a:ext cx="5472000" cy="486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>
                    <a:lumMod val="75000"/>
                  </a:schemeClr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3" name="Espace réservé du graphique 2">
            <a:extLst>
              <a:ext uri="{FF2B5EF4-FFF2-40B4-BE49-F238E27FC236}">
                <a16:creationId xmlns:a16="http://schemas.microsoft.com/office/drawing/2014/main" id="{36B54297-76AA-4A3B-A34F-53F1E4289CC7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229879" y="1371600"/>
            <a:ext cx="5508000" cy="4860000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fr-FR"/>
              <a:t>Cliquez sur l'icône pour ajouter un graphique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7AE7569B-B080-4146-A11F-1E61AF63D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879" y="242844"/>
            <a:ext cx="9720000" cy="1008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1A8B2399-CA73-45EA-BE18-9A20282E60B2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78D64F63-31B3-46AB-8995-E4EAED1967B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ADNOC Upstream - TotalEnergies - 06/10/2025</a:t>
            </a:r>
            <a:endParaRPr lang="fr-FR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DB398A68-6D32-4A8D-8EF8-C3BF7CEF61A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9199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ffres Clé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6684C25F-7F00-41C3-A7CD-0A38D6BB6A4B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469879" y="1501200"/>
            <a:ext cx="1980000" cy="1188000"/>
          </a:xfrm>
        </p:spPr>
        <p:txBody>
          <a:bodyPr anchor="ctr">
            <a:noAutofit/>
          </a:bodyPr>
          <a:lstStyle>
            <a:lvl1pPr marL="0" indent="0">
              <a:buNone/>
              <a:defRPr sz="81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NN</a:t>
            </a:r>
          </a:p>
        </p:txBody>
      </p:sp>
      <p:sp>
        <p:nvSpPr>
          <p:cNvPr id="15" name="Espace réservé du texte 10">
            <a:extLst>
              <a:ext uri="{FF2B5EF4-FFF2-40B4-BE49-F238E27FC236}">
                <a16:creationId xmlns:a16="http://schemas.microsoft.com/office/drawing/2014/main" id="{FFEA4E96-A4C5-404E-84EB-0DA2FDAD3E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40699" y="1501200"/>
            <a:ext cx="8497179" cy="1188000"/>
          </a:xfrm>
        </p:spPr>
        <p:txBody>
          <a:bodyPr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180000" indent="-18000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431124CF-D305-4637-B02D-7916DC40094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469879" y="2656800"/>
            <a:ext cx="1980000" cy="1188000"/>
          </a:xfrm>
        </p:spPr>
        <p:txBody>
          <a:bodyPr anchor="ctr">
            <a:noAutofit/>
          </a:bodyPr>
          <a:lstStyle>
            <a:lvl1pPr marL="0" indent="0">
              <a:buNone/>
              <a:defRPr sz="81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NN</a:t>
            </a:r>
          </a:p>
        </p:txBody>
      </p:sp>
      <p:sp>
        <p:nvSpPr>
          <p:cNvPr id="17" name="Espace réservé du texte 10">
            <a:extLst>
              <a:ext uri="{FF2B5EF4-FFF2-40B4-BE49-F238E27FC236}">
                <a16:creationId xmlns:a16="http://schemas.microsoft.com/office/drawing/2014/main" id="{F7F54A8A-B912-4DCA-A7A6-D2FE7A31E0B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40699" y="2656800"/>
            <a:ext cx="8497179" cy="1188000"/>
          </a:xfrm>
        </p:spPr>
        <p:txBody>
          <a:bodyPr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180000" indent="-18000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0F9ED843-C44A-45CC-9B1D-C837E4DD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8" name="Espace réservé du texte 2">
            <a:extLst>
              <a:ext uri="{FF2B5EF4-FFF2-40B4-BE49-F238E27FC236}">
                <a16:creationId xmlns:a16="http://schemas.microsoft.com/office/drawing/2014/main" id="{322CE313-0A26-4E99-9C93-6C3FC888A8DE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469879" y="3812400"/>
            <a:ext cx="1980000" cy="1188000"/>
          </a:xfrm>
        </p:spPr>
        <p:txBody>
          <a:bodyPr anchor="ctr">
            <a:noAutofit/>
          </a:bodyPr>
          <a:lstStyle>
            <a:lvl1pPr marL="0" indent="0">
              <a:buNone/>
              <a:defRPr sz="8100" b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NN</a:t>
            </a:r>
          </a:p>
        </p:txBody>
      </p:sp>
      <p:sp>
        <p:nvSpPr>
          <p:cNvPr id="19" name="Espace réservé du texte 10">
            <a:extLst>
              <a:ext uri="{FF2B5EF4-FFF2-40B4-BE49-F238E27FC236}">
                <a16:creationId xmlns:a16="http://schemas.microsoft.com/office/drawing/2014/main" id="{EB31187B-F91F-44EB-9CB5-1BF3730F762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40699" y="3812400"/>
            <a:ext cx="8497179" cy="1188000"/>
          </a:xfrm>
        </p:spPr>
        <p:txBody>
          <a:bodyPr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180000" indent="-18000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31" name="Espace réservé du texte 21">
            <a:extLst>
              <a:ext uri="{FF2B5EF4-FFF2-40B4-BE49-F238E27FC236}">
                <a16:creationId xmlns:a16="http://schemas.microsoft.com/office/drawing/2014/main" id="{6FD92059-A22C-433B-8494-343CBC88ADC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601913" y="1809450"/>
            <a:ext cx="324867" cy="571500"/>
          </a:xfrm>
          <a:custGeom>
            <a:avLst/>
            <a:gdLst>
              <a:gd name="connsiteX0" fmla="*/ 58341 w 388938"/>
              <a:gd name="connsiteY0" fmla="*/ 0 h 684213"/>
              <a:gd name="connsiteX1" fmla="*/ 377270 w 388938"/>
              <a:gd name="connsiteY1" fmla="*/ 313438 h 684213"/>
              <a:gd name="connsiteX2" fmla="*/ 388938 w 388938"/>
              <a:gd name="connsiteY2" fmla="*/ 344018 h 684213"/>
              <a:gd name="connsiteX3" fmla="*/ 377270 w 388938"/>
              <a:gd name="connsiteY3" fmla="*/ 370775 h 684213"/>
              <a:gd name="connsiteX4" fmla="*/ 58341 w 388938"/>
              <a:gd name="connsiteY4" fmla="*/ 684213 h 684213"/>
              <a:gd name="connsiteX5" fmla="*/ 0 w 388938"/>
              <a:gd name="connsiteY5" fmla="*/ 626877 h 684213"/>
              <a:gd name="connsiteX6" fmla="*/ 287814 w 388938"/>
              <a:gd name="connsiteY6" fmla="*/ 344018 h 684213"/>
              <a:gd name="connsiteX7" fmla="*/ 0 w 388938"/>
              <a:gd name="connsiteY7" fmla="*/ 57336 h 684213"/>
              <a:gd name="connsiteX8" fmla="*/ 58341 w 388938"/>
              <a:gd name="connsiteY8" fmla="*/ 0 h 684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8938" h="684213">
                <a:moveTo>
                  <a:pt x="58341" y="0"/>
                </a:moveTo>
                <a:cubicBezTo>
                  <a:pt x="377270" y="313438"/>
                  <a:pt x="377270" y="313438"/>
                  <a:pt x="377270" y="313438"/>
                </a:cubicBezTo>
                <a:cubicBezTo>
                  <a:pt x="385049" y="321083"/>
                  <a:pt x="388938" y="332550"/>
                  <a:pt x="388938" y="344018"/>
                </a:cubicBezTo>
                <a:cubicBezTo>
                  <a:pt x="388938" y="351663"/>
                  <a:pt x="385049" y="363130"/>
                  <a:pt x="377270" y="370775"/>
                </a:cubicBezTo>
                <a:lnTo>
                  <a:pt x="58341" y="684213"/>
                </a:lnTo>
                <a:cubicBezTo>
                  <a:pt x="0" y="626877"/>
                  <a:pt x="0" y="626877"/>
                  <a:pt x="0" y="626877"/>
                </a:cubicBezTo>
                <a:cubicBezTo>
                  <a:pt x="287814" y="344018"/>
                  <a:pt x="287814" y="344018"/>
                  <a:pt x="287814" y="344018"/>
                </a:cubicBezTo>
                <a:cubicBezTo>
                  <a:pt x="0" y="57336"/>
                  <a:pt x="0" y="57336"/>
                  <a:pt x="0" y="57336"/>
                </a:cubicBezTo>
                <a:cubicBezTo>
                  <a:pt x="58341" y="0"/>
                  <a:pt x="58341" y="0"/>
                  <a:pt x="58341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800" b="1"/>
            </a:lvl1pPr>
            <a:lvl2pPr marL="126000" indent="144463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tabLst/>
              <a:defRPr/>
            </a:lvl2pPr>
          </a:lstStyle>
          <a:p>
            <a:pPr lvl="0"/>
            <a:r>
              <a:rPr lang="fr-FR"/>
              <a:t> </a:t>
            </a:r>
          </a:p>
        </p:txBody>
      </p:sp>
      <p:sp>
        <p:nvSpPr>
          <p:cNvPr id="32" name="Espace réservé du texte 21">
            <a:extLst>
              <a:ext uri="{FF2B5EF4-FFF2-40B4-BE49-F238E27FC236}">
                <a16:creationId xmlns:a16="http://schemas.microsoft.com/office/drawing/2014/main" id="{2487A579-BB10-4B9C-8037-89848E4EB31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601913" y="2965050"/>
            <a:ext cx="324867" cy="571500"/>
          </a:xfrm>
          <a:custGeom>
            <a:avLst/>
            <a:gdLst>
              <a:gd name="connsiteX0" fmla="*/ 58341 w 388938"/>
              <a:gd name="connsiteY0" fmla="*/ 0 h 684213"/>
              <a:gd name="connsiteX1" fmla="*/ 377270 w 388938"/>
              <a:gd name="connsiteY1" fmla="*/ 313438 h 684213"/>
              <a:gd name="connsiteX2" fmla="*/ 388938 w 388938"/>
              <a:gd name="connsiteY2" fmla="*/ 344018 h 684213"/>
              <a:gd name="connsiteX3" fmla="*/ 377270 w 388938"/>
              <a:gd name="connsiteY3" fmla="*/ 370775 h 684213"/>
              <a:gd name="connsiteX4" fmla="*/ 58341 w 388938"/>
              <a:gd name="connsiteY4" fmla="*/ 684213 h 684213"/>
              <a:gd name="connsiteX5" fmla="*/ 0 w 388938"/>
              <a:gd name="connsiteY5" fmla="*/ 626877 h 684213"/>
              <a:gd name="connsiteX6" fmla="*/ 287814 w 388938"/>
              <a:gd name="connsiteY6" fmla="*/ 344018 h 684213"/>
              <a:gd name="connsiteX7" fmla="*/ 0 w 388938"/>
              <a:gd name="connsiteY7" fmla="*/ 57336 h 684213"/>
              <a:gd name="connsiteX8" fmla="*/ 58341 w 388938"/>
              <a:gd name="connsiteY8" fmla="*/ 0 h 684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8938" h="684213">
                <a:moveTo>
                  <a:pt x="58341" y="0"/>
                </a:moveTo>
                <a:cubicBezTo>
                  <a:pt x="377270" y="313438"/>
                  <a:pt x="377270" y="313438"/>
                  <a:pt x="377270" y="313438"/>
                </a:cubicBezTo>
                <a:cubicBezTo>
                  <a:pt x="385049" y="321083"/>
                  <a:pt x="388938" y="332550"/>
                  <a:pt x="388938" y="344018"/>
                </a:cubicBezTo>
                <a:cubicBezTo>
                  <a:pt x="388938" y="351663"/>
                  <a:pt x="385049" y="363130"/>
                  <a:pt x="377270" y="370775"/>
                </a:cubicBezTo>
                <a:lnTo>
                  <a:pt x="58341" y="684213"/>
                </a:lnTo>
                <a:cubicBezTo>
                  <a:pt x="0" y="626877"/>
                  <a:pt x="0" y="626877"/>
                  <a:pt x="0" y="626877"/>
                </a:cubicBezTo>
                <a:cubicBezTo>
                  <a:pt x="287814" y="344018"/>
                  <a:pt x="287814" y="344018"/>
                  <a:pt x="287814" y="344018"/>
                </a:cubicBezTo>
                <a:cubicBezTo>
                  <a:pt x="0" y="57336"/>
                  <a:pt x="0" y="57336"/>
                  <a:pt x="0" y="57336"/>
                </a:cubicBezTo>
                <a:cubicBezTo>
                  <a:pt x="58341" y="0"/>
                  <a:pt x="58341" y="0"/>
                  <a:pt x="58341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>
            <a:lvl1pPr marL="0" indent="0">
              <a:buNone/>
              <a:defRPr sz="1800" b="1"/>
            </a:lvl1pPr>
            <a:lvl2pPr marL="126000" indent="144463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tabLst/>
              <a:defRPr/>
            </a:lvl2pPr>
          </a:lstStyle>
          <a:p>
            <a:pPr lvl="0"/>
            <a:r>
              <a:rPr lang="fr-FR"/>
              <a:t> </a:t>
            </a:r>
          </a:p>
        </p:txBody>
      </p:sp>
      <p:sp>
        <p:nvSpPr>
          <p:cNvPr id="33" name="Espace réservé du texte 21">
            <a:extLst>
              <a:ext uri="{FF2B5EF4-FFF2-40B4-BE49-F238E27FC236}">
                <a16:creationId xmlns:a16="http://schemas.microsoft.com/office/drawing/2014/main" id="{C0B0C0AB-7256-484A-8EF0-3BC6851D748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601913" y="4120650"/>
            <a:ext cx="324867" cy="571500"/>
          </a:xfrm>
          <a:custGeom>
            <a:avLst/>
            <a:gdLst>
              <a:gd name="connsiteX0" fmla="*/ 58341 w 388938"/>
              <a:gd name="connsiteY0" fmla="*/ 0 h 684213"/>
              <a:gd name="connsiteX1" fmla="*/ 377270 w 388938"/>
              <a:gd name="connsiteY1" fmla="*/ 313438 h 684213"/>
              <a:gd name="connsiteX2" fmla="*/ 388938 w 388938"/>
              <a:gd name="connsiteY2" fmla="*/ 344018 h 684213"/>
              <a:gd name="connsiteX3" fmla="*/ 377270 w 388938"/>
              <a:gd name="connsiteY3" fmla="*/ 370775 h 684213"/>
              <a:gd name="connsiteX4" fmla="*/ 58341 w 388938"/>
              <a:gd name="connsiteY4" fmla="*/ 684213 h 684213"/>
              <a:gd name="connsiteX5" fmla="*/ 0 w 388938"/>
              <a:gd name="connsiteY5" fmla="*/ 626877 h 684213"/>
              <a:gd name="connsiteX6" fmla="*/ 287814 w 388938"/>
              <a:gd name="connsiteY6" fmla="*/ 344018 h 684213"/>
              <a:gd name="connsiteX7" fmla="*/ 0 w 388938"/>
              <a:gd name="connsiteY7" fmla="*/ 57336 h 684213"/>
              <a:gd name="connsiteX8" fmla="*/ 58341 w 388938"/>
              <a:gd name="connsiteY8" fmla="*/ 0 h 684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8938" h="684213">
                <a:moveTo>
                  <a:pt x="58341" y="0"/>
                </a:moveTo>
                <a:cubicBezTo>
                  <a:pt x="377270" y="313438"/>
                  <a:pt x="377270" y="313438"/>
                  <a:pt x="377270" y="313438"/>
                </a:cubicBezTo>
                <a:cubicBezTo>
                  <a:pt x="385049" y="321083"/>
                  <a:pt x="388938" y="332550"/>
                  <a:pt x="388938" y="344018"/>
                </a:cubicBezTo>
                <a:cubicBezTo>
                  <a:pt x="388938" y="351663"/>
                  <a:pt x="385049" y="363130"/>
                  <a:pt x="377270" y="370775"/>
                </a:cubicBezTo>
                <a:lnTo>
                  <a:pt x="58341" y="684213"/>
                </a:lnTo>
                <a:cubicBezTo>
                  <a:pt x="0" y="626877"/>
                  <a:pt x="0" y="626877"/>
                  <a:pt x="0" y="626877"/>
                </a:cubicBezTo>
                <a:cubicBezTo>
                  <a:pt x="287814" y="344018"/>
                  <a:pt x="287814" y="344018"/>
                  <a:pt x="287814" y="344018"/>
                </a:cubicBezTo>
                <a:cubicBezTo>
                  <a:pt x="0" y="57336"/>
                  <a:pt x="0" y="57336"/>
                  <a:pt x="0" y="57336"/>
                </a:cubicBezTo>
                <a:cubicBezTo>
                  <a:pt x="58341" y="0"/>
                  <a:pt x="58341" y="0"/>
                  <a:pt x="58341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 marL="0" indent="0">
              <a:buNone/>
              <a:defRPr sz="1800" b="1"/>
            </a:lvl1pPr>
            <a:lvl2pPr marL="126000" indent="144463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tabLst/>
              <a:defRPr/>
            </a:lvl2pPr>
          </a:lstStyle>
          <a:p>
            <a:pPr lvl="0"/>
            <a:r>
              <a:rPr lang="fr-FR"/>
              <a:t> 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5997647-8494-4CC4-948F-29A8D49CBCEB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2B4AC02-49D4-4738-A9B4-B3DA90016A7F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ADNOC Upstream - TotalEnergies - 06/10/2025</a:t>
            </a:r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8EE574D-092E-4259-81EB-81EA91E97CDA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5988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41BBE8-1E54-415C-B10D-F6342B80F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E830942-5133-4F54-8414-98EC08DAA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03D30D6-5712-44A8-87A9-67750D407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ADNOC Upstream - TotalEnergies - 06/10/2025</a:t>
            </a:r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72F511C-AE30-47A8-8C9B-F0B33753C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61563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9B47C71-F46D-4EA0-AF6A-4962453CD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0495B091-68ED-45A4-957C-92BBA7548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ADNOC Upstream - TotalEnergies - 06/10/2025</a:t>
            </a:r>
            <a:endParaRPr lang="fr-FR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A4361BE1-6536-48FB-BC11-166BC54BD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38740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ne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34B7DA-FA75-4149-8676-64791F4D6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742" y="2845977"/>
            <a:ext cx="11160000" cy="1440000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500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9E24192-EBCA-4782-93A3-6134ECDB2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627768F-E755-49AE-BDD4-F22B941EE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ADNOC Upstream - TotalEnergies - 06/10/2025</a:t>
            </a:r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79213C8-C608-4F8F-B3E7-6893ECEEC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39469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Mer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9FB4134C-1D6E-45C5-A0CB-6875E698A7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4401" y="231117"/>
            <a:ext cx="2788867" cy="2205948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9A50C95A-056C-429F-A1B6-8B1CDC140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000" y="2845977"/>
            <a:ext cx="7560000" cy="828000"/>
          </a:xfrm>
        </p:spPr>
        <p:txBody>
          <a:bodyPr anchor="t">
            <a:noAutofit/>
          </a:bodyPr>
          <a:lstStyle>
            <a:lvl1pPr algn="ctr">
              <a:defRPr sz="43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6328042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9879" y="167132"/>
            <a:ext cx="9720000" cy="1008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3" name="Image 6" descr="Une image contenant logo, Police, Graphique, graphisme&#10;&#10;Description générée automatiquement">
            <a:extLst>
              <a:ext uri="{FF2B5EF4-FFF2-40B4-BE49-F238E27FC236}">
                <a16:creationId xmlns:a16="http://schemas.microsoft.com/office/drawing/2014/main" id="{C4B32E10-8662-75FA-01FA-3E139C0DA7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6445" y="200052"/>
            <a:ext cx="657479" cy="988016"/>
          </a:xfrm>
          <a:prstGeom prst="rect">
            <a:avLst/>
          </a:prstGeom>
        </p:spPr>
      </p:pic>
      <p:sp>
        <p:nvSpPr>
          <p:cNvPr id="4" name="Espace réservé du pied de page 5">
            <a:extLst>
              <a:ext uri="{FF2B5EF4-FFF2-40B4-BE49-F238E27FC236}">
                <a16:creationId xmlns:a16="http://schemas.microsoft.com/office/drawing/2014/main" id="{FC37E64E-BA56-4250-09BC-D8081666F30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56680" y="6449983"/>
            <a:ext cx="36000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 noProof="0"/>
              <a:t>ADNOC Upstream - TotalEnergies - 06/10/2025</a:t>
            </a:r>
            <a:endParaRPr lang="en-US" noProof="0"/>
          </a:p>
        </p:txBody>
      </p:sp>
      <p:sp>
        <p:nvSpPr>
          <p:cNvPr id="5" name="Espace réservé du numéro de diapositive 9">
            <a:extLst>
              <a:ext uri="{FF2B5EF4-FFF2-40B4-BE49-F238E27FC236}">
                <a16:creationId xmlns:a16="http://schemas.microsoft.com/office/drawing/2014/main" id="{72FA3844-19BC-DD10-B944-63E97AD0064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219008" y="6449983"/>
            <a:ext cx="5760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Espace réservé du texte 8">
            <a:extLst>
              <a:ext uri="{FF2B5EF4-FFF2-40B4-BE49-F238E27FC236}">
                <a16:creationId xmlns:a16="http://schemas.microsoft.com/office/drawing/2014/main" id="{E4D9ADE2-17C2-066B-464A-B547014327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879" y="1372351"/>
            <a:ext cx="11268000" cy="486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>
                    <a:lumMod val="75000"/>
                  </a:schemeClr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</p:spTree>
    <p:extLst>
      <p:ext uri="{BB962C8B-B14F-4D97-AF65-F5344CB8AC3E}">
        <p14:creationId xmlns:p14="http://schemas.microsoft.com/office/powerpoint/2010/main" val="11971306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7BC41F0E-EC30-4D2A-AA16-7B987E32A1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C292072E-287F-4875-8FDB-C22CF04365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0DE2FB5-2CE4-44D5-9167-5E9A54E4AAB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9ED68ED-4BAB-426E-AC8B-79F072DDCF3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 noProof="0"/>
              <a:t>ADNOC Upstream - TotalEnergies - 06/10/2025</a:t>
            </a:r>
            <a:endParaRPr lang="en-US" noProof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18ECF392-ABEC-45C0-9399-5BB17B364A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004861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788D4B0C-E3F9-414B-897B-8A5F17BC2D2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9" y="2120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47" imgH="348" progId="TCLayout.ActiveDocument.1">
                  <p:embed/>
                </p:oleObj>
              </mc:Choice>
              <mc:Fallback>
                <p:oleObj name="think-cell Slide" r:id="rId5" imgW="347" imgH="348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788D4B0C-E3F9-414B-897B-8A5F17BC2D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9" y="2120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4F4BCE82-22A9-4CBF-9686-325BE79103F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2"/>
            <a:ext cx="211667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fr-FR" sz="2400" b="1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6265" y="141038"/>
            <a:ext cx="11040003" cy="610387"/>
          </a:xfrm>
        </p:spPr>
        <p:txBody>
          <a:bodyPr/>
          <a:lstStyle>
            <a:lvl1pPr>
              <a:defRPr sz="2400" b="1">
                <a:solidFill>
                  <a:srgbClr val="1859A9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76265" y="927431"/>
            <a:ext cx="11040003" cy="5179144"/>
          </a:xfrm>
        </p:spPr>
        <p:txBody>
          <a:bodyPr>
            <a:noAutofit/>
          </a:bodyPr>
          <a:lstStyle>
            <a:lvl2pPr marL="557199" indent="-214308">
              <a:buFont typeface="Wingdings" panose="05000000000000000000" pitchFamily="2" charset="2"/>
              <a:buChar char="§"/>
              <a:defRPr/>
            </a:lvl2pPr>
            <a:lvl3pPr marL="857228" indent="-171446">
              <a:buFont typeface="Wingdings" panose="05000000000000000000" pitchFamily="2" charset="2"/>
              <a:buChar char="Ø"/>
              <a:defRPr/>
            </a:lvl3pPr>
            <a:lvl4pPr marL="1200120" indent="-171446">
              <a:buFont typeface="Arial" panose="020B0604020202020204" pitchFamily="34" charset="0"/>
              <a:buChar char="•"/>
              <a:defRPr/>
            </a:lvl4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10667249" y="6336687"/>
            <a:ext cx="47801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fld id="{21F90BE8-D879-4F46-ACF9-7BCC67DCFB75}" type="slidenum">
              <a:rPr lang="fr-FR" sz="1400" smtClean="0">
                <a:solidFill>
                  <a:srgbClr val="1859A9"/>
                </a:solidFill>
              </a:rPr>
              <a:pPr/>
              <a:t>‹#›</a:t>
            </a:fld>
            <a:endParaRPr lang="en-US" sz="1400">
              <a:solidFill>
                <a:srgbClr val="1859A9"/>
              </a:solidFill>
            </a:endParaRPr>
          </a:p>
        </p:txBody>
      </p:sp>
      <p:pic>
        <p:nvPicPr>
          <p:cNvPr id="12" name="Image 11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7949" y="6242889"/>
            <a:ext cx="349073" cy="523149"/>
          </a:xfrm>
          <a:prstGeom prst="rect">
            <a:avLst/>
          </a:prstGeom>
        </p:spPr>
      </p:pic>
      <p:sp>
        <p:nvSpPr>
          <p:cNvPr id="24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4440735" y="6380876"/>
            <a:ext cx="6959664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1859A9"/>
                </a:solidFill>
              </a:defRPr>
            </a:lvl1pPr>
          </a:lstStyle>
          <a:p>
            <a:r>
              <a:rPr lang="nl-NL"/>
              <a:t>ADNOC Upstream - TotalEnergies - 06/10/2025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162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90">
          <p15:clr>
            <a:srgbClr val="00000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CB26E28-DC1C-47D2-A361-3497C18906A4}"/>
              </a:ext>
            </a:extLst>
          </p:cNvPr>
          <p:cNvSpPr/>
          <p:nvPr/>
        </p:nvSpPr>
        <p:spPr>
          <a:xfrm>
            <a:off x="240600" y="239400"/>
            <a:ext cx="11710800" cy="6379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>
              <a:solidFill>
                <a:prstClr val="white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3F4CDB-1518-4581-97E4-25089FE56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9EA8F0-61E3-4C3E-9042-E35E99EBA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>
              <a:solidFill>
                <a:srgbClr val="4D5156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E362B4-12AF-4CAD-BA8A-57B829FB7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rgbClr val="1859A9"/>
                </a:solidFill>
              </a:rPr>
              <a:t>ADNOC Upstream - TotalEnergies - 06/10/2025</a:t>
            </a:r>
            <a:endParaRPr lang="en-GB">
              <a:solidFill>
                <a:srgbClr val="1859A9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DEBC9F-B446-4417-95B2-C71369B21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41956-BF2E-4170-9809-8254439A8799}" type="slidenum">
              <a:rPr lang="en-GB" smtClean="0">
                <a:solidFill>
                  <a:srgbClr val="1859A9"/>
                </a:solidFill>
              </a:rPr>
              <a:pPr/>
              <a:t>‹#›</a:t>
            </a:fld>
            <a:endParaRPr lang="en-GB">
              <a:solidFill>
                <a:srgbClr val="1859A9"/>
              </a:solidFill>
            </a:endParaRP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54E28843-A433-4785-8AE9-5F9461E397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7737" y="1620002"/>
            <a:ext cx="5364163" cy="200025"/>
          </a:xfrm>
        </p:spPr>
        <p:txBody>
          <a:bodyPr/>
          <a:lstStyle>
            <a:lvl1pPr>
              <a:spcBef>
                <a:spcPts val="0"/>
              </a:spcBef>
              <a:defRPr sz="1070" b="1" cap="all" spc="360" baseline="0"/>
            </a:lvl1pPr>
            <a:lvl2pPr>
              <a:defRPr sz="1070"/>
            </a:lvl2pPr>
            <a:lvl3pPr>
              <a:defRPr sz="1070"/>
            </a:lvl3pPr>
            <a:lvl4pPr>
              <a:defRPr sz="1070"/>
            </a:lvl4pPr>
            <a:lvl5pPr>
              <a:defRPr sz="107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grpSp>
        <p:nvGrpSpPr>
          <p:cNvPr id="26" name="Group 25"/>
          <p:cNvGrpSpPr>
            <a:grpSpLocks noChangeAspect="1"/>
          </p:cNvGrpSpPr>
          <p:nvPr/>
        </p:nvGrpSpPr>
        <p:grpSpPr>
          <a:xfrm>
            <a:off x="10810888" y="2"/>
            <a:ext cx="658800" cy="1222741"/>
            <a:chOff x="10546428" y="-86005"/>
            <a:chExt cx="923259" cy="1713580"/>
          </a:xfrm>
        </p:grpSpPr>
        <p:sp>
          <p:nvSpPr>
            <p:cNvPr id="27" name="Rectangle 26"/>
            <p:cNvSpPr/>
            <p:nvPr/>
          </p:nvSpPr>
          <p:spPr bwMode="white">
            <a:xfrm>
              <a:off x="10546428" y="-86005"/>
              <a:ext cx="923259" cy="17135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>
                <a:solidFill>
                  <a:prstClr val="white"/>
                </a:solidFill>
              </a:endParaRPr>
            </a:p>
          </p:txBody>
        </p:sp>
        <p:grpSp>
          <p:nvGrpSpPr>
            <p:cNvPr id="28" name="Group 27"/>
            <p:cNvGrpSpPr>
              <a:grpSpLocks noChangeAspect="1"/>
            </p:cNvGrpSpPr>
            <p:nvPr/>
          </p:nvGrpSpPr>
          <p:grpSpPr>
            <a:xfrm>
              <a:off x="10639077" y="333830"/>
              <a:ext cx="767941" cy="1201994"/>
              <a:chOff x="3986213" y="0"/>
              <a:chExt cx="4381501" cy="6858001"/>
            </a:xfrm>
            <a:solidFill>
              <a:schemeClr val="tx2"/>
            </a:solidFill>
          </p:grpSpPr>
          <p:sp>
            <p:nvSpPr>
              <p:cNvPr id="29" name="Freeform 5"/>
              <p:cNvSpPr>
                <a:spLocks/>
              </p:cNvSpPr>
              <p:nvPr/>
            </p:nvSpPr>
            <p:spPr bwMode="auto">
              <a:xfrm>
                <a:off x="6521451" y="1746250"/>
                <a:ext cx="1846263" cy="2443163"/>
              </a:xfrm>
              <a:custGeom>
                <a:avLst/>
                <a:gdLst>
                  <a:gd name="T0" fmla="*/ 113 w 206"/>
                  <a:gd name="T1" fmla="*/ 196 h 273"/>
                  <a:gd name="T2" fmla="*/ 70 w 206"/>
                  <a:gd name="T3" fmla="*/ 273 h 273"/>
                  <a:gd name="T4" fmla="*/ 184 w 206"/>
                  <a:gd name="T5" fmla="*/ 273 h 273"/>
                  <a:gd name="T6" fmla="*/ 0 w 206"/>
                  <a:gd name="T7" fmla="*/ 0 h 273"/>
                  <a:gd name="T8" fmla="*/ 113 w 206"/>
                  <a:gd name="T9" fmla="*/ 196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6" h="273">
                    <a:moveTo>
                      <a:pt x="113" y="196"/>
                    </a:moveTo>
                    <a:cubicBezTo>
                      <a:pt x="106" y="226"/>
                      <a:pt x="91" y="252"/>
                      <a:pt x="70" y="273"/>
                    </a:cubicBezTo>
                    <a:cubicBezTo>
                      <a:pt x="184" y="273"/>
                      <a:pt x="184" y="273"/>
                      <a:pt x="184" y="273"/>
                    </a:cubicBezTo>
                    <a:cubicBezTo>
                      <a:pt x="206" y="154"/>
                      <a:pt x="128" y="28"/>
                      <a:pt x="0" y="0"/>
                    </a:cubicBezTo>
                    <a:cubicBezTo>
                      <a:pt x="26" y="7"/>
                      <a:pt x="138" y="60"/>
                      <a:pt x="113" y="196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30" name="Freeform 6"/>
              <p:cNvSpPr>
                <a:spLocks/>
              </p:cNvSpPr>
              <p:nvPr/>
            </p:nvSpPr>
            <p:spPr bwMode="auto">
              <a:xfrm>
                <a:off x="3986213" y="0"/>
                <a:ext cx="4219575" cy="4189413"/>
              </a:xfrm>
              <a:custGeom>
                <a:avLst/>
                <a:gdLst>
                  <a:gd name="T0" fmla="*/ 0 w 471"/>
                  <a:gd name="T1" fmla="*/ 0 h 468"/>
                  <a:gd name="T2" fmla="*/ 0 w 471"/>
                  <a:gd name="T3" fmla="*/ 468 h 468"/>
                  <a:gd name="T4" fmla="*/ 50 w 471"/>
                  <a:gd name="T5" fmla="*/ 468 h 468"/>
                  <a:gd name="T6" fmla="*/ 104 w 471"/>
                  <a:gd name="T7" fmla="*/ 466 h 468"/>
                  <a:gd name="T8" fmla="*/ 247 w 471"/>
                  <a:gd name="T9" fmla="*/ 346 h 468"/>
                  <a:gd name="T10" fmla="*/ 161 w 471"/>
                  <a:gd name="T11" fmla="*/ 219 h 468"/>
                  <a:gd name="T12" fmla="*/ 157 w 471"/>
                  <a:gd name="T13" fmla="*/ 218 h 468"/>
                  <a:gd name="T14" fmla="*/ 100 w 471"/>
                  <a:gd name="T15" fmla="*/ 212 h 468"/>
                  <a:gd name="T16" fmla="*/ 92 w 471"/>
                  <a:gd name="T17" fmla="*/ 243 h 468"/>
                  <a:gd name="T18" fmla="*/ 81 w 471"/>
                  <a:gd name="T19" fmla="*/ 165 h 468"/>
                  <a:gd name="T20" fmla="*/ 124 w 471"/>
                  <a:gd name="T21" fmla="*/ 123 h 468"/>
                  <a:gd name="T22" fmla="*/ 124 w 471"/>
                  <a:gd name="T23" fmla="*/ 122 h 468"/>
                  <a:gd name="T24" fmla="*/ 186 w 471"/>
                  <a:gd name="T25" fmla="*/ 78 h 468"/>
                  <a:gd name="T26" fmla="*/ 259 w 471"/>
                  <a:gd name="T27" fmla="*/ 58 h 468"/>
                  <a:gd name="T28" fmla="*/ 471 w 471"/>
                  <a:gd name="T29" fmla="*/ 151 h 468"/>
                  <a:gd name="T30" fmla="*/ 471 w 471"/>
                  <a:gd name="T31" fmla="*/ 0 h 468"/>
                  <a:gd name="T32" fmla="*/ 0 w 471"/>
                  <a:gd name="T33" fmla="*/ 0 h 4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71" h="468">
                    <a:moveTo>
                      <a:pt x="0" y="0"/>
                    </a:moveTo>
                    <a:cubicBezTo>
                      <a:pt x="0" y="468"/>
                      <a:pt x="0" y="468"/>
                      <a:pt x="0" y="468"/>
                    </a:cubicBezTo>
                    <a:cubicBezTo>
                      <a:pt x="50" y="468"/>
                      <a:pt x="50" y="468"/>
                      <a:pt x="50" y="468"/>
                    </a:cubicBezTo>
                    <a:cubicBezTo>
                      <a:pt x="80" y="468"/>
                      <a:pt x="87" y="468"/>
                      <a:pt x="104" y="466"/>
                    </a:cubicBezTo>
                    <a:cubicBezTo>
                      <a:pt x="175" y="455"/>
                      <a:pt x="240" y="397"/>
                      <a:pt x="247" y="346"/>
                    </a:cubicBezTo>
                    <a:cubicBezTo>
                      <a:pt x="258" y="285"/>
                      <a:pt x="225" y="232"/>
                      <a:pt x="161" y="219"/>
                    </a:cubicBezTo>
                    <a:cubicBezTo>
                      <a:pt x="160" y="219"/>
                      <a:pt x="159" y="218"/>
                      <a:pt x="157" y="218"/>
                    </a:cubicBezTo>
                    <a:cubicBezTo>
                      <a:pt x="155" y="218"/>
                      <a:pt x="124" y="218"/>
                      <a:pt x="100" y="212"/>
                    </a:cubicBezTo>
                    <a:cubicBezTo>
                      <a:pt x="100" y="212"/>
                      <a:pt x="87" y="223"/>
                      <a:pt x="92" y="243"/>
                    </a:cubicBezTo>
                    <a:cubicBezTo>
                      <a:pt x="92" y="243"/>
                      <a:pt x="61" y="210"/>
                      <a:pt x="81" y="165"/>
                    </a:cubicBezTo>
                    <a:cubicBezTo>
                      <a:pt x="81" y="165"/>
                      <a:pt x="90" y="144"/>
                      <a:pt x="124" y="123"/>
                    </a:cubicBezTo>
                    <a:cubicBezTo>
                      <a:pt x="124" y="123"/>
                      <a:pt x="124" y="122"/>
                      <a:pt x="124" y="122"/>
                    </a:cubicBezTo>
                    <a:cubicBezTo>
                      <a:pt x="133" y="111"/>
                      <a:pt x="155" y="93"/>
                      <a:pt x="186" y="78"/>
                    </a:cubicBezTo>
                    <a:cubicBezTo>
                      <a:pt x="201" y="71"/>
                      <a:pt x="228" y="61"/>
                      <a:pt x="259" y="58"/>
                    </a:cubicBezTo>
                    <a:cubicBezTo>
                      <a:pt x="397" y="45"/>
                      <a:pt x="471" y="151"/>
                      <a:pt x="471" y="151"/>
                    </a:cubicBezTo>
                    <a:cubicBezTo>
                      <a:pt x="471" y="0"/>
                      <a:pt x="471" y="0"/>
                      <a:pt x="47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31" name="Freeform 7"/>
              <p:cNvSpPr>
                <a:spLocks/>
              </p:cNvSpPr>
              <p:nvPr/>
            </p:nvSpPr>
            <p:spPr bwMode="auto">
              <a:xfrm>
                <a:off x="5545138" y="939800"/>
                <a:ext cx="2660650" cy="1011238"/>
              </a:xfrm>
              <a:custGeom>
                <a:avLst/>
                <a:gdLst>
                  <a:gd name="T0" fmla="*/ 167 w 297"/>
                  <a:gd name="T1" fmla="*/ 9 h 113"/>
                  <a:gd name="T2" fmla="*/ 0 w 297"/>
                  <a:gd name="T3" fmla="*/ 48 h 113"/>
                  <a:gd name="T4" fmla="*/ 33 w 297"/>
                  <a:gd name="T5" fmla="*/ 33 h 113"/>
                  <a:gd name="T6" fmla="*/ 61 w 297"/>
                  <a:gd name="T7" fmla="*/ 60 h 113"/>
                  <a:gd name="T8" fmla="*/ 103 w 297"/>
                  <a:gd name="T9" fmla="*/ 34 h 113"/>
                  <a:gd name="T10" fmla="*/ 103 w 297"/>
                  <a:gd name="T11" fmla="*/ 20 h 113"/>
                  <a:gd name="T12" fmla="*/ 297 w 297"/>
                  <a:gd name="T13" fmla="*/ 113 h 113"/>
                  <a:gd name="T14" fmla="*/ 297 w 297"/>
                  <a:gd name="T15" fmla="*/ 71 h 113"/>
                  <a:gd name="T16" fmla="*/ 167 w 297"/>
                  <a:gd name="T17" fmla="*/ 9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7" h="113">
                    <a:moveTo>
                      <a:pt x="167" y="9"/>
                    </a:moveTo>
                    <a:cubicBezTo>
                      <a:pt x="100" y="0"/>
                      <a:pt x="44" y="17"/>
                      <a:pt x="0" y="48"/>
                    </a:cubicBezTo>
                    <a:cubicBezTo>
                      <a:pt x="0" y="48"/>
                      <a:pt x="13" y="40"/>
                      <a:pt x="33" y="33"/>
                    </a:cubicBezTo>
                    <a:cubicBezTo>
                      <a:pt x="36" y="46"/>
                      <a:pt x="47" y="57"/>
                      <a:pt x="61" y="60"/>
                    </a:cubicBezTo>
                    <a:cubicBezTo>
                      <a:pt x="81" y="64"/>
                      <a:pt x="100" y="52"/>
                      <a:pt x="103" y="34"/>
                    </a:cubicBezTo>
                    <a:cubicBezTo>
                      <a:pt x="104" y="30"/>
                      <a:pt x="104" y="25"/>
                      <a:pt x="103" y="20"/>
                    </a:cubicBezTo>
                    <a:cubicBezTo>
                      <a:pt x="230" y="16"/>
                      <a:pt x="297" y="113"/>
                      <a:pt x="297" y="113"/>
                    </a:cubicBezTo>
                    <a:cubicBezTo>
                      <a:pt x="297" y="71"/>
                      <a:pt x="297" y="71"/>
                      <a:pt x="297" y="71"/>
                    </a:cubicBezTo>
                    <a:cubicBezTo>
                      <a:pt x="278" y="52"/>
                      <a:pt x="226" y="15"/>
                      <a:pt x="167" y="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32" name="Freeform 8"/>
              <p:cNvSpPr>
                <a:spLocks noEditPoints="1"/>
              </p:cNvSpPr>
              <p:nvPr/>
            </p:nvSpPr>
            <p:spPr bwMode="auto">
              <a:xfrm>
                <a:off x="3986213" y="6007100"/>
                <a:ext cx="796925" cy="833438"/>
              </a:xfrm>
              <a:custGeom>
                <a:avLst/>
                <a:gdLst>
                  <a:gd name="T0" fmla="*/ 310 w 502"/>
                  <a:gd name="T1" fmla="*/ 311 h 525"/>
                  <a:gd name="T2" fmla="*/ 248 w 502"/>
                  <a:gd name="T3" fmla="*/ 124 h 525"/>
                  <a:gd name="T4" fmla="*/ 186 w 502"/>
                  <a:gd name="T5" fmla="*/ 311 h 525"/>
                  <a:gd name="T6" fmla="*/ 310 w 502"/>
                  <a:gd name="T7" fmla="*/ 311 h 525"/>
                  <a:gd name="T8" fmla="*/ 198 w 502"/>
                  <a:gd name="T9" fmla="*/ 0 h 525"/>
                  <a:gd name="T10" fmla="*/ 305 w 502"/>
                  <a:gd name="T11" fmla="*/ 0 h 525"/>
                  <a:gd name="T12" fmla="*/ 502 w 502"/>
                  <a:gd name="T13" fmla="*/ 525 h 525"/>
                  <a:gd name="T14" fmla="*/ 384 w 502"/>
                  <a:gd name="T15" fmla="*/ 525 h 525"/>
                  <a:gd name="T16" fmla="*/ 339 w 502"/>
                  <a:gd name="T17" fmla="*/ 401 h 525"/>
                  <a:gd name="T18" fmla="*/ 158 w 502"/>
                  <a:gd name="T19" fmla="*/ 401 h 525"/>
                  <a:gd name="T20" fmla="*/ 113 w 502"/>
                  <a:gd name="T21" fmla="*/ 525 h 525"/>
                  <a:gd name="T22" fmla="*/ 0 w 502"/>
                  <a:gd name="T23" fmla="*/ 525 h 525"/>
                  <a:gd name="T24" fmla="*/ 198 w 502"/>
                  <a:gd name="T25" fmla="*/ 0 h 5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02" h="525">
                    <a:moveTo>
                      <a:pt x="310" y="311"/>
                    </a:moveTo>
                    <a:lnTo>
                      <a:pt x="248" y="124"/>
                    </a:lnTo>
                    <a:lnTo>
                      <a:pt x="186" y="311"/>
                    </a:lnTo>
                    <a:lnTo>
                      <a:pt x="310" y="311"/>
                    </a:lnTo>
                    <a:close/>
                    <a:moveTo>
                      <a:pt x="198" y="0"/>
                    </a:moveTo>
                    <a:lnTo>
                      <a:pt x="305" y="0"/>
                    </a:lnTo>
                    <a:lnTo>
                      <a:pt x="502" y="525"/>
                    </a:lnTo>
                    <a:lnTo>
                      <a:pt x="384" y="525"/>
                    </a:lnTo>
                    <a:lnTo>
                      <a:pt x="339" y="401"/>
                    </a:lnTo>
                    <a:lnTo>
                      <a:pt x="158" y="401"/>
                    </a:lnTo>
                    <a:lnTo>
                      <a:pt x="113" y="525"/>
                    </a:lnTo>
                    <a:lnTo>
                      <a:pt x="0" y="525"/>
                    </a:lnTo>
                    <a:lnTo>
                      <a:pt x="19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33" name="Freeform 9"/>
              <p:cNvSpPr>
                <a:spLocks noEditPoints="1"/>
              </p:cNvSpPr>
              <p:nvPr/>
            </p:nvSpPr>
            <p:spPr bwMode="auto">
              <a:xfrm>
                <a:off x="4881563" y="6007100"/>
                <a:ext cx="717550" cy="833438"/>
              </a:xfrm>
              <a:custGeom>
                <a:avLst/>
                <a:gdLst>
                  <a:gd name="T0" fmla="*/ 32 w 80"/>
                  <a:gd name="T1" fmla="*/ 76 h 93"/>
                  <a:gd name="T2" fmla="*/ 45 w 80"/>
                  <a:gd name="T3" fmla="*/ 74 h 93"/>
                  <a:gd name="T4" fmla="*/ 53 w 80"/>
                  <a:gd name="T5" fmla="*/ 68 h 93"/>
                  <a:gd name="T6" fmla="*/ 58 w 80"/>
                  <a:gd name="T7" fmla="*/ 58 h 93"/>
                  <a:gd name="T8" fmla="*/ 60 w 80"/>
                  <a:gd name="T9" fmla="*/ 46 h 93"/>
                  <a:gd name="T10" fmla="*/ 59 w 80"/>
                  <a:gd name="T11" fmla="*/ 34 h 93"/>
                  <a:gd name="T12" fmla="*/ 54 w 80"/>
                  <a:gd name="T13" fmla="*/ 24 h 93"/>
                  <a:gd name="T14" fmla="*/ 46 w 80"/>
                  <a:gd name="T15" fmla="*/ 18 h 93"/>
                  <a:gd name="T16" fmla="*/ 35 w 80"/>
                  <a:gd name="T17" fmla="*/ 16 h 93"/>
                  <a:gd name="T18" fmla="*/ 19 w 80"/>
                  <a:gd name="T19" fmla="*/ 16 h 93"/>
                  <a:gd name="T20" fmla="*/ 19 w 80"/>
                  <a:gd name="T21" fmla="*/ 76 h 93"/>
                  <a:gd name="T22" fmla="*/ 32 w 80"/>
                  <a:gd name="T23" fmla="*/ 76 h 93"/>
                  <a:gd name="T24" fmla="*/ 0 w 80"/>
                  <a:gd name="T25" fmla="*/ 0 h 93"/>
                  <a:gd name="T26" fmla="*/ 35 w 80"/>
                  <a:gd name="T27" fmla="*/ 0 h 93"/>
                  <a:gd name="T28" fmla="*/ 68 w 80"/>
                  <a:gd name="T29" fmla="*/ 11 h 93"/>
                  <a:gd name="T30" fmla="*/ 80 w 80"/>
                  <a:gd name="T31" fmla="*/ 46 h 93"/>
                  <a:gd name="T32" fmla="*/ 77 w 80"/>
                  <a:gd name="T33" fmla="*/ 66 h 93"/>
                  <a:gd name="T34" fmla="*/ 67 w 80"/>
                  <a:gd name="T35" fmla="*/ 81 h 93"/>
                  <a:gd name="T36" fmla="*/ 52 w 80"/>
                  <a:gd name="T37" fmla="*/ 90 h 93"/>
                  <a:gd name="T38" fmla="*/ 31 w 80"/>
                  <a:gd name="T39" fmla="*/ 93 h 93"/>
                  <a:gd name="T40" fmla="*/ 0 w 80"/>
                  <a:gd name="T41" fmla="*/ 93 h 93"/>
                  <a:gd name="T42" fmla="*/ 0 w 80"/>
                  <a:gd name="T43" fmla="*/ 0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0" h="93">
                    <a:moveTo>
                      <a:pt x="32" y="76"/>
                    </a:moveTo>
                    <a:cubicBezTo>
                      <a:pt x="37" y="76"/>
                      <a:pt x="41" y="76"/>
                      <a:pt x="45" y="74"/>
                    </a:cubicBezTo>
                    <a:cubicBezTo>
                      <a:pt x="48" y="73"/>
                      <a:pt x="51" y="71"/>
                      <a:pt x="53" y="68"/>
                    </a:cubicBezTo>
                    <a:cubicBezTo>
                      <a:pt x="56" y="65"/>
                      <a:pt x="57" y="62"/>
                      <a:pt x="58" y="58"/>
                    </a:cubicBezTo>
                    <a:cubicBezTo>
                      <a:pt x="59" y="55"/>
                      <a:pt x="60" y="51"/>
                      <a:pt x="60" y="46"/>
                    </a:cubicBezTo>
                    <a:cubicBezTo>
                      <a:pt x="60" y="41"/>
                      <a:pt x="59" y="37"/>
                      <a:pt x="59" y="34"/>
                    </a:cubicBezTo>
                    <a:cubicBezTo>
                      <a:pt x="58" y="30"/>
                      <a:pt x="56" y="27"/>
                      <a:pt x="54" y="24"/>
                    </a:cubicBezTo>
                    <a:cubicBezTo>
                      <a:pt x="52" y="22"/>
                      <a:pt x="50" y="20"/>
                      <a:pt x="46" y="18"/>
                    </a:cubicBezTo>
                    <a:cubicBezTo>
                      <a:pt x="43" y="17"/>
                      <a:pt x="39" y="16"/>
                      <a:pt x="35" y="16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19" y="76"/>
                      <a:pt x="19" y="76"/>
                      <a:pt x="19" y="76"/>
                    </a:cubicBezTo>
                    <a:lnTo>
                      <a:pt x="32" y="76"/>
                    </a:lnTo>
                    <a:close/>
                    <a:moveTo>
                      <a:pt x="0" y="0"/>
                    </a:moveTo>
                    <a:cubicBezTo>
                      <a:pt x="35" y="0"/>
                      <a:pt x="35" y="0"/>
                      <a:pt x="35" y="0"/>
                    </a:cubicBezTo>
                    <a:cubicBezTo>
                      <a:pt x="49" y="0"/>
                      <a:pt x="60" y="4"/>
                      <a:pt x="68" y="11"/>
                    </a:cubicBezTo>
                    <a:cubicBezTo>
                      <a:pt x="76" y="19"/>
                      <a:pt x="80" y="31"/>
                      <a:pt x="80" y="46"/>
                    </a:cubicBezTo>
                    <a:cubicBezTo>
                      <a:pt x="80" y="54"/>
                      <a:pt x="79" y="60"/>
                      <a:pt x="77" y="66"/>
                    </a:cubicBezTo>
                    <a:cubicBezTo>
                      <a:pt x="74" y="72"/>
                      <a:pt x="71" y="77"/>
                      <a:pt x="67" y="81"/>
                    </a:cubicBezTo>
                    <a:cubicBezTo>
                      <a:pt x="63" y="85"/>
                      <a:pt x="58" y="88"/>
                      <a:pt x="52" y="90"/>
                    </a:cubicBezTo>
                    <a:cubicBezTo>
                      <a:pt x="46" y="92"/>
                      <a:pt x="39" y="93"/>
                      <a:pt x="31" y="93"/>
                    </a:cubicBezTo>
                    <a:cubicBezTo>
                      <a:pt x="0" y="93"/>
                      <a:pt x="0" y="93"/>
                      <a:pt x="0" y="93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34" name="Freeform 10"/>
              <p:cNvSpPr>
                <a:spLocks/>
              </p:cNvSpPr>
              <p:nvPr/>
            </p:nvSpPr>
            <p:spPr bwMode="auto">
              <a:xfrm>
                <a:off x="5734051" y="6007100"/>
                <a:ext cx="671513" cy="833438"/>
              </a:xfrm>
              <a:custGeom>
                <a:avLst/>
                <a:gdLst>
                  <a:gd name="T0" fmla="*/ 0 w 423"/>
                  <a:gd name="T1" fmla="*/ 0 h 525"/>
                  <a:gd name="T2" fmla="*/ 101 w 423"/>
                  <a:gd name="T3" fmla="*/ 0 h 525"/>
                  <a:gd name="T4" fmla="*/ 316 w 423"/>
                  <a:gd name="T5" fmla="*/ 344 h 525"/>
                  <a:gd name="T6" fmla="*/ 316 w 423"/>
                  <a:gd name="T7" fmla="*/ 0 h 525"/>
                  <a:gd name="T8" fmla="*/ 423 w 423"/>
                  <a:gd name="T9" fmla="*/ 0 h 525"/>
                  <a:gd name="T10" fmla="*/ 423 w 423"/>
                  <a:gd name="T11" fmla="*/ 525 h 525"/>
                  <a:gd name="T12" fmla="*/ 327 w 423"/>
                  <a:gd name="T13" fmla="*/ 525 h 525"/>
                  <a:gd name="T14" fmla="*/ 107 w 423"/>
                  <a:gd name="T15" fmla="*/ 181 h 525"/>
                  <a:gd name="T16" fmla="*/ 107 w 423"/>
                  <a:gd name="T17" fmla="*/ 525 h 525"/>
                  <a:gd name="T18" fmla="*/ 0 w 423"/>
                  <a:gd name="T19" fmla="*/ 525 h 525"/>
                  <a:gd name="T20" fmla="*/ 0 w 423"/>
                  <a:gd name="T21" fmla="*/ 0 h 5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23" h="525">
                    <a:moveTo>
                      <a:pt x="0" y="0"/>
                    </a:moveTo>
                    <a:lnTo>
                      <a:pt x="101" y="0"/>
                    </a:lnTo>
                    <a:lnTo>
                      <a:pt x="316" y="344"/>
                    </a:lnTo>
                    <a:lnTo>
                      <a:pt x="316" y="0"/>
                    </a:lnTo>
                    <a:lnTo>
                      <a:pt x="423" y="0"/>
                    </a:lnTo>
                    <a:lnTo>
                      <a:pt x="423" y="525"/>
                    </a:lnTo>
                    <a:lnTo>
                      <a:pt x="327" y="525"/>
                    </a:lnTo>
                    <a:lnTo>
                      <a:pt x="107" y="181"/>
                    </a:lnTo>
                    <a:lnTo>
                      <a:pt x="107" y="525"/>
                    </a:lnTo>
                    <a:lnTo>
                      <a:pt x="0" y="52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35" name="Freeform 11"/>
              <p:cNvSpPr>
                <a:spLocks noEditPoints="1"/>
              </p:cNvSpPr>
              <p:nvPr/>
            </p:nvSpPr>
            <p:spPr bwMode="auto">
              <a:xfrm>
                <a:off x="6548438" y="5980113"/>
                <a:ext cx="796925" cy="877888"/>
              </a:xfrm>
              <a:custGeom>
                <a:avLst/>
                <a:gdLst>
                  <a:gd name="T0" fmla="*/ 45 w 89"/>
                  <a:gd name="T1" fmla="*/ 82 h 98"/>
                  <a:gd name="T2" fmla="*/ 63 w 89"/>
                  <a:gd name="T3" fmla="*/ 73 h 98"/>
                  <a:gd name="T4" fmla="*/ 69 w 89"/>
                  <a:gd name="T5" fmla="*/ 49 h 98"/>
                  <a:gd name="T6" fmla="*/ 63 w 89"/>
                  <a:gd name="T7" fmla="*/ 26 h 98"/>
                  <a:gd name="T8" fmla="*/ 45 w 89"/>
                  <a:gd name="T9" fmla="*/ 17 h 98"/>
                  <a:gd name="T10" fmla="*/ 26 w 89"/>
                  <a:gd name="T11" fmla="*/ 26 h 98"/>
                  <a:gd name="T12" fmla="*/ 20 w 89"/>
                  <a:gd name="T13" fmla="*/ 49 h 98"/>
                  <a:gd name="T14" fmla="*/ 26 w 89"/>
                  <a:gd name="T15" fmla="*/ 73 h 98"/>
                  <a:gd name="T16" fmla="*/ 45 w 89"/>
                  <a:gd name="T17" fmla="*/ 82 h 98"/>
                  <a:gd name="T18" fmla="*/ 45 w 89"/>
                  <a:gd name="T19" fmla="*/ 98 h 98"/>
                  <a:gd name="T20" fmla="*/ 26 w 89"/>
                  <a:gd name="T21" fmla="*/ 95 h 98"/>
                  <a:gd name="T22" fmla="*/ 12 w 89"/>
                  <a:gd name="T23" fmla="*/ 85 h 98"/>
                  <a:gd name="T24" fmla="*/ 3 w 89"/>
                  <a:gd name="T25" fmla="*/ 70 h 98"/>
                  <a:gd name="T26" fmla="*/ 0 w 89"/>
                  <a:gd name="T27" fmla="*/ 49 h 98"/>
                  <a:gd name="T28" fmla="*/ 3 w 89"/>
                  <a:gd name="T29" fmla="*/ 29 h 98"/>
                  <a:gd name="T30" fmla="*/ 12 w 89"/>
                  <a:gd name="T31" fmla="*/ 14 h 98"/>
                  <a:gd name="T32" fmla="*/ 26 w 89"/>
                  <a:gd name="T33" fmla="*/ 4 h 98"/>
                  <a:gd name="T34" fmla="*/ 45 w 89"/>
                  <a:gd name="T35" fmla="*/ 0 h 98"/>
                  <a:gd name="T36" fmla="*/ 63 w 89"/>
                  <a:gd name="T37" fmla="*/ 4 h 98"/>
                  <a:gd name="T38" fmla="*/ 77 w 89"/>
                  <a:gd name="T39" fmla="*/ 14 h 98"/>
                  <a:gd name="T40" fmla="*/ 86 w 89"/>
                  <a:gd name="T41" fmla="*/ 29 h 98"/>
                  <a:gd name="T42" fmla="*/ 89 w 89"/>
                  <a:gd name="T43" fmla="*/ 49 h 98"/>
                  <a:gd name="T44" fmla="*/ 86 w 89"/>
                  <a:gd name="T45" fmla="*/ 70 h 98"/>
                  <a:gd name="T46" fmla="*/ 77 w 89"/>
                  <a:gd name="T47" fmla="*/ 85 h 98"/>
                  <a:gd name="T48" fmla="*/ 63 w 89"/>
                  <a:gd name="T49" fmla="*/ 95 h 98"/>
                  <a:gd name="T50" fmla="*/ 45 w 89"/>
                  <a:gd name="T51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89" h="98">
                    <a:moveTo>
                      <a:pt x="45" y="82"/>
                    </a:moveTo>
                    <a:cubicBezTo>
                      <a:pt x="53" y="82"/>
                      <a:pt x="59" y="79"/>
                      <a:pt x="63" y="73"/>
                    </a:cubicBezTo>
                    <a:cubicBezTo>
                      <a:pt x="67" y="68"/>
                      <a:pt x="69" y="60"/>
                      <a:pt x="69" y="49"/>
                    </a:cubicBezTo>
                    <a:cubicBezTo>
                      <a:pt x="69" y="39"/>
                      <a:pt x="67" y="31"/>
                      <a:pt x="63" y="26"/>
                    </a:cubicBezTo>
                    <a:cubicBezTo>
                      <a:pt x="59" y="20"/>
                      <a:pt x="53" y="17"/>
                      <a:pt x="45" y="17"/>
                    </a:cubicBezTo>
                    <a:cubicBezTo>
                      <a:pt x="36" y="17"/>
                      <a:pt x="30" y="20"/>
                      <a:pt x="26" y="26"/>
                    </a:cubicBezTo>
                    <a:cubicBezTo>
                      <a:pt x="22" y="31"/>
                      <a:pt x="20" y="39"/>
                      <a:pt x="20" y="49"/>
                    </a:cubicBezTo>
                    <a:cubicBezTo>
                      <a:pt x="20" y="60"/>
                      <a:pt x="22" y="68"/>
                      <a:pt x="26" y="73"/>
                    </a:cubicBezTo>
                    <a:cubicBezTo>
                      <a:pt x="30" y="79"/>
                      <a:pt x="36" y="82"/>
                      <a:pt x="45" y="82"/>
                    </a:cubicBezTo>
                    <a:moveTo>
                      <a:pt x="45" y="98"/>
                    </a:moveTo>
                    <a:cubicBezTo>
                      <a:pt x="38" y="98"/>
                      <a:pt x="31" y="97"/>
                      <a:pt x="26" y="95"/>
                    </a:cubicBezTo>
                    <a:cubicBezTo>
                      <a:pt x="21" y="93"/>
                      <a:pt x="16" y="89"/>
                      <a:pt x="12" y="85"/>
                    </a:cubicBezTo>
                    <a:cubicBezTo>
                      <a:pt x="8" y="81"/>
                      <a:pt x="5" y="76"/>
                      <a:pt x="3" y="70"/>
                    </a:cubicBezTo>
                    <a:cubicBezTo>
                      <a:pt x="1" y="64"/>
                      <a:pt x="0" y="57"/>
                      <a:pt x="0" y="49"/>
                    </a:cubicBezTo>
                    <a:cubicBezTo>
                      <a:pt x="0" y="42"/>
                      <a:pt x="1" y="35"/>
                      <a:pt x="3" y="29"/>
                    </a:cubicBezTo>
                    <a:cubicBezTo>
                      <a:pt x="5" y="23"/>
                      <a:pt x="8" y="18"/>
                      <a:pt x="12" y="14"/>
                    </a:cubicBezTo>
                    <a:cubicBezTo>
                      <a:pt x="16" y="9"/>
                      <a:pt x="21" y="6"/>
                      <a:pt x="26" y="4"/>
                    </a:cubicBezTo>
                    <a:cubicBezTo>
                      <a:pt x="32" y="2"/>
                      <a:pt x="38" y="0"/>
                      <a:pt x="45" y="0"/>
                    </a:cubicBezTo>
                    <a:cubicBezTo>
                      <a:pt x="52" y="0"/>
                      <a:pt x="58" y="2"/>
                      <a:pt x="63" y="4"/>
                    </a:cubicBezTo>
                    <a:cubicBezTo>
                      <a:pt x="69" y="6"/>
                      <a:pt x="73" y="9"/>
                      <a:pt x="77" y="14"/>
                    </a:cubicBezTo>
                    <a:cubicBezTo>
                      <a:pt x="81" y="18"/>
                      <a:pt x="84" y="23"/>
                      <a:pt x="86" y="29"/>
                    </a:cubicBezTo>
                    <a:cubicBezTo>
                      <a:pt x="88" y="35"/>
                      <a:pt x="89" y="42"/>
                      <a:pt x="89" y="49"/>
                    </a:cubicBezTo>
                    <a:cubicBezTo>
                      <a:pt x="89" y="57"/>
                      <a:pt x="88" y="64"/>
                      <a:pt x="86" y="70"/>
                    </a:cubicBezTo>
                    <a:cubicBezTo>
                      <a:pt x="84" y="76"/>
                      <a:pt x="81" y="81"/>
                      <a:pt x="77" y="85"/>
                    </a:cubicBezTo>
                    <a:cubicBezTo>
                      <a:pt x="74" y="89"/>
                      <a:pt x="69" y="93"/>
                      <a:pt x="63" y="95"/>
                    </a:cubicBezTo>
                    <a:cubicBezTo>
                      <a:pt x="58" y="97"/>
                      <a:pt x="52" y="98"/>
                      <a:pt x="45" y="9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36" name="Freeform 12"/>
              <p:cNvSpPr>
                <a:spLocks/>
              </p:cNvSpPr>
              <p:nvPr/>
            </p:nvSpPr>
            <p:spPr bwMode="auto">
              <a:xfrm>
                <a:off x="7453313" y="5980113"/>
                <a:ext cx="742950" cy="877888"/>
              </a:xfrm>
              <a:custGeom>
                <a:avLst/>
                <a:gdLst>
                  <a:gd name="T0" fmla="*/ 83 w 83"/>
                  <a:gd name="T1" fmla="*/ 64 h 98"/>
                  <a:gd name="T2" fmla="*/ 79 w 83"/>
                  <a:gd name="T3" fmla="*/ 77 h 98"/>
                  <a:gd name="T4" fmla="*/ 71 w 83"/>
                  <a:gd name="T5" fmla="*/ 88 h 98"/>
                  <a:gd name="T6" fmla="*/ 59 w 83"/>
                  <a:gd name="T7" fmla="*/ 96 h 98"/>
                  <a:gd name="T8" fmla="*/ 43 w 83"/>
                  <a:gd name="T9" fmla="*/ 98 h 98"/>
                  <a:gd name="T10" fmla="*/ 24 w 83"/>
                  <a:gd name="T11" fmla="*/ 95 h 98"/>
                  <a:gd name="T12" fmla="*/ 11 w 83"/>
                  <a:gd name="T13" fmla="*/ 85 h 98"/>
                  <a:gd name="T14" fmla="*/ 3 w 83"/>
                  <a:gd name="T15" fmla="*/ 69 h 98"/>
                  <a:gd name="T16" fmla="*/ 0 w 83"/>
                  <a:gd name="T17" fmla="*/ 49 h 98"/>
                  <a:gd name="T18" fmla="*/ 3 w 83"/>
                  <a:gd name="T19" fmla="*/ 29 h 98"/>
                  <a:gd name="T20" fmla="*/ 12 w 83"/>
                  <a:gd name="T21" fmla="*/ 14 h 98"/>
                  <a:gd name="T22" fmla="*/ 25 w 83"/>
                  <a:gd name="T23" fmla="*/ 4 h 98"/>
                  <a:gd name="T24" fmla="*/ 43 w 83"/>
                  <a:gd name="T25" fmla="*/ 0 h 98"/>
                  <a:gd name="T26" fmla="*/ 59 w 83"/>
                  <a:gd name="T27" fmla="*/ 3 h 98"/>
                  <a:gd name="T28" fmla="*/ 70 w 83"/>
                  <a:gd name="T29" fmla="*/ 9 h 98"/>
                  <a:gd name="T30" fmla="*/ 77 w 83"/>
                  <a:gd name="T31" fmla="*/ 19 h 98"/>
                  <a:gd name="T32" fmla="*/ 81 w 83"/>
                  <a:gd name="T33" fmla="*/ 32 h 98"/>
                  <a:gd name="T34" fmla="*/ 62 w 83"/>
                  <a:gd name="T35" fmla="*/ 35 h 98"/>
                  <a:gd name="T36" fmla="*/ 56 w 83"/>
                  <a:gd name="T37" fmla="*/ 22 h 98"/>
                  <a:gd name="T38" fmla="*/ 43 w 83"/>
                  <a:gd name="T39" fmla="*/ 17 h 98"/>
                  <a:gd name="T40" fmla="*/ 26 w 83"/>
                  <a:gd name="T41" fmla="*/ 26 h 98"/>
                  <a:gd name="T42" fmla="*/ 20 w 83"/>
                  <a:gd name="T43" fmla="*/ 49 h 98"/>
                  <a:gd name="T44" fmla="*/ 27 w 83"/>
                  <a:gd name="T45" fmla="*/ 73 h 98"/>
                  <a:gd name="T46" fmla="*/ 43 w 83"/>
                  <a:gd name="T47" fmla="*/ 82 h 98"/>
                  <a:gd name="T48" fmla="*/ 56 w 83"/>
                  <a:gd name="T49" fmla="*/ 77 h 98"/>
                  <a:gd name="T50" fmla="*/ 62 w 83"/>
                  <a:gd name="T51" fmla="*/ 64 h 98"/>
                  <a:gd name="T52" fmla="*/ 83 w 83"/>
                  <a:gd name="T53" fmla="*/ 6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3" h="98">
                    <a:moveTo>
                      <a:pt x="83" y="64"/>
                    </a:moveTo>
                    <a:cubicBezTo>
                      <a:pt x="82" y="69"/>
                      <a:pt x="81" y="73"/>
                      <a:pt x="79" y="77"/>
                    </a:cubicBezTo>
                    <a:cubicBezTo>
                      <a:pt x="77" y="82"/>
                      <a:pt x="75" y="85"/>
                      <a:pt x="71" y="88"/>
                    </a:cubicBezTo>
                    <a:cubicBezTo>
                      <a:pt x="68" y="91"/>
                      <a:pt x="64" y="94"/>
                      <a:pt x="59" y="96"/>
                    </a:cubicBezTo>
                    <a:cubicBezTo>
                      <a:pt x="55" y="97"/>
                      <a:pt x="49" y="98"/>
                      <a:pt x="43" y="98"/>
                    </a:cubicBezTo>
                    <a:cubicBezTo>
                      <a:pt x="36" y="98"/>
                      <a:pt x="30" y="97"/>
                      <a:pt x="24" y="95"/>
                    </a:cubicBezTo>
                    <a:cubicBezTo>
                      <a:pt x="19" y="92"/>
                      <a:pt x="15" y="89"/>
                      <a:pt x="11" y="85"/>
                    </a:cubicBezTo>
                    <a:cubicBezTo>
                      <a:pt x="7" y="81"/>
                      <a:pt x="5" y="75"/>
                      <a:pt x="3" y="69"/>
                    </a:cubicBezTo>
                    <a:cubicBezTo>
                      <a:pt x="1" y="63"/>
                      <a:pt x="0" y="57"/>
                      <a:pt x="0" y="49"/>
                    </a:cubicBezTo>
                    <a:cubicBezTo>
                      <a:pt x="0" y="42"/>
                      <a:pt x="1" y="35"/>
                      <a:pt x="3" y="29"/>
                    </a:cubicBezTo>
                    <a:cubicBezTo>
                      <a:pt x="5" y="23"/>
                      <a:pt x="8" y="18"/>
                      <a:pt x="12" y="14"/>
                    </a:cubicBezTo>
                    <a:cubicBezTo>
                      <a:pt x="15" y="9"/>
                      <a:pt x="20" y="6"/>
                      <a:pt x="25" y="4"/>
                    </a:cubicBezTo>
                    <a:cubicBezTo>
                      <a:pt x="31" y="2"/>
                      <a:pt x="37" y="0"/>
                      <a:pt x="43" y="0"/>
                    </a:cubicBezTo>
                    <a:cubicBezTo>
                      <a:pt x="49" y="0"/>
                      <a:pt x="54" y="1"/>
                      <a:pt x="59" y="3"/>
                    </a:cubicBezTo>
                    <a:cubicBezTo>
                      <a:pt x="63" y="4"/>
                      <a:pt x="67" y="6"/>
                      <a:pt x="70" y="9"/>
                    </a:cubicBezTo>
                    <a:cubicBezTo>
                      <a:pt x="73" y="12"/>
                      <a:pt x="75" y="15"/>
                      <a:pt x="77" y="19"/>
                    </a:cubicBezTo>
                    <a:cubicBezTo>
                      <a:pt x="79" y="23"/>
                      <a:pt x="80" y="27"/>
                      <a:pt x="81" y="32"/>
                    </a:cubicBezTo>
                    <a:cubicBezTo>
                      <a:pt x="62" y="35"/>
                      <a:pt x="62" y="35"/>
                      <a:pt x="62" y="35"/>
                    </a:cubicBezTo>
                    <a:cubicBezTo>
                      <a:pt x="61" y="29"/>
                      <a:pt x="59" y="25"/>
                      <a:pt x="56" y="22"/>
                    </a:cubicBezTo>
                    <a:cubicBezTo>
                      <a:pt x="53" y="19"/>
                      <a:pt x="49" y="17"/>
                      <a:pt x="43" y="17"/>
                    </a:cubicBezTo>
                    <a:cubicBezTo>
                      <a:pt x="36" y="17"/>
                      <a:pt x="30" y="20"/>
                      <a:pt x="26" y="26"/>
                    </a:cubicBezTo>
                    <a:cubicBezTo>
                      <a:pt x="22" y="31"/>
                      <a:pt x="20" y="39"/>
                      <a:pt x="20" y="49"/>
                    </a:cubicBezTo>
                    <a:cubicBezTo>
                      <a:pt x="20" y="60"/>
                      <a:pt x="23" y="68"/>
                      <a:pt x="27" y="73"/>
                    </a:cubicBezTo>
                    <a:cubicBezTo>
                      <a:pt x="31" y="79"/>
                      <a:pt x="36" y="82"/>
                      <a:pt x="43" y="82"/>
                    </a:cubicBezTo>
                    <a:cubicBezTo>
                      <a:pt x="49" y="82"/>
                      <a:pt x="54" y="80"/>
                      <a:pt x="56" y="77"/>
                    </a:cubicBezTo>
                    <a:cubicBezTo>
                      <a:pt x="59" y="74"/>
                      <a:pt x="61" y="69"/>
                      <a:pt x="62" y="64"/>
                    </a:cubicBezTo>
                    <a:lnTo>
                      <a:pt x="83" y="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37" name="Freeform 13"/>
              <p:cNvSpPr>
                <a:spLocks noEditPoints="1"/>
              </p:cNvSpPr>
              <p:nvPr/>
            </p:nvSpPr>
            <p:spPr bwMode="auto">
              <a:xfrm>
                <a:off x="3986213" y="4735513"/>
                <a:ext cx="1066800" cy="887413"/>
              </a:xfrm>
              <a:custGeom>
                <a:avLst/>
                <a:gdLst>
                  <a:gd name="T0" fmla="*/ 82 w 119"/>
                  <a:gd name="T1" fmla="*/ 40 h 99"/>
                  <a:gd name="T2" fmla="*/ 82 w 119"/>
                  <a:gd name="T3" fmla="*/ 47 h 99"/>
                  <a:gd name="T4" fmla="*/ 57 w 119"/>
                  <a:gd name="T5" fmla="*/ 47 h 99"/>
                  <a:gd name="T6" fmla="*/ 57 w 119"/>
                  <a:gd name="T7" fmla="*/ 40 h 99"/>
                  <a:gd name="T8" fmla="*/ 60 w 119"/>
                  <a:gd name="T9" fmla="*/ 40 h 99"/>
                  <a:gd name="T10" fmla="*/ 60 w 119"/>
                  <a:gd name="T11" fmla="*/ 36 h 99"/>
                  <a:gd name="T12" fmla="*/ 63 w 119"/>
                  <a:gd name="T13" fmla="*/ 28 h 99"/>
                  <a:gd name="T14" fmla="*/ 71 w 119"/>
                  <a:gd name="T15" fmla="*/ 25 h 99"/>
                  <a:gd name="T16" fmla="*/ 78 w 119"/>
                  <a:gd name="T17" fmla="*/ 28 h 99"/>
                  <a:gd name="T18" fmla="*/ 81 w 119"/>
                  <a:gd name="T19" fmla="*/ 35 h 99"/>
                  <a:gd name="T20" fmla="*/ 75 w 119"/>
                  <a:gd name="T21" fmla="*/ 36 h 99"/>
                  <a:gd name="T22" fmla="*/ 74 w 119"/>
                  <a:gd name="T23" fmla="*/ 32 h 99"/>
                  <a:gd name="T24" fmla="*/ 71 w 119"/>
                  <a:gd name="T25" fmla="*/ 32 h 99"/>
                  <a:gd name="T26" fmla="*/ 67 w 119"/>
                  <a:gd name="T27" fmla="*/ 36 h 99"/>
                  <a:gd name="T28" fmla="*/ 67 w 119"/>
                  <a:gd name="T29" fmla="*/ 40 h 99"/>
                  <a:gd name="T30" fmla="*/ 82 w 119"/>
                  <a:gd name="T31" fmla="*/ 40 h 99"/>
                  <a:gd name="T32" fmla="*/ 100 w 119"/>
                  <a:gd name="T33" fmla="*/ 82 h 99"/>
                  <a:gd name="T34" fmla="*/ 100 w 119"/>
                  <a:gd name="T35" fmla="*/ 0 h 99"/>
                  <a:gd name="T36" fmla="*/ 119 w 119"/>
                  <a:gd name="T37" fmla="*/ 0 h 99"/>
                  <a:gd name="T38" fmla="*/ 119 w 119"/>
                  <a:gd name="T39" fmla="*/ 99 h 99"/>
                  <a:gd name="T40" fmla="*/ 38 w 119"/>
                  <a:gd name="T41" fmla="*/ 99 h 99"/>
                  <a:gd name="T42" fmla="*/ 10 w 119"/>
                  <a:gd name="T43" fmla="*/ 91 h 99"/>
                  <a:gd name="T44" fmla="*/ 0 w 119"/>
                  <a:gd name="T45" fmla="*/ 65 h 99"/>
                  <a:gd name="T46" fmla="*/ 4 w 119"/>
                  <a:gd name="T47" fmla="*/ 49 h 99"/>
                  <a:gd name="T48" fmla="*/ 16 w 119"/>
                  <a:gd name="T49" fmla="*/ 37 h 99"/>
                  <a:gd name="T50" fmla="*/ 34 w 119"/>
                  <a:gd name="T51" fmla="*/ 33 h 99"/>
                  <a:gd name="T52" fmla="*/ 36 w 119"/>
                  <a:gd name="T53" fmla="*/ 49 h 99"/>
                  <a:gd name="T54" fmla="*/ 23 w 119"/>
                  <a:gd name="T55" fmla="*/ 54 h 99"/>
                  <a:gd name="T56" fmla="*/ 19 w 119"/>
                  <a:gd name="T57" fmla="*/ 65 h 99"/>
                  <a:gd name="T58" fmla="*/ 23 w 119"/>
                  <a:gd name="T59" fmla="*/ 78 h 99"/>
                  <a:gd name="T60" fmla="*/ 38 w 119"/>
                  <a:gd name="T61" fmla="*/ 82 h 99"/>
                  <a:gd name="T62" fmla="*/ 100 w 119"/>
                  <a:gd name="T63" fmla="*/ 82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19" h="99">
                    <a:moveTo>
                      <a:pt x="82" y="40"/>
                    </a:moveTo>
                    <a:cubicBezTo>
                      <a:pt x="82" y="47"/>
                      <a:pt x="82" y="47"/>
                      <a:pt x="82" y="47"/>
                    </a:cubicBezTo>
                    <a:cubicBezTo>
                      <a:pt x="57" y="47"/>
                      <a:pt x="57" y="47"/>
                      <a:pt x="57" y="47"/>
                    </a:cubicBezTo>
                    <a:cubicBezTo>
                      <a:pt x="57" y="40"/>
                      <a:pt x="57" y="40"/>
                      <a:pt x="57" y="40"/>
                    </a:cubicBezTo>
                    <a:cubicBezTo>
                      <a:pt x="60" y="40"/>
                      <a:pt x="60" y="40"/>
                      <a:pt x="60" y="40"/>
                    </a:cubicBezTo>
                    <a:cubicBezTo>
                      <a:pt x="60" y="36"/>
                      <a:pt x="60" y="36"/>
                      <a:pt x="60" y="36"/>
                    </a:cubicBezTo>
                    <a:cubicBezTo>
                      <a:pt x="60" y="33"/>
                      <a:pt x="61" y="30"/>
                      <a:pt x="63" y="28"/>
                    </a:cubicBezTo>
                    <a:cubicBezTo>
                      <a:pt x="65" y="26"/>
                      <a:pt x="67" y="25"/>
                      <a:pt x="71" y="25"/>
                    </a:cubicBezTo>
                    <a:cubicBezTo>
                      <a:pt x="74" y="25"/>
                      <a:pt x="77" y="26"/>
                      <a:pt x="78" y="28"/>
                    </a:cubicBezTo>
                    <a:cubicBezTo>
                      <a:pt x="80" y="29"/>
                      <a:pt x="81" y="31"/>
                      <a:pt x="81" y="35"/>
                    </a:cubicBezTo>
                    <a:cubicBezTo>
                      <a:pt x="75" y="36"/>
                      <a:pt x="75" y="36"/>
                      <a:pt x="75" y="36"/>
                    </a:cubicBezTo>
                    <a:cubicBezTo>
                      <a:pt x="75" y="34"/>
                      <a:pt x="75" y="33"/>
                      <a:pt x="74" y="32"/>
                    </a:cubicBezTo>
                    <a:cubicBezTo>
                      <a:pt x="74" y="32"/>
                      <a:pt x="73" y="32"/>
                      <a:pt x="71" y="32"/>
                    </a:cubicBezTo>
                    <a:cubicBezTo>
                      <a:pt x="68" y="32"/>
                      <a:pt x="67" y="33"/>
                      <a:pt x="67" y="36"/>
                    </a:cubicBezTo>
                    <a:cubicBezTo>
                      <a:pt x="67" y="40"/>
                      <a:pt x="67" y="40"/>
                      <a:pt x="67" y="40"/>
                    </a:cubicBezTo>
                    <a:lnTo>
                      <a:pt x="82" y="40"/>
                    </a:lnTo>
                    <a:close/>
                    <a:moveTo>
                      <a:pt x="100" y="82"/>
                    </a:moveTo>
                    <a:cubicBezTo>
                      <a:pt x="100" y="0"/>
                      <a:pt x="100" y="0"/>
                      <a:pt x="100" y="0"/>
                    </a:cubicBezTo>
                    <a:cubicBezTo>
                      <a:pt x="119" y="0"/>
                      <a:pt x="119" y="0"/>
                      <a:pt x="119" y="0"/>
                    </a:cubicBezTo>
                    <a:cubicBezTo>
                      <a:pt x="119" y="99"/>
                      <a:pt x="119" y="99"/>
                      <a:pt x="119" y="99"/>
                    </a:cubicBezTo>
                    <a:cubicBezTo>
                      <a:pt x="38" y="99"/>
                      <a:pt x="38" y="99"/>
                      <a:pt x="38" y="99"/>
                    </a:cubicBezTo>
                    <a:cubicBezTo>
                      <a:pt x="25" y="99"/>
                      <a:pt x="16" y="96"/>
                      <a:pt x="10" y="91"/>
                    </a:cubicBezTo>
                    <a:cubicBezTo>
                      <a:pt x="3" y="85"/>
                      <a:pt x="0" y="77"/>
                      <a:pt x="0" y="65"/>
                    </a:cubicBezTo>
                    <a:cubicBezTo>
                      <a:pt x="0" y="59"/>
                      <a:pt x="2" y="54"/>
                      <a:pt x="4" y="49"/>
                    </a:cubicBezTo>
                    <a:cubicBezTo>
                      <a:pt x="7" y="44"/>
                      <a:pt x="11" y="40"/>
                      <a:pt x="16" y="37"/>
                    </a:cubicBezTo>
                    <a:cubicBezTo>
                      <a:pt x="21" y="34"/>
                      <a:pt x="27" y="33"/>
                      <a:pt x="34" y="33"/>
                    </a:cubicBezTo>
                    <a:cubicBezTo>
                      <a:pt x="36" y="49"/>
                      <a:pt x="36" y="49"/>
                      <a:pt x="36" y="49"/>
                    </a:cubicBezTo>
                    <a:cubicBezTo>
                      <a:pt x="30" y="50"/>
                      <a:pt x="25" y="51"/>
                      <a:pt x="23" y="54"/>
                    </a:cubicBezTo>
                    <a:cubicBezTo>
                      <a:pt x="20" y="56"/>
                      <a:pt x="19" y="60"/>
                      <a:pt x="19" y="65"/>
                    </a:cubicBezTo>
                    <a:cubicBezTo>
                      <a:pt x="19" y="71"/>
                      <a:pt x="20" y="76"/>
                      <a:pt x="23" y="78"/>
                    </a:cubicBezTo>
                    <a:cubicBezTo>
                      <a:pt x="26" y="81"/>
                      <a:pt x="31" y="82"/>
                      <a:pt x="38" y="82"/>
                    </a:cubicBezTo>
                    <a:lnTo>
                      <a:pt x="100" y="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38" name="Freeform 14"/>
              <p:cNvSpPr>
                <a:spLocks noEditPoints="1"/>
              </p:cNvSpPr>
              <p:nvPr/>
            </p:nvSpPr>
            <p:spPr bwMode="auto">
              <a:xfrm>
                <a:off x="5195888" y="5005388"/>
                <a:ext cx="1684338" cy="903288"/>
              </a:xfrm>
              <a:custGeom>
                <a:avLst/>
                <a:gdLst>
                  <a:gd name="T0" fmla="*/ 44 w 188"/>
                  <a:gd name="T1" fmla="*/ 52 h 101"/>
                  <a:gd name="T2" fmla="*/ 38 w 188"/>
                  <a:gd name="T3" fmla="*/ 52 h 101"/>
                  <a:gd name="T4" fmla="*/ 19 w 188"/>
                  <a:gd name="T5" fmla="*/ 32 h 101"/>
                  <a:gd name="T6" fmla="*/ 22 w 188"/>
                  <a:gd name="T7" fmla="*/ 20 h 101"/>
                  <a:gd name="T8" fmla="*/ 32 w 188"/>
                  <a:gd name="T9" fmla="*/ 16 h 101"/>
                  <a:gd name="T10" fmla="*/ 39 w 188"/>
                  <a:gd name="T11" fmla="*/ 17 h 101"/>
                  <a:gd name="T12" fmla="*/ 43 w 188"/>
                  <a:gd name="T13" fmla="*/ 23 h 101"/>
                  <a:gd name="T14" fmla="*/ 44 w 188"/>
                  <a:gd name="T15" fmla="*/ 37 h 101"/>
                  <a:gd name="T16" fmla="*/ 44 w 188"/>
                  <a:gd name="T17" fmla="*/ 52 h 101"/>
                  <a:gd name="T18" fmla="*/ 170 w 188"/>
                  <a:gd name="T19" fmla="*/ 0 h 101"/>
                  <a:gd name="T20" fmla="*/ 170 w 188"/>
                  <a:gd name="T21" fmla="*/ 52 h 101"/>
                  <a:gd name="T22" fmla="*/ 63 w 188"/>
                  <a:gd name="T23" fmla="*/ 52 h 101"/>
                  <a:gd name="T24" fmla="*/ 63 w 188"/>
                  <a:gd name="T25" fmla="*/ 32 h 101"/>
                  <a:gd name="T26" fmla="*/ 55 w 188"/>
                  <a:gd name="T27" fmla="*/ 8 h 101"/>
                  <a:gd name="T28" fmla="*/ 32 w 188"/>
                  <a:gd name="T29" fmla="*/ 0 h 101"/>
                  <a:gd name="T30" fmla="*/ 8 w 188"/>
                  <a:gd name="T31" fmla="*/ 9 h 101"/>
                  <a:gd name="T32" fmla="*/ 0 w 188"/>
                  <a:gd name="T33" fmla="*/ 32 h 101"/>
                  <a:gd name="T34" fmla="*/ 11 w 188"/>
                  <a:gd name="T35" fmla="*/ 60 h 101"/>
                  <a:gd name="T36" fmla="*/ 42 w 188"/>
                  <a:gd name="T37" fmla="*/ 69 h 101"/>
                  <a:gd name="T38" fmla="*/ 44 w 188"/>
                  <a:gd name="T39" fmla="*/ 69 h 101"/>
                  <a:gd name="T40" fmla="*/ 44 w 188"/>
                  <a:gd name="T41" fmla="*/ 72 h 101"/>
                  <a:gd name="T42" fmla="*/ 41 w 188"/>
                  <a:gd name="T43" fmla="*/ 86 h 101"/>
                  <a:gd name="T44" fmla="*/ 51 w 188"/>
                  <a:gd name="T45" fmla="*/ 101 h 101"/>
                  <a:gd name="T46" fmla="*/ 55 w 188"/>
                  <a:gd name="T47" fmla="*/ 97 h 101"/>
                  <a:gd name="T48" fmla="*/ 63 w 188"/>
                  <a:gd name="T49" fmla="*/ 69 h 101"/>
                  <a:gd name="T50" fmla="*/ 188 w 188"/>
                  <a:gd name="T51" fmla="*/ 69 h 101"/>
                  <a:gd name="T52" fmla="*/ 188 w 188"/>
                  <a:gd name="T53" fmla="*/ 0 h 101"/>
                  <a:gd name="T54" fmla="*/ 170 w 188"/>
                  <a:gd name="T55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88" h="101">
                    <a:moveTo>
                      <a:pt x="44" y="52"/>
                    </a:moveTo>
                    <a:cubicBezTo>
                      <a:pt x="38" y="52"/>
                      <a:pt x="38" y="52"/>
                      <a:pt x="38" y="52"/>
                    </a:cubicBezTo>
                    <a:cubicBezTo>
                      <a:pt x="25" y="52"/>
                      <a:pt x="19" y="45"/>
                      <a:pt x="19" y="32"/>
                    </a:cubicBezTo>
                    <a:cubicBezTo>
                      <a:pt x="19" y="27"/>
                      <a:pt x="20" y="23"/>
                      <a:pt x="22" y="20"/>
                    </a:cubicBezTo>
                    <a:cubicBezTo>
                      <a:pt x="24" y="17"/>
                      <a:pt x="27" y="16"/>
                      <a:pt x="32" y="16"/>
                    </a:cubicBezTo>
                    <a:cubicBezTo>
                      <a:pt x="35" y="16"/>
                      <a:pt x="37" y="16"/>
                      <a:pt x="39" y="17"/>
                    </a:cubicBezTo>
                    <a:cubicBezTo>
                      <a:pt x="41" y="19"/>
                      <a:pt x="42" y="20"/>
                      <a:pt x="43" y="23"/>
                    </a:cubicBezTo>
                    <a:cubicBezTo>
                      <a:pt x="44" y="26"/>
                      <a:pt x="44" y="32"/>
                      <a:pt x="44" y="37"/>
                    </a:cubicBezTo>
                    <a:lnTo>
                      <a:pt x="44" y="52"/>
                    </a:lnTo>
                    <a:close/>
                    <a:moveTo>
                      <a:pt x="170" y="0"/>
                    </a:moveTo>
                    <a:cubicBezTo>
                      <a:pt x="170" y="52"/>
                      <a:pt x="170" y="52"/>
                      <a:pt x="170" y="52"/>
                    </a:cubicBezTo>
                    <a:cubicBezTo>
                      <a:pt x="63" y="52"/>
                      <a:pt x="63" y="52"/>
                      <a:pt x="63" y="52"/>
                    </a:cubicBezTo>
                    <a:cubicBezTo>
                      <a:pt x="63" y="32"/>
                      <a:pt x="63" y="32"/>
                      <a:pt x="63" y="32"/>
                    </a:cubicBezTo>
                    <a:cubicBezTo>
                      <a:pt x="63" y="22"/>
                      <a:pt x="60" y="13"/>
                      <a:pt x="55" y="8"/>
                    </a:cubicBezTo>
                    <a:cubicBezTo>
                      <a:pt x="50" y="3"/>
                      <a:pt x="42" y="0"/>
                      <a:pt x="32" y="0"/>
                    </a:cubicBezTo>
                    <a:cubicBezTo>
                      <a:pt x="22" y="0"/>
                      <a:pt x="14" y="3"/>
                      <a:pt x="8" y="9"/>
                    </a:cubicBezTo>
                    <a:cubicBezTo>
                      <a:pt x="3" y="14"/>
                      <a:pt x="0" y="22"/>
                      <a:pt x="0" y="32"/>
                    </a:cubicBezTo>
                    <a:cubicBezTo>
                      <a:pt x="0" y="44"/>
                      <a:pt x="3" y="54"/>
                      <a:pt x="11" y="60"/>
                    </a:cubicBezTo>
                    <a:cubicBezTo>
                      <a:pt x="18" y="66"/>
                      <a:pt x="28" y="69"/>
                      <a:pt x="42" y="69"/>
                    </a:cubicBezTo>
                    <a:cubicBezTo>
                      <a:pt x="44" y="69"/>
                      <a:pt x="44" y="69"/>
                      <a:pt x="44" y="69"/>
                    </a:cubicBezTo>
                    <a:cubicBezTo>
                      <a:pt x="44" y="72"/>
                      <a:pt x="44" y="72"/>
                      <a:pt x="44" y="72"/>
                    </a:cubicBezTo>
                    <a:cubicBezTo>
                      <a:pt x="44" y="79"/>
                      <a:pt x="43" y="83"/>
                      <a:pt x="41" y="86"/>
                    </a:cubicBezTo>
                    <a:cubicBezTo>
                      <a:pt x="51" y="101"/>
                      <a:pt x="51" y="101"/>
                      <a:pt x="51" y="101"/>
                    </a:cubicBezTo>
                    <a:cubicBezTo>
                      <a:pt x="53" y="100"/>
                      <a:pt x="54" y="99"/>
                      <a:pt x="55" y="97"/>
                    </a:cubicBezTo>
                    <a:cubicBezTo>
                      <a:pt x="60" y="92"/>
                      <a:pt x="63" y="80"/>
                      <a:pt x="63" y="69"/>
                    </a:cubicBezTo>
                    <a:cubicBezTo>
                      <a:pt x="188" y="69"/>
                      <a:pt x="188" y="69"/>
                      <a:pt x="188" y="69"/>
                    </a:cubicBezTo>
                    <a:cubicBezTo>
                      <a:pt x="188" y="0"/>
                      <a:pt x="188" y="0"/>
                      <a:pt x="188" y="0"/>
                    </a:cubicBezTo>
                    <a:lnTo>
                      <a:pt x="17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39" name="Rectangle 15"/>
              <p:cNvSpPr>
                <a:spLocks noChangeArrowheads="1"/>
              </p:cNvSpPr>
              <p:nvPr/>
            </p:nvSpPr>
            <p:spPr bwMode="auto">
              <a:xfrm>
                <a:off x="6718301" y="4754563"/>
                <a:ext cx="161925" cy="1698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40" name="Freeform 16"/>
              <p:cNvSpPr>
                <a:spLocks/>
              </p:cNvSpPr>
              <p:nvPr/>
            </p:nvSpPr>
            <p:spPr bwMode="auto">
              <a:xfrm>
                <a:off x="7013576" y="5005388"/>
                <a:ext cx="833438" cy="617538"/>
              </a:xfrm>
              <a:custGeom>
                <a:avLst/>
                <a:gdLst>
                  <a:gd name="T0" fmla="*/ 74 w 93"/>
                  <a:gd name="T1" fmla="*/ 52 h 69"/>
                  <a:gd name="T2" fmla="*/ 74 w 93"/>
                  <a:gd name="T3" fmla="*/ 42 h 69"/>
                  <a:gd name="T4" fmla="*/ 70 w 93"/>
                  <a:gd name="T5" fmla="*/ 23 h 69"/>
                  <a:gd name="T6" fmla="*/ 55 w 93"/>
                  <a:gd name="T7" fmla="*/ 17 h 69"/>
                  <a:gd name="T8" fmla="*/ 41 w 93"/>
                  <a:gd name="T9" fmla="*/ 20 h 69"/>
                  <a:gd name="T10" fmla="*/ 36 w 93"/>
                  <a:gd name="T11" fmla="*/ 3 h 69"/>
                  <a:gd name="T12" fmla="*/ 56 w 93"/>
                  <a:gd name="T13" fmla="*/ 0 h 69"/>
                  <a:gd name="T14" fmla="*/ 84 w 93"/>
                  <a:gd name="T15" fmla="*/ 10 h 69"/>
                  <a:gd name="T16" fmla="*/ 93 w 93"/>
                  <a:gd name="T17" fmla="*/ 40 h 69"/>
                  <a:gd name="T18" fmla="*/ 93 w 93"/>
                  <a:gd name="T19" fmla="*/ 69 h 69"/>
                  <a:gd name="T20" fmla="*/ 0 w 93"/>
                  <a:gd name="T21" fmla="*/ 69 h 69"/>
                  <a:gd name="T22" fmla="*/ 0 w 93"/>
                  <a:gd name="T23" fmla="*/ 52 h 69"/>
                  <a:gd name="T24" fmla="*/ 74 w 93"/>
                  <a:gd name="T25" fmla="*/ 52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3" h="69">
                    <a:moveTo>
                      <a:pt x="74" y="52"/>
                    </a:moveTo>
                    <a:cubicBezTo>
                      <a:pt x="74" y="42"/>
                      <a:pt x="74" y="42"/>
                      <a:pt x="74" y="42"/>
                    </a:cubicBezTo>
                    <a:cubicBezTo>
                      <a:pt x="74" y="34"/>
                      <a:pt x="73" y="27"/>
                      <a:pt x="70" y="23"/>
                    </a:cubicBezTo>
                    <a:cubicBezTo>
                      <a:pt x="66" y="19"/>
                      <a:pt x="61" y="17"/>
                      <a:pt x="55" y="17"/>
                    </a:cubicBezTo>
                    <a:cubicBezTo>
                      <a:pt x="50" y="17"/>
                      <a:pt x="46" y="18"/>
                      <a:pt x="41" y="20"/>
                    </a:cubicBezTo>
                    <a:cubicBezTo>
                      <a:pt x="36" y="3"/>
                      <a:pt x="36" y="3"/>
                      <a:pt x="36" y="3"/>
                    </a:cubicBezTo>
                    <a:cubicBezTo>
                      <a:pt x="42" y="1"/>
                      <a:pt x="49" y="0"/>
                      <a:pt x="56" y="0"/>
                    </a:cubicBezTo>
                    <a:cubicBezTo>
                      <a:pt x="68" y="0"/>
                      <a:pt x="77" y="3"/>
                      <a:pt x="84" y="10"/>
                    </a:cubicBezTo>
                    <a:cubicBezTo>
                      <a:pt x="90" y="17"/>
                      <a:pt x="93" y="27"/>
                      <a:pt x="93" y="40"/>
                    </a:cubicBezTo>
                    <a:cubicBezTo>
                      <a:pt x="93" y="69"/>
                      <a:pt x="93" y="69"/>
                      <a:pt x="93" y="69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52"/>
                      <a:pt x="0" y="52"/>
                      <a:pt x="0" y="52"/>
                    </a:cubicBezTo>
                    <a:lnTo>
                      <a:pt x="74" y="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41" name="Freeform 17"/>
              <p:cNvSpPr>
                <a:spLocks/>
              </p:cNvSpPr>
              <p:nvPr/>
            </p:nvSpPr>
            <p:spPr bwMode="auto">
              <a:xfrm>
                <a:off x="7972426" y="4565650"/>
                <a:ext cx="223838" cy="188913"/>
              </a:xfrm>
              <a:custGeom>
                <a:avLst/>
                <a:gdLst>
                  <a:gd name="T0" fmla="*/ 25 w 25"/>
                  <a:gd name="T1" fmla="*/ 14 h 21"/>
                  <a:gd name="T2" fmla="*/ 25 w 25"/>
                  <a:gd name="T3" fmla="*/ 21 h 21"/>
                  <a:gd name="T4" fmla="*/ 0 w 25"/>
                  <a:gd name="T5" fmla="*/ 21 h 21"/>
                  <a:gd name="T6" fmla="*/ 0 w 25"/>
                  <a:gd name="T7" fmla="*/ 14 h 21"/>
                  <a:gd name="T8" fmla="*/ 3 w 25"/>
                  <a:gd name="T9" fmla="*/ 14 h 21"/>
                  <a:gd name="T10" fmla="*/ 3 w 25"/>
                  <a:gd name="T11" fmla="*/ 10 h 21"/>
                  <a:gd name="T12" fmla="*/ 6 w 25"/>
                  <a:gd name="T13" fmla="*/ 2 h 21"/>
                  <a:gd name="T14" fmla="*/ 14 w 25"/>
                  <a:gd name="T15" fmla="*/ 0 h 21"/>
                  <a:gd name="T16" fmla="*/ 21 w 25"/>
                  <a:gd name="T17" fmla="*/ 2 h 21"/>
                  <a:gd name="T18" fmla="*/ 24 w 25"/>
                  <a:gd name="T19" fmla="*/ 9 h 21"/>
                  <a:gd name="T20" fmla="*/ 18 w 25"/>
                  <a:gd name="T21" fmla="*/ 10 h 21"/>
                  <a:gd name="T22" fmla="*/ 17 w 25"/>
                  <a:gd name="T23" fmla="*/ 7 h 21"/>
                  <a:gd name="T24" fmla="*/ 14 w 25"/>
                  <a:gd name="T25" fmla="*/ 6 h 21"/>
                  <a:gd name="T26" fmla="*/ 10 w 25"/>
                  <a:gd name="T27" fmla="*/ 11 h 21"/>
                  <a:gd name="T28" fmla="*/ 10 w 25"/>
                  <a:gd name="T29" fmla="*/ 14 h 21"/>
                  <a:gd name="T30" fmla="*/ 25 w 25"/>
                  <a:gd name="T31" fmla="*/ 14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5" h="21">
                    <a:moveTo>
                      <a:pt x="25" y="14"/>
                    </a:moveTo>
                    <a:cubicBezTo>
                      <a:pt x="25" y="21"/>
                      <a:pt x="25" y="21"/>
                      <a:pt x="25" y="21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3" y="7"/>
                      <a:pt x="4" y="4"/>
                      <a:pt x="6" y="2"/>
                    </a:cubicBezTo>
                    <a:cubicBezTo>
                      <a:pt x="8" y="1"/>
                      <a:pt x="10" y="0"/>
                      <a:pt x="14" y="0"/>
                    </a:cubicBezTo>
                    <a:cubicBezTo>
                      <a:pt x="17" y="0"/>
                      <a:pt x="20" y="0"/>
                      <a:pt x="21" y="2"/>
                    </a:cubicBezTo>
                    <a:cubicBezTo>
                      <a:pt x="23" y="3"/>
                      <a:pt x="24" y="6"/>
                      <a:pt x="24" y="9"/>
                    </a:cubicBezTo>
                    <a:cubicBezTo>
                      <a:pt x="18" y="10"/>
                      <a:pt x="18" y="10"/>
                      <a:pt x="18" y="10"/>
                    </a:cubicBezTo>
                    <a:cubicBezTo>
                      <a:pt x="18" y="8"/>
                      <a:pt x="17" y="7"/>
                      <a:pt x="17" y="7"/>
                    </a:cubicBezTo>
                    <a:cubicBezTo>
                      <a:pt x="16" y="6"/>
                      <a:pt x="15" y="6"/>
                      <a:pt x="14" y="6"/>
                    </a:cubicBezTo>
                    <a:cubicBezTo>
                      <a:pt x="11" y="6"/>
                      <a:pt x="10" y="7"/>
                      <a:pt x="10" y="11"/>
                    </a:cubicBezTo>
                    <a:cubicBezTo>
                      <a:pt x="10" y="14"/>
                      <a:pt x="10" y="14"/>
                      <a:pt x="10" y="14"/>
                    </a:cubicBezTo>
                    <a:lnTo>
                      <a:pt x="25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42" name="Rectangle 18"/>
              <p:cNvSpPr>
                <a:spLocks noChangeArrowheads="1"/>
              </p:cNvSpPr>
              <p:nvPr/>
            </p:nvSpPr>
            <p:spPr bwMode="auto">
              <a:xfrm>
                <a:off x="7991476" y="4816475"/>
                <a:ext cx="169863" cy="80645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>
                  <a:solidFill>
                    <a:prstClr val="black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277301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CB26E28-DC1C-47D2-A361-3497C18906A4}"/>
              </a:ext>
            </a:extLst>
          </p:cNvPr>
          <p:cNvSpPr/>
          <p:nvPr userDrawn="1"/>
        </p:nvSpPr>
        <p:spPr>
          <a:xfrm>
            <a:off x="240602" y="239400"/>
            <a:ext cx="11710800" cy="6379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7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4DB259-62B2-468B-9E8E-5B1097662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749B0C-377B-4F10-B4B2-B6DE52385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ADNOC Upstream - TotalEnergies - 06/10/2025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3E29DE-0751-4942-AB31-6C2A8C061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GB" sz="1199" b="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7641956-BF2E-4170-9809-8254439A8799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2" name="Group 21"/>
          <p:cNvGrpSpPr>
            <a:grpSpLocks noChangeAspect="1"/>
          </p:cNvGrpSpPr>
          <p:nvPr userDrawn="1"/>
        </p:nvGrpSpPr>
        <p:grpSpPr>
          <a:xfrm>
            <a:off x="10810888" y="1"/>
            <a:ext cx="658800" cy="1222742"/>
            <a:chOff x="10546428" y="-86005"/>
            <a:chExt cx="923259" cy="1713580"/>
          </a:xfrm>
        </p:grpSpPr>
        <p:sp>
          <p:nvSpPr>
            <p:cNvPr id="23" name="Rectangle 22"/>
            <p:cNvSpPr/>
            <p:nvPr userDrawn="1"/>
          </p:nvSpPr>
          <p:spPr bwMode="white">
            <a:xfrm>
              <a:off x="10546428" y="-86005"/>
              <a:ext cx="923259" cy="17135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797"/>
            </a:p>
          </p:txBody>
        </p:sp>
        <p:grpSp>
          <p:nvGrpSpPr>
            <p:cNvPr id="24" name="Group 23"/>
            <p:cNvGrpSpPr>
              <a:grpSpLocks noChangeAspect="1"/>
            </p:cNvGrpSpPr>
            <p:nvPr userDrawn="1"/>
          </p:nvGrpSpPr>
          <p:grpSpPr>
            <a:xfrm>
              <a:off x="10639077" y="333830"/>
              <a:ext cx="767941" cy="1201994"/>
              <a:chOff x="3986213" y="0"/>
              <a:chExt cx="4381501" cy="6858001"/>
            </a:xfrm>
            <a:solidFill>
              <a:schemeClr val="tx2"/>
            </a:solidFill>
          </p:grpSpPr>
          <p:sp>
            <p:nvSpPr>
              <p:cNvPr id="25" name="Freeform 5"/>
              <p:cNvSpPr>
                <a:spLocks/>
              </p:cNvSpPr>
              <p:nvPr/>
            </p:nvSpPr>
            <p:spPr bwMode="auto">
              <a:xfrm>
                <a:off x="6521451" y="1746250"/>
                <a:ext cx="1846263" cy="2443163"/>
              </a:xfrm>
              <a:custGeom>
                <a:avLst/>
                <a:gdLst>
                  <a:gd name="T0" fmla="*/ 113 w 206"/>
                  <a:gd name="T1" fmla="*/ 196 h 273"/>
                  <a:gd name="T2" fmla="*/ 70 w 206"/>
                  <a:gd name="T3" fmla="*/ 273 h 273"/>
                  <a:gd name="T4" fmla="*/ 184 w 206"/>
                  <a:gd name="T5" fmla="*/ 273 h 273"/>
                  <a:gd name="T6" fmla="*/ 0 w 206"/>
                  <a:gd name="T7" fmla="*/ 0 h 273"/>
                  <a:gd name="T8" fmla="*/ 113 w 206"/>
                  <a:gd name="T9" fmla="*/ 196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6" h="273">
                    <a:moveTo>
                      <a:pt x="113" y="196"/>
                    </a:moveTo>
                    <a:cubicBezTo>
                      <a:pt x="106" y="226"/>
                      <a:pt x="91" y="252"/>
                      <a:pt x="70" y="273"/>
                    </a:cubicBezTo>
                    <a:cubicBezTo>
                      <a:pt x="184" y="273"/>
                      <a:pt x="184" y="273"/>
                      <a:pt x="184" y="273"/>
                    </a:cubicBezTo>
                    <a:cubicBezTo>
                      <a:pt x="206" y="154"/>
                      <a:pt x="128" y="28"/>
                      <a:pt x="0" y="0"/>
                    </a:cubicBezTo>
                    <a:cubicBezTo>
                      <a:pt x="26" y="7"/>
                      <a:pt x="138" y="60"/>
                      <a:pt x="113" y="196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797"/>
              </a:p>
            </p:txBody>
          </p:sp>
          <p:sp>
            <p:nvSpPr>
              <p:cNvPr id="26" name="Freeform 6"/>
              <p:cNvSpPr>
                <a:spLocks/>
              </p:cNvSpPr>
              <p:nvPr/>
            </p:nvSpPr>
            <p:spPr bwMode="auto">
              <a:xfrm>
                <a:off x="3986213" y="0"/>
                <a:ext cx="4219575" cy="4189413"/>
              </a:xfrm>
              <a:custGeom>
                <a:avLst/>
                <a:gdLst>
                  <a:gd name="T0" fmla="*/ 0 w 471"/>
                  <a:gd name="T1" fmla="*/ 0 h 468"/>
                  <a:gd name="T2" fmla="*/ 0 w 471"/>
                  <a:gd name="T3" fmla="*/ 468 h 468"/>
                  <a:gd name="T4" fmla="*/ 50 w 471"/>
                  <a:gd name="T5" fmla="*/ 468 h 468"/>
                  <a:gd name="T6" fmla="*/ 104 w 471"/>
                  <a:gd name="T7" fmla="*/ 466 h 468"/>
                  <a:gd name="T8" fmla="*/ 247 w 471"/>
                  <a:gd name="T9" fmla="*/ 346 h 468"/>
                  <a:gd name="T10" fmla="*/ 161 w 471"/>
                  <a:gd name="T11" fmla="*/ 219 h 468"/>
                  <a:gd name="T12" fmla="*/ 157 w 471"/>
                  <a:gd name="T13" fmla="*/ 218 h 468"/>
                  <a:gd name="T14" fmla="*/ 100 w 471"/>
                  <a:gd name="T15" fmla="*/ 212 h 468"/>
                  <a:gd name="T16" fmla="*/ 92 w 471"/>
                  <a:gd name="T17" fmla="*/ 243 h 468"/>
                  <a:gd name="T18" fmla="*/ 81 w 471"/>
                  <a:gd name="T19" fmla="*/ 165 h 468"/>
                  <a:gd name="T20" fmla="*/ 124 w 471"/>
                  <a:gd name="T21" fmla="*/ 123 h 468"/>
                  <a:gd name="T22" fmla="*/ 124 w 471"/>
                  <a:gd name="T23" fmla="*/ 122 h 468"/>
                  <a:gd name="T24" fmla="*/ 186 w 471"/>
                  <a:gd name="T25" fmla="*/ 78 h 468"/>
                  <a:gd name="T26" fmla="*/ 259 w 471"/>
                  <a:gd name="T27" fmla="*/ 58 h 468"/>
                  <a:gd name="T28" fmla="*/ 471 w 471"/>
                  <a:gd name="T29" fmla="*/ 151 h 468"/>
                  <a:gd name="T30" fmla="*/ 471 w 471"/>
                  <a:gd name="T31" fmla="*/ 0 h 468"/>
                  <a:gd name="T32" fmla="*/ 0 w 471"/>
                  <a:gd name="T33" fmla="*/ 0 h 4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71" h="468">
                    <a:moveTo>
                      <a:pt x="0" y="0"/>
                    </a:moveTo>
                    <a:cubicBezTo>
                      <a:pt x="0" y="468"/>
                      <a:pt x="0" y="468"/>
                      <a:pt x="0" y="468"/>
                    </a:cubicBezTo>
                    <a:cubicBezTo>
                      <a:pt x="50" y="468"/>
                      <a:pt x="50" y="468"/>
                      <a:pt x="50" y="468"/>
                    </a:cubicBezTo>
                    <a:cubicBezTo>
                      <a:pt x="80" y="468"/>
                      <a:pt x="87" y="468"/>
                      <a:pt x="104" y="466"/>
                    </a:cubicBezTo>
                    <a:cubicBezTo>
                      <a:pt x="175" y="455"/>
                      <a:pt x="240" y="397"/>
                      <a:pt x="247" y="346"/>
                    </a:cubicBezTo>
                    <a:cubicBezTo>
                      <a:pt x="258" y="285"/>
                      <a:pt x="225" y="232"/>
                      <a:pt x="161" y="219"/>
                    </a:cubicBezTo>
                    <a:cubicBezTo>
                      <a:pt x="160" y="219"/>
                      <a:pt x="159" y="218"/>
                      <a:pt x="157" y="218"/>
                    </a:cubicBezTo>
                    <a:cubicBezTo>
                      <a:pt x="155" y="218"/>
                      <a:pt x="124" y="218"/>
                      <a:pt x="100" y="212"/>
                    </a:cubicBezTo>
                    <a:cubicBezTo>
                      <a:pt x="100" y="212"/>
                      <a:pt x="87" y="223"/>
                      <a:pt x="92" y="243"/>
                    </a:cubicBezTo>
                    <a:cubicBezTo>
                      <a:pt x="92" y="243"/>
                      <a:pt x="61" y="210"/>
                      <a:pt x="81" y="165"/>
                    </a:cubicBezTo>
                    <a:cubicBezTo>
                      <a:pt x="81" y="165"/>
                      <a:pt x="90" y="144"/>
                      <a:pt x="124" y="123"/>
                    </a:cubicBezTo>
                    <a:cubicBezTo>
                      <a:pt x="124" y="123"/>
                      <a:pt x="124" y="122"/>
                      <a:pt x="124" y="122"/>
                    </a:cubicBezTo>
                    <a:cubicBezTo>
                      <a:pt x="133" y="111"/>
                      <a:pt x="155" y="93"/>
                      <a:pt x="186" y="78"/>
                    </a:cubicBezTo>
                    <a:cubicBezTo>
                      <a:pt x="201" y="71"/>
                      <a:pt x="228" y="61"/>
                      <a:pt x="259" y="58"/>
                    </a:cubicBezTo>
                    <a:cubicBezTo>
                      <a:pt x="397" y="45"/>
                      <a:pt x="471" y="151"/>
                      <a:pt x="471" y="151"/>
                    </a:cubicBezTo>
                    <a:cubicBezTo>
                      <a:pt x="471" y="0"/>
                      <a:pt x="471" y="0"/>
                      <a:pt x="47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797"/>
              </a:p>
            </p:txBody>
          </p:sp>
          <p:sp>
            <p:nvSpPr>
              <p:cNvPr id="27" name="Freeform 7"/>
              <p:cNvSpPr>
                <a:spLocks/>
              </p:cNvSpPr>
              <p:nvPr/>
            </p:nvSpPr>
            <p:spPr bwMode="auto">
              <a:xfrm>
                <a:off x="5545138" y="939800"/>
                <a:ext cx="2660650" cy="1011238"/>
              </a:xfrm>
              <a:custGeom>
                <a:avLst/>
                <a:gdLst>
                  <a:gd name="T0" fmla="*/ 167 w 297"/>
                  <a:gd name="T1" fmla="*/ 9 h 113"/>
                  <a:gd name="T2" fmla="*/ 0 w 297"/>
                  <a:gd name="T3" fmla="*/ 48 h 113"/>
                  <a:gd name="T4" fmla="*/ 33 w 297"/>
                  <a:gd name="T5" fmla="*/ 33 h 113"/>
                  <a:gd name="T6" fmla="*/ 61 w 297"/>
                  <a:gd name="T7" fmla="*/ 60 h 113"/>
                  <a:gd name="T8" fmla="*/ 103 w 297"/>
                  <a:gd name="T9" fmla="*/ 34 h 113"/>
                  <a:gd name="T10" fmla="*/ 103 w 297"/>
                  <a:gd name="T11" fmla="*/ 20 h 113"/>
                  <a:gd name="T12" fmla="*/ 297 w 297"/>
                  <a:gd name="T13" fmla="*/ 113 h 113"/>
                  <a:gd name="T14" fmla="*/ 297 w 297"/>
                  <a:gd name="T15" fmla="*/ 71 h 113"/>
                  <a:gd name="T16" fmla="*/ 167 w 297"/>
                  <a:gd name="T17" fmla="*/ 9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7" h="113">
                    <a:moveTo>
                      <a:pt x="167" y="9"/>
                    </a:moveTo>
                    <a:cubicBezTo>
                      <a:pt x="100" y="0"/>
                      <a:pt x="44" y="17"/>
                      <a:pt x="0" y="48"/>
                    </a:cubicBezTo>
                    <a:cubicBezTo>
                      <a:pt x="0" y="48"/>
                      <a:pt x="13" y="40"/>
                      <a:pt x="33" y="33"/>
                    </a:cubicBezTo>
                    <a:cubicBezTo>
                      <a:pt x="36" y="46"/>
                      <a:pt x="47" y="57"/>
                      <a:pt x="61" y="60"/>
                    </a:cubicBezTo>
                    <a:cubicBezTo>
                      <a:pt x="81" y="64"/>
                      <a:pt x="100" y="52"/>
                      <a:pt x="103" y="34"/>
                    </a:cubicBezTo>
                    <a:cubicBezTo>
                      <a:pt x="104" y="30"/>
                      <a:pt x="104" y="25"/>
                      <a:pt x="103" y="20"/>
                    </a:cubicBezTo>
                    <a:cubicBezTo>
                      <a:pt x="230" y="16"/>
                      <a:pt x="297" y="113"/>
                      <a:pt x="297" y="113"/>
                    </a:cubicBezTo>
                    <a:cubicBezTo>
                      <a:pt x="297" y="71"/>
                      <a:pt x="297" y="71"/>
                      <a:pt x="297" y="71"/>
                    </a:cubicBezTo>
                    <a:cubicBezTo>
                      <a:pt x="278" y="52"/>
                      <a:pt x="226" y="15"/>
                      <a:pt x="167" y="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797"/>
              </a:p>
            </p:txBody>
          </p:sp>
          <p:sp>
            <p:nvSpPr>
              <p:cNvPr id="28" name="Freeform 8"/>
              <p:cNvSpPr>
                <a:spLocks noEditPoints="1"/>
              </p:cNvSpPr>
              <p:nvPr/>
            </p:nvSpPr>
            <p:spPr bwMode="auto">
              <a:xfrm>
                <a:off x="3986213" y="6007100"/>
                <a:ext cx="796925" cy="833438"/>
              </a:xfrm>
              <a:custGeom>
                <a:avLst/>
                <a:gdLst>
                  <a:gd name="T0" fmla="*/ 310 w 502"/>
                  <a:gd name="T1" fmla="*/ 311 h 525"/>
                  <a:gd name="T2" fmla="*/ 248 w 502"/>
                  <a:gd name="T3" fmla="*/ 124 h 525"/>
                  <a:gd name="T4" fmla="*/ 186 w 502"/>
                  <a:gd name="T5" fmla="*/ 311 h 525"/>
                  <a:gd name="T6" fmla="*/ 310 w 502"/>
                  <a:gd name="T7" fmla="*/ 311 h 525"/>
                  <a:gd name="T8" fmla="*/ 198 w 502"/>
                  <a:gd name="T9" fmla="*/ 0 h 525"/>
                  <a:gd name="T10" fmla="*/ 305 w 502"/>
                  <a:gd name="T11" fmla="*/ 0 h 525"/>
                  <a:gd name="T12" fmla="*/ 502 w 502"/>
                  <a:gd name="T13" fmla="*/ 525 h 525"/>
                  <a:gd name="T14" fmla="*/ 384 w 502"/>
                  <a:gd name="T15" fmla="*/ 525 h 525"/>
                  <a:gd name="T16" fmla="*/ 339 w 502"/>
                  <a:gd name="T17" fmla="*/ 401 h 525"/>
                  <a:gd name="T18" fmla="*/ 158 w 502"/>
                  <a:gd name="T19" fmla="*/ 401 h 525"/>
                  <a:gd name="T20" fmla="*/ 113 w 502"/>
                  <a:gd name="T21" fmla="*/ 525 h 525"/>
                  <a:gd name="T22" fmla="*/ 0 w 502"/>
                  <a:gd name="T23" fmla="*/ 525 h 525"/>
                  <a:gd name="T24" fmla="*/ 198 w 502"/>
                  <a:gd name="T25" fmla="*/ 0 h 5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02" h="525">
                    <a:moveTo>
                      <a:pt x="310" y="311"/>
                    </a:moveTo>
                    <a:lnTo>
                      <a:pt x="248" y="124"/>
                    </a:lnTo>
                    <a:lnTo>
                      <a:pt x="186" y="311"/>
                    </a:lnTo>
                    <a:lnTo>
                      <a:pt x="310" y="311"/>
                    </a:lnTo>
                    <a:close/>
                    <a:moveTo>
                      <a:pt x="198" y="0"/>
                    </a:moveTo>
                    <a:lnTo>
                      <a:pt x="305" y="0"/>
                    </a:lnTo>
                    <a:lnTo>
                      <a:pt x="502" y="525"/>
                    </a:lnTo>
                    <a:lnTo>
                      <a:pt x="384" y="525"/>
                    </a:lnTo>
                    <a:lnTo>
                      <a:pt x="339" y="401"/>
                    </a:lnTo>
                    <a:lnTo>
                      <a:pt x="158" y="401"/>
                    </a:lnTo>
                    <a:lnTo>
                      <a:pt x="113" y="525"/>
                    </a:lnTo>
                    <a:lnTo>
                      <a:pt x="0" y="525"/>
                    </a:lnTo>
                    <a:lnTo>
                      <a:pt x="19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797"/>
              </a:p>
            </p:txBody>
          </p:sp>
          <p:sp>
            <p:nvSpPr>
              <p:cNvPr id="29" name="Freeform 9"/>
              <p:cNvSpPr>
                <a:spLocks noEditPoints="1"/>
              </p:cNvSpPr>
              <p:nvPr/>
            </p:nvSpPr>
            <p:spPr bwMode="auto">
              <a:xfrm>
                <a:off x="4881563" y="6007100"/>
                <a:ext cx="717550" cy="833438"/>
              </a:xfrm>
              <a:custGeom>
                <a:avLst/>
                <a:gdLst>
                  <a:gd name="T0" fmla="*/ 32 w 80"/>
                  <a:gd name="T1" fmla="*/ 76 h 93"/>
                  <a:gd name="T2" fmla="*/ 45 w 80"/>
                  <a:gd name="T3" fmla="*/ 74 h 93"/>
                  <a:gd name="T4" fmla="*/ 53 w 80"/>
                  <a:gd name="T5" fmla="*/ 68 h 93"/>
                  <a:gd name="T6" fmla="*/ 58 w 80"/>
                  <a:gd name="T7" fmla="*/ 58 h 93"/>
                  <a:gd name="T8" fmla="*/ 60 w 80"/>
                  <a:gd name="T9" fmla="*/ 46 h 93"/>
                  <a:gd name="T10" fmla="*/ 59 w 80"/>
                  <a:gd name="T11" fmla="*/ 34 h 93"/>
                  <a:gd name="T12" fmla="*/ 54 w 80"/>
                  <a:gd name="T13" fmla="*/ 24 h 93"/>
                  <a:gd name="T14" fmla="*/ 46 w 80"/>
                  <a:gd name="T15" fmla="*/ 18 h 93"/>
                  <a:gd name="T16" fmla="*/ 35 w 80"/>
                  <a:gd name="T17" fmla="*/ 16 h 93"/>
                  <a:gd name="T18" fmla="*/ 19 w 80"/>
                  <a:gd name="T19" fmla="*/ 16 h 93"/>
                  <a:gd name="T20" fmla="*/ 19 w 80"/>
                  <a:gd name="T21" fmla="*/ 76 h 93"/>
                  <a:gd name="T22" fmla="*/ 32 w 80"/>
                  <a:gd name="T23" fmla="*/ 76 h 93"/>
                  <a:gd name="T24" fmla="*/ 0 w 80"/>
                  <a:gd name="T25" fmla="*/ 0 h 93"/>
                  <a:gd name="T26" fmla="*/ 35 w 80"/>
                  <a:gd name="T27" fmla="*/ 0 h 93"/>
                  <a:gd name="T28" fmla="*/ 68 w 80"/>
                  <a:gd name="T29" fmla="*/ 11 h 93"/>
                  <a:gd name="T30" fmla="*/ 80 w 80"/>
                  <a:gd name="T31" fmla="*/ 46 h 93"/>
                  <a:gd name="T32" fmla="*/ 77 w 80"/>
                  <a:gd name="T33" fmla="*/ 66 h 93"/>
                  <a:gd name="T34" fmla="*/ 67 w 80"/>
                  <a:gd name="T35" fmla="*/ 81 h 93"/>
                  <a:gd name="T36" fmla="*/ 52 w 80"/>
                  <a:gd name="T37" fmla="*/ 90 h 93"/>
                  <a:gd name="T38" fmla="*/ 31 w 80"/>
                  <a:gd name="T39" fmla="*/ 93 h 93"/>
                  <a:gd name="T40" fmla="*/ 0 w 80"/>
                  <a:gd name="T41" fmla="*/ 93 h 93"/>
                  <a:gd name="T42" fmla="*/ 0 w 80"/>
                  <a:gd name="T43" fmla="*/ 0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0" h="93">
                    <a:moveTo>
                      <a:pt x="32" y="76"/>
                    </a:moveTo>
                    <a:cubicBezTo>
                      <a:pt x="37" y="76"/>
                      <a:pt x="41" y="76"/>
                      <a:pt x="45" y="74"/>
                    </a:cubicBezTo>
                    <a:cubicBezTo>
                      <a:pt x="48" y="73"/>
                      <a:pt x="51" y="71"/>
                      <a:pt x="53" y="68"/>
                    </a:cubicBezTo>
                    <a:cubicBezTo>
                      <a:pt x="56" y="65"/>
                      <a:pt x="57" y="62"/>
                      <a:pt x="58" y="58"/>
                    </a:cubicBezTo>
                    <a:cubicBezTo>
                      <a:pt x="59" y="55"/>
                      <a:pt x="60" y="51"/>
                      <a:pt x="60" y="46"/>
                    </a:cubicBezTo>
                    <a:cubicBezTo>
                      <a:pt x="60" y="41"/>
                      <a:pt x="59" y="37"/>
                      <a:pt x="59" y="34"/>
                    </a:cubicBezTo>
                    <a:cubicBezTo>
                      <a:pt x="58" y="30"/>
                      <a:pt x="56" y="27"/>
                      <a:pt x="54" y="24"/>
                    </a:cubicBezTo>
                    <a:cubicBezTo>
                      <a:pt x="52" y="22"/>
                      <a:pt x="50" y="20"/>
                      <a:pt x="46" y="18"/>
                    </a:cubicBezTo>
                    <a:cubicBezTo>
                      <a:pt x="43" y="17"/>
                      <a:pt x="39" y="16"/>
                      <a:pt x="35" y="16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19" y="76"/>
                      <a:pt x="19" y="76"/>
                      <a:pt x="19" y="76"/>
                    </a:cubicBezTo>
                    <a:lnTo>
                      <a:pt x="32" y="76"/>
                    </a:lnTo>
                    <a:close/>
                    <a:moveTo>
                      <a:pt x="0" y="0"/>
                    </a:moveTo>
                    <a:cubicBezTo>
                      <a:pt x="35" y="0"/>
                      <a:pt x="35" y="0"/>
                      <a:pt x="35" y="0"/>
                    </a:cubicBezTo>
                    <a:cubicBezTo>
                      <a:pt x="49" y="0"/>
                      <a:pt x="60" y="4"/>
                      <a:pt x="68" y="11"/>
                    </a:cubicBezTo>
                    <a:cubicBezTo>
                      <a:pt x="76" y="19"/>
                      <a:pt x="80" y="31"/>
                      <a:pt x="80" y="46"/>
                    </a:cubicBezTo>
                    <a:cubicBezTo>
                      <a:pt x="80" y="54"/>
                      <a:pt x="79" y="60"/>
                      <a:pt x="77" y="66"/>
                    </a:cubicBezTo>
                    <a:cubicBezTo>
                      <a:pt x="74" y="72"/>
                      <a:pt x="71" y="77"/>
                      <a:pt x="67" y="81"/>
                    </a:cubicBezTo>
                    <a:cubicBezTo>
                      <a:pt x="63" y="85"/>
                      <a:pt x="58" y="88"/>
                      <a:pt x="52" y="90"/>
                    </a:cubicBezTo>
                    <a:cubicBezTo>
                      <a:pt x="46" y="92"/>
                      <a:pt x="39" y="93"/>
                      <a:pt x="31" y="93"/>
                    </a:cubicBezTo>
                    <a:cubicBezTo>
                      <a:pt x="0" y="93"/>
                      <a:pt x="0" y="93"/>
                      <a:pt x="0" y="93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797"/>
              </a:p>
            </p:txBody>
          </p:sp>
          <p:sp>
            <p:nvSpPr>
              <p:cNvPr id="30" name="Freeform 10"/>
              <p:cNvSpPr>
                <a:spLocks/>
              </p:cNvSpPr>
              <p:nvPr/>
            </p:nvSpPr>
            <p:spPr bwMode="auto">
              <a:xfrm>
                <a:off x="5734051" y="6007100"/>
                <a:ext cx="671513" cy="833438"/>
              </a:xfrm>
              <a:custGeom>
                <a:avLst/>
                <a:gdLst>
                  <a:gd name="T0" fmla="*/ 0 w 423"/>
                  <a:gd name="T1" fmla="*/ 0 h 525"/>
                  <a:gd name="T2" fmla="*/ 101 w 423"/>
                  <a:gd name="T3" fmla="*/ 0 h 525"/>
                  <a:gd name="T4" fmla="*/ 316 w 423"/>
                  <a:gd name="T5" fmla="*/ 344 h 525"/>
                  <a:gd name="T6" fmla="*/ 316 w 423"/>
                  <a:gd name="T7" fmla="*/ 0 h 525"/>
                  <a:gd name="T8" fmla="*/ 423 w 423"/>
                  <a:gd name="T9" fmla="*/ 0 h 525"/>
                  <a:gd name="T10" fmla="*/ 423 w 423"/>
                  <a:gd name="T11" fmla="*/ 525 h 525"/>
                  <a:gd name="T12" fmla="*/ 327 w 423"/>
                  <a:gd name="T13" fmla="*/ 525 h 525"/>
                  <a:gd name="T14" fmla="*/ 107 w 423"/>
                  <a:gd name="T15" fmla="*/ 181 h 525"/>
                  <a:gd name="T16" fmla="*/ 107 w 423"/>
                  <a:gd name="T17" fmla="*/ 525 h 525"/>
                  <a:gd name="T18" fmla="*/ 0 w 423"/>
                  <a:gd name="T19" fmla="*/ 525 h 525"/>
                  <a:gd name="T20" fmla="*/ 0 w 423"/>
                  <a:gd name="T21" fmla="*/ 0 h 5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23" h="525">
                    <a:moveTo>
                      <a:pt x="0" y="0"/>
                    </a:moveTo>
                    <a:lnTo>
                      <a:pt x="101" y="0"/>
                    </a:lnTo>
                    <a:lnTo>
                      <a:pt x="316" y="344"/>
                    </a:lnTo>
                    <a:lnTo>
                      <a:pt x="316" y="0"/>
                    </a:lnTo>
                    <a:lnTo>
                      <a:pt x="423" y="0"/>
                    </a:lnTo>
                    <a:lnTo>
                      <a:pt x="423" y="525"/>
                    </a:lnTo>
                    <a:lnTo>
                      <a:pt x="327" y="525"/>
                    </a:lnTo>
                    <a:lnTo>
                      <a:pt x="107" y="181"/>
                    </a:lnTo>
                    <a:lnTo>
                      <a:pt x="107" y="525"/>
                    </a:lnTo>
                    <a:lnTo>
                      <a:pt x="0" y="52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797"/>
              </a:p>
            </p:txBody>
          </p:sp>
          <p:sp>
            <p:nvSpPr>
              <p:cNvPr id="31" name="Freeform 11"/>
              <p:cNvSpPr>
                <a:spLocks noEditPoints="1"/>
              </p:cNvSpPr>
              <p:nvPr/>
            </p:nvSpPr>
            <p:spPr bwMode="auto">
              <a:xfrm>
                <a:off x="6548438" y="5980113"/>
                <a:ext cx="796925" cy="877888"/>
              </a:xfrm>
              <a:custGeom>
                <a:avLst/>
                <a:gdLst>
                  <a:gd name="T0" fmla="*/ 45 w 89"/>
                  <a:gd name="T1" fmla="*/ 82 h 98"/>
                  <a:gd name="T2" fmla="*/ 63 w 89"/>
                  <a:gd name="T3" fmla="*/ 73 h 98"/>
                  <a:gd name="T4" fmla="*/ 69 w 89"/>
                  <a:gd name="T5" fmla="*/ 49 h 98"/>
                  <a:gd name="T6" fmla="*/ 63 w 89"/>
                  <a:gd name="T7" fmla="*/ 26 h 98"/>
                  <a:gd name="T8" fmla="*/ 45 w 89"/>
                  <a:gd name="T9" fmla="*/ 17 h 98"/>
                  <a:gd name="T10" fmla="*/ 26 w 89"/>
                  <a:gd name="T11" fmla="*/ 26 h 98"/>
                  <a:gd name="T12" fmla="*/ 20 w 89"/>
                  <a:gd name="T13" fmla="*/ 49 h 98"/>
                  <a:gd name="T14" fmla="*/ 26 w 89"/>
                  <a:gd name="T15" fmla="*/ 73 h 98"/>
                  <a:gd name="T16" fmla="*/ 45 w 89"/>
                  <a:gd name="T17" fmla="*/ 82 h 98"/>
                  <a:gd name="T18" fmla="*/ 45 w 89"/>
                  <a:gd name="T19" fmla="*/ 98 h 98"/>
                  <a:gd name="T20" fmla="*/ 26 w 89"/>
                  <a:gd name="T21" fmla="*/ 95 h 98"/>
                  <a:gd name="T22" fmla="*/ 12 w 89"/>
                  <a:gd name="T23" fmla="*/ 85 h 98"/>
                  <a:gd name="T24" fmla="*/ 3 w 89"/>
                  <a:gd name="T25" fmla="*/ 70 h 98"/>
                  <a:gd name="T26" fmla="*/ 0 w 89"/>
                  <a:gd name="T27" fmla="*/ 49 h 98"/>
                  <a:gd name="T28" fmla="*/ 3 w 89"/>
                  <a:gd name="T29" fmla="*/ 29 h 98"/>
                  <a:gd name="T30" fmla="*/ 12 w 89"/>
                  <a:gd name="T31" fmla="*/ 14 h 98"/>
                  <a:gd name="T32" fmla="*/ 26 w 89"/>
                  <a:gd name="T33" fmla="*/ 4 h 98"/>
                  <a:gd name="T34" fmla="*/ 45 w 89"/>
                  <a:gd name="T35" fmla="*/ 0 h 98"/>
                  <a:gd name="T36" fmla="*/ 63 w 89"/>
                  <a:gd name="T37" fmla="*/ 4 h 98"/>
                  <a:gd name="T38" fmla="*/ 77 w 89"/>
                  <a:gd name="T39" fmla="*/ 14 h 98"/>
                  <a:gd name="T40" fmla="*/ 86 w 89"/>
                  <a:gd name="T41" fmla="*/ 29 h 98"/>
                  <a:gd name="T42" fmla="*/ 89 w 89"/>
                  <a:gd name="T43" fmla="*/ 49 h 98"/>
                  <a:gd name="T44" fmla="*/ 86 w 89"/>
                  <a:gd name="T45" fmla="*/ 70 h 98"/>
                  <a:gd name="T46" fmla="*/ 77 w 89"/>
                  <a:gd name="T47" fmla="*/ 85 h 98"/>
                  <a:gd name="T48" fmla="*/ 63 w 89"/>
                  <a:gd name="T49" fmla="*/ 95 h 98"/>
                  <a:gd name="T50" fmla="*/ 45 w 89"/>
                  <a:gd name="T51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89" h="98">
                    <a:moveTo>
                      <a:pt x="45" y="82"/>
                    </a:moveTo>
                    <a:cubicBezTo>
                      <a:pt x="53" y="82"/>
                      <a:pt x="59" y="79"/>
                      <a:pt x="63" y="73"/>
                    </a:cubicBezTo>
                    <a:cubicBezTo>
                      <a:pt x="67" y="68"/>
                      <a:pt x="69" y="60"/>
                      <a:pt x="69" y="49"/>
                    </a:cubicBezTo>
                    <a:cubicBezTo>
                      <a:pt x="69" y="39"/>
                      <a:pt x="67" y="31"/>
                      <a:pt x="63" y="26"/>
                    </a:cubicBezTo>
                    <a:cubicBezTo>
                      <a:pt x="59" y="20"/>
                      <a:pt x="53" y="17"/>
                      <a:pt x="45" y="17"/>
                    </a:cubicBezTo>
                    <a:cubicBezTo>
                      <a:pt x="36" y="17"/>
                      <a:pt x="30" y="20"/>
                      <a:pt x="26" y="26"/>
                    </a:cubicBezTo>
                    <a:cubicBezTo>
                      <a:pt x="22" y="31"/>
                      <a:pt x="20" y="39"/>
                      <a:pt x="20" y="49"/>
                    </a:cubicBezTo>
                    <a:cubicBezTo>
                      <a:pt x="20" y="60"/>
                      <a:pt x="22" y="68"/>
                      <a:pt x="26" y="73"/>
                    </a:cubicBezTo>
                    <a:cubicBezTo>
                      <a:pt x="30" y="79"/>
                      <a:pt x="36" y="82"/>
                      <a:pt x="45" y="82"/>
                    </a:cubicBezTo>
                    <a:moveTo>
                      <a:pt x="45" y="98"/>
                    </a:moveTo>
                    <a:cubicBezTo>
                      <a:pt x="38" y="98"/>
                      <a:pt x="31" y="97"/>
                      <a:pt x="26" y="95"/>
                    </a:cubicBezTo>
                    <a:cubicBezTo>
                      <a:pt x="21" y="93"/>
                      <a:pt x="16" y="89"/>
                      <a:pt x="12" y="85"/>
                    </a:cubicBezTo>
                    <a:cubicBezTo>
                      <a:pt x="8" y="81"/>
                      <a:pt x="5" y="76"/>
                      <a:pt x="3" y="70"/>
                    </a:cubicBezTo>
                    <a:cubicBezTo>
                      <a:pt x="1" y="64"/>
                      <a:pt x="0" y="57"/>
                      <a:pt x="0" y="49"/>
                    </a:cubicBezTo>
                    <a:cubicBezTo>
                      <a:pt x="0" y="42"/>
                      <a:pt x="1" y="35"/>
                      <a:pt x="3" y="29"/>
                    </a:cubicBezTo>
                    <a:cubicBezTo>
                      <a:pt x="5" y="23"/>
                      <a:pt x="8" y="18"/>
                      <a:pt x="12" y="14"/>
                    </a:cubicBezTo>
                    <a:cubicBezTo>
                      <a:pt x="16" y="9"/>
                      <a:pt x="21" y="6"/>
                      <a:pt x="26" y="4"/>
                    </a:cubicBezTo>
                    <a:cubicBezTo>
                      <a:pt x="32" y="2"/>
                      <a:pt x="38" y="0"/>
                      <a:pt x="45" y="0"/>
                    </a:cubicBezTo>
                    <a:cubicBezTo>
                      <a:pt x="52" y="0"/>
                      <a:pt x="58" y="2"/>
                      <a:pt x="63" y="4"/>
                    </a:cubicBezTo>
                    <a:cubicBezTo>
                      <a:pt x="69" y="6"/>
                      <a:pt x="73" y="9"/>
                      <a:pt x="77" y="14"/>
                    </a:cubicBezTo>
                    <a:cubicBezTo>
                      <a:pt x="81" y="18"/>
                      <a:pt x="84" y="23"/>
                      <a:pt x="86" y="29"/>
                    </a:cubicBezTo>
                    <a:cubicBezTo>
                      <a:pt x="88" y="35"/>
                      <a:pt x="89" y="42"/>
                      <a:pt x="89" y="49"/>
                    </a:cubicBezTo>
                    <a:cubicBezTo>
                      <a:pt x="89" y="57"/>
                      <a:pt x="88" y="64"/>
                      <a:pt x="86" y="70"/>
                    </a:cubicBezTo>
                    <a:cubicBezTo>
                      <a:pt x="84" y="76"/>
                      <a:pt x="81" y="81"/>
                      <a:pt x="77" y="85"/>
                    </a:cubicBezTo>
                    <a:cubicBezTo>
                      <a:pt x="74" y="89"/>
                      <a:pt x="69" y="93"/>
                      <a:pt x="63" y="95"/>
                    </a:cubicBezTo>
                    <a:cubicBezTo>
                      <a:pt x="58" y="97"/>
                      <a:pt x="52" y="98"/>
                      <a:pt x="45" y="9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797"/>
              </a:p>
            </p:txBody>
          </p:sp>
          <p:sp>
            <p:nvSpPr>
              <p:cNvPr id="32" name="Freeform 12"/>
              <p:cNvSpPr>
                <a:spLocks/>
              </p:cNvSpPr>
              <p:nvPr/>
            </p:nvSpPr>
            <p:spPr bwMode="auto">
              <a:xfrm>
                <a:off x="7453313" y="5980113"/>
                <a:ext cx="742950" cy="877888"/>
              </a:xfrm>
              <a:custGeom>
                <a:avLst/>
                <a:gdLst>
                  <a:gd name="T0" fmla="*/ 83 w 83"/>
                  <a:gd name="T1" fmla="*/ 64 h 98"/>
                  <a:gd name="T2" fmla="*/ 79 w 83"/>
                  <a:gd name="T3" fmla="*/ 77 h 98"/>
                  <a:gd name="T4" fmla="*/ 71 w 83"/>
                  <a:gd name="T5" fmla="*/ 88 h 98"/>
                  <a:gd name="T6" fmla="*/ 59 w 83"/>
                  <a:gd name="T7" fmla="*/ 96 h 98"/>
                  <a:gd name="T8" fmla="*/ 43 w 83"/>
                  <a:gd name="T9" fmla="*/ 98 h 98"/>
                  <a:gd name="T10" fmla="*/ 24 w 83"/>
                  <a:gd name="T11" fmla="*/ 95 h 98"/>
                  <a:gd name="T12" fmla="*/ 11 w 83"/>
                  <a:gd name="T13" fmla="*/ 85 h 98"/>
                  <a:gd name="T14" fmla="*/ 3 w 83"/>
                  <a:gd name="T15" fmla="*/ 69 h 98"/>
                  <a:gd name="T16" fmla="*/ 0 w 83"/>
                  <a:gd name="T17" fmla="*/ 49 h 98"/>
                  <a:gd name="T18" fmla="*/ 3 w 83"/>
                  <a:gd name="T19" fmla="*/ 29 h 98"/>
                  <a:gd name="T20" fmla="*/ 12 w 83"/>
                  <a:gd name="T21" fmla="*/ 14 h 98"/>
                  <a:gd name="T22" fmla="*/ 25 w 83"/>
                  <a:gd name="T23" fmla="*/ 4 h 98"/>
                  <a:gd name="T24" fmla="*/ 43 w 83"/>
                  <a:gd name="T25" fmla="*/ 0 h 98"/>
                  <a:gd name="T26" fmla="*/ 59 w 83"/>
                  <a:gd name="T27" fmla="*/ 3 h 98"/>
                  <a:gd name="T28" fmla="*/ 70 w 83"/>
                  <a:gd name="T29" fmla="*/ 9 h 98"/>
                  <a:gd name="T30" fmla="*/ 77 w 83"/>
                  <a:gd name="T31" fmla="*/ 19 h 98"/>
                  <a:gd name="T32" fmla="*/ 81 w 83"/>
                  <a:gd name="T33" fmla="*/ 32 h 98"/>
                  <a:gd name="T34" fmla="*/ 62 w 83"/>
                  <a:gd name="T35" fmla="*/ 35 h 98"/>
                  <a:gd name="T36" fmla="*/ 56 w 83"/>
                  <a:gd name="T37" fmla="*/ 22 h 98"/>
                  <a:gd name="T38" fmla="*/ 43 w 83"/>
                  <a:gd name="T39" fmla="*/ 17 h 98"/>
                  <a:gd name="T40" fmla="*/ 26 w 83"/>
                  <a:gd name="T41" fmla="*/ 26 h 98"/>
                  <a:gd name="T42" fmla="*/ 20 w 83"/>
                  <a:gd name="T43" fmla="*/ 49 h 98"/>
                  <a:gd name="T44" fmla="*/ 27 w 83"/>
                  <a:gd name="T45" fmla="*/ 73 h 98"/>
                  <a:gd name="T46" fmla="*/ 43 w 83"/>
                  <a:gd name="T47" fmla="*/ 82 h 98"/>
                  <a:gd name="T48" fmla="*/ 56 w 83"/>
                  <a:gd name="T49" fmla="*/ 77 h 98"/>
                  <a:gd name="T50" fmla="*/ 62 w 83"/>
                  <a:gd name="T51" fmla="*/ 64 h 98"/>
                  <a:gd name="T52" fmla="*/ 83 w 83"/>
                  <a:gd name="T53" fmla="*/ 6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3" h="98">
                    <a:moveTo>
                      <a:pt x="83" y="64"/>
                    </a:moveTo>
                    <a:cubicBezTo>
                      <a:pt x="82" y="69"/>
                      <a:pt x="81" y="73"/>
                      <a:pt x="79" y="77"/>
                    </a:cubicBezTo>
                    <a:cubicBezTo>
                      <a:pt x="77" y="82"/>
                      <a:pt x="75" y="85"/>
                      <a:pt x="71" y="88"/>
                    </a:cubicBezTo>
                    <a:cubicBezTo>
                      <a:pt x="68" y="91"/>
                      <a:pt x="64" y="94"/>
                      <a:pt x="59" y="96"/>
                    </a:cubicBezTo>
                    <a:cubicBezTo>
                      <a:pt x="55" y="97"/>
                      <a:pt x="49" y="98"/>
                      <a:pt x="43" y="98"/>
                    </a:cubicBezTo>
                    <a:cubicBezTo>
                      <a:pt x="36" y="98"/>
                      <a:pt x="30" y="97"/>
                      <a:pt x="24" y="95"/>
                    </a:cubicBezTo>
                    <a:cubicBezTo>
                      <a:pt x="19" y="92"/>
                      <a:pt x="15" y="89"/>
                      <a:pt x="11" y="85"/>
                    </a:cubicBezTo>
                    <a:cubicBezTo>
                      <a:pt x="7" y="81"/>
                      <a:pt x="5" y="75"/>
                      <a:pt x="3" y="69"/>
                    </a:cubicBezTo>
                    <a:cubicBezTo>
                      <a:pt x="1" y="63"/>
                      <a:pt x="0" y="57"/>
                      <a:pt x="0" y="49"/>
                    </a:cubicBezTo>
                    <a:cubicBezTo>
                      <a:pt x="0" y="42"/>
                      <a:pt x="1" y="35"/>
                      <a:pt x="3" y="29"/>
                    </a:cubicBezTo>
                    <a:cubicBezTo>
                      <a:pt x="5" y="23"/>
                      <a:pt x="8" y="18"/>
                      <a:pt x="12" y="14"/>
                    </a:cubicBezTo>
                    <a:cubicBezTo>
                      <a:pt x="15" y="9"/>
                      <a:pt x="20" y="6"/>
                      <a:pt x="25" y="4"/>
                    </a:cubicBezTo>
                    <a:cubicBezTo>
                      <a:pt x="31" y="2"/>
                      <a:pt x="37" y="0"/>
                      <a:pt x="43" y="0"/>
                    </a:cubicBezTo>
                    <a:cubicBezTo>
                      <a:pt x="49" y="0"/>
                      <a:pt x="54" y="1"/>
                      <a:pt x="59" y="3"/>
                    </a:cubicBezTo>
                    <a:cubicBezTo>
                      <a:pt x="63" y="4"/>
                      <a:pt x="67" y="6"/>
                      <a:pt x="70" y="9"/>
                    </a:cubicBezTo>
                    <a:cubicBezTo>
                      <a:pt x="73" y="12"/>
                      <a:pt x="75" y="15"/>
                      <a:pt x="77" y="19"/>
                    </a:cubicBezTo>
                    <a:cubicBezTo>
                      <a:pt x="79" y="23"/>
                      <a:pt x="80" y="27"/>
                      <a:pt x="81" y="32"/>
                    </a:cubicBezTo>
                    <a:cubicBezTo>
                      <a:pt x="62" y="35"/>
                      <a:pt x="62" y="35"/>
                      <a:pt x="62" y="35"/>
                    </a:cubicBezTo>
                    <a:cubicBezTo>
                      <a:pt x="61" y="29"/>
                      <a:pt x="59" y="25"/>
                      <a:pt x="56" y="22"/>
                    </a:cubicBezTo>
                    <a:cubicBezTo>
                      <a:pt x="53" y="19"/>
                      <a:pt x="49" y="17"/>
                      <a:pt x="43" y="17"/>
                    </a:cubicBezTo>
                    <a:cubicBezTo>
                      <a:pt x="36" y="17"/>
                      <a:pt x="30" y="20"/>
                      <a:pt x="26" y="26"/>
                    </a:cubicBezTo>
                    <a:cubicBezTo>
                      <a:pt x="22" y="31"/>
                      <a:pt x="20" y="39"/>
                      <a:pt x="20" y="49"/>
                    </a:cubicBezTo>
                    <a:cubicBezTo>
                      <a:pt x="20" y="60"/>
                      <a:pt x="23" y="68"/>
                      <a:pt x="27" y="73"/>
                    </a:cubicBezTo>
                    <a:cubicBezTo>
                      <a:pt x="31" y="79"/>
                      <a:pt x="36" y="82"/>
                      <a:pt x="43" y="82"/>
                    </a:cubicBezTo>
                    <a:cubicBezTo>
                      <a:pt x="49" y="82"/>
                      <a:pt x="54" y="80"/>
                      <a:pt x="56" y="77"/>
                    </a:cubicBezTo>
                    <a:cubicBezTo>
                      <a:pt x="59" y="74"/>
                      <a:pt x="61" y="69"/>
                      <a:pt x="62" y="64"/>
                    </a:cubicBezTo>
                    <a:lnTo>
                      <a:pt x="83" y="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797"/>
              </a:p>
            </p:txBody>
          </p:sp>
          <p:sp>
            <p:nvSpPr>
              <p:cNvPr id="33" name="Freeform 13"/>
              <p:cNvSpPr>
                <a:spLocks noEditPoints="1"/>
              </p:cNvSpPr>
              <p:nvPr/>
            </p:nvSpPr>
            <p:spPr bwMode="auto">
              <a:xfrm>
                <a:off x="3986213" y="4735513"/>
                <a:ext cx="1066800" cy="887413"/>
              </a:xfrm>
              <a:custGeom>
                <a:avLst/>
                <a:gdLst>
                  <a:gd name="T0" fmla="*/ 82 w 119"/>
                  <a:gd name="T1" fmla="*/ 40 h 99"/>
                  <a:gd name="T2" fmla="*/ 82 w 119"/>
                  <a:gd name="T3" fmla="*/ 47 h 99"/>
                  <a:gd name="T4" fmla="*/ 57 w 119"/>
                  <a:gd name="T5" fmla="*/ 47 h 99"/>
                  <a:gd name="T6" fmla="*/ 57 w 119"/>
                  <a:gd name="T7" fmla="*/ 40 h 99"/>
                  <a:gd name="T8" fmla="*/ 60 w 119"/>
                  <a:gd name="T9" fmla="*/ 40 h 99"/>
                  <a:gd name="T10" fmla="*/ 60 w 119"/>
                  <a:gd name="T11" fmla="*/ 36 h 99"/>
                  <a:gd name="T12" fmla="*/ 63 w 119"/>
                  <a:gd name="T13" fmla="*/ 28 h 99"/>
                  <a:gd name="T14" fmla="*/ 71 w 119"/>
                  <a:gd name="T15" fmla="*/ 25 h 99"/>
                  <a:gd name="T16" fmla="*/ 78 w 119"/>
                  <a:gd name="T17" fmla="*/ 28 h 99"/>
                  <a:gd name="T18" fmla="*/ 81 w 119"/>
                  <a:gd name="T19" fmla="*/ 35 h 99"/>
                  <a:gd name="T20" fmla="*/ 75 w 119"/>
                  <a:gd name="T21" fmla="*/ 36 h 99"/>
                  <a:gd name="T22" fmla="*/ 74 w 119"/>
                  <a:gd name="T23" fmla="*/ 32 h 99"/>
                  <a:gd name="T24" fmla="*/ 71 w 119"/>
                  <a:gd name="T25" fmla="*/ 32 h 99"/>
                  <a:gd name="T26" fmla="*/ 67 w 119"/>
                  <a:gd name="T27" fmla="*/ 36 h 99"/>
                  <a:gd name="T28" fmla="*/ 67 w 119"/>
                  <a:gd name="T29" fmla="*/ 40 h 99"/>
                  <a:gd name="T30" fmla="*/ 82 w 119"/>
                  <a:gd name="T31" fmla="*/ 40 h 99"/>
                  <a:gd name="T32" fmla="*/ 100 w 119"/>
                  <a:gd name="T33" fmla="*/ 82 h 99"/>
                  <a:gd name="T34" fmla="*/ 100 w 119"/>
                  <a:gd name="T35" fmla="*/ 0 h 99"/>
                  <a:gd name="T36" fmla="*/ 119 w 119"/>
                  <a:gd name="T37" fmla="*/ 0 h 99"/>
                  <a:gd name="T38" fmla="*/ 119 w 119"/>
                  <a:gd name="T39" fmla="*/ 99 h 99"/>
                  <a:gd name="T40" fmla="*/ 38 w 119"/>
                  <a:gd name="T41" fmla="*/ 99 h 99"/>
                  <a:gd name="T42" fmla="*/ 10 w 119"/>
                  <a:gd name="T43" fmla="*/ 91 h 99"/>
                  <a:gd name="T44" fmla="*/ 0 w 119"/>
                  <a:gd name="T45" fmla="*/ 65 h 99"/>
                  <a:gd name="T46" fmla="*/ 4 w 119"/>
                  <a:gd name="T47" fmla="*/ 49 h 99"/>
                  <a:gd name="T48" fmla="*/ 16 w 119"/>
                  <a:gd name="T49" fmla="*/ 37 h 99"/>
                  <a:gd name="T50" fmla="*/ 34 w 119"/>
                  <a:gd name="T51" fmla="*/ 33 h 99"/>
                  <a:gd name="T52" fmla="*/ 36 w 119"/>
                  <a:gd name="T53" fmla="*/ 49 h 99"/>
                  <a:gd name="T54" fmla="*/ 23 w 119"/>
                  <a:gd name="T55" fmla="*/ 54 h 99"/>
                  <a:gd name="T56" fmla="*/ 19 w 119"/>
                  <a:gd name="T57" fmla="*/ 65 h 99"/>
                  <a:gd name="T58" fmla="*/ 23 w 119"/>
                  <a:gd name="T59" fmla="*/ 78 h 99"/>
                  <a:gd name="T60" fmla="*/ 38 w 119"/>
                  <a:gd name="T61" fmla="*/ 82 h 99"/>
                  <a:gd name="T62" fmla="*/ 100 w 119"/>
                  <a:gd name="T63" fmla="*/ 82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19" h="99">
                    <a:moveTo>
                      <a:pt x="82" y="40"/>
                    </a:moveTo>
                    <a:cubicBezTo>
                      <a:pt x="82" y="47"/>
                      <a:pt x="82" y="47"/>
                      <a:pt x="82" y="47"/>
                    </a:cubicBezTo>
                    <a:cubicBezTo>
                      <a:pt x="57" y="47"/>
                      <a:pt x="57" y="47"/>
                      <a:pt x="57" y="47"/>
                    </a:cubicBezTo>
                    <a:cubicBezTo>
                      <a:pt x="57" y="40"/>
                      <a:pt x="57" y="40"/>
                      <a:pt x="57" y="40"/>
                    </a:cubicBezTo>
                    <a:cubicBezTo>
                      <a:pt x="60" y="40"/>
                      <a:pt x="60" y="40"/>
                      <a:pt x="60" y="40"/>
                    </a:cubicBezTo>
                    <a:cubicBezTo>
                      <a:pt x="60" y="36"/>
                      <a:pt x="60" y="36"/>
                      <a:pt x="60" y="36"/>
                    </a:cubicBezTo>
                    <a:cubicBezTo>
                      <a:pt x="60" y="33"/>
                      <a:pt x="61" y="30"/>
                      <a:pt x="63" y="28"/>
                    </a:cubicBezTo>
                    <a:cubicBezTo>
                      <a:pt x="65" y="26"/>
                      <a:pt x="67" y="25"/>
                      <a:pt x="71" y="25"/>
                    </a:cubicBezTo>
                    <a:cubicBezTo>
                      <a:pt x="74" y="25"/>
                      <a:pt x="77" y="26"/>
                      <a:pt x="78" y="28"/>
                    </a:cubicBezTo>
                    <a:cubicBezTo>
                      <a:pt x="80" y="29"/>
                      <a:pt x="81" y="31"/>
                      <a:pt x="81" y="35"/>
                    </a:cubicBezTo>
                    <a:cubicBezTo>
                      <a:pt x="75" y="36"/>
                      <a:pt x="75" y="36"/>
                      <a:pt x="75" y="36"/>
                    </a:cubicBezTo>
                    <a:cubicBezTo>
                      <a:pt x="75" y="34"/>
                      <a:pt x="75" y="33"/>
                      <a:pt x="74" y="32"/>
                    </a:cubicBezTo>
                    <a:cubicBezTo>
                      <a:pt x="74" y="32"/>
                      <a:pt x="73" y="32"/>
                      <a:pt x="71" y="32"/>
                    </a:cubicBezTo>
                    <a:cubicBezTo>
                      <a:pt x="68" y="32"/>
                      <a:pt x="67" y="33"/>
                      <a:pt x="67" y="36"/>
                    </a:cubicBezTo>
                    <a:cubicBezTo>
                      <a:pt x="67" y="40"/>
                      <a:pt x="67" y="40"/>
                      <a:pt x="67" y="40"/>
                    </a:cubicBezTo>
                    <a:lnTo>
                      <a:pt x="82" y="40"/>
                    </a:lnTo>
                    <a:close/>
                    <a:moveTo>
                      <a:pt x="100" y="82"/>
                    </a:moveTo>
                    <a:cubicBezTo>
                      <a:pt x="100" y="0"/>
                      <a:pt x="100" y="0"/>
                      <a:pt x="100" y="0"/>
                    </a:cubicBezTo>
                    <a:cubicBezTo>
                      <a:pt x="119" y="0"/>
                      <a:pt x="119" y="0"/>
                      <a:pt x="119" y="0"/>
                    </a:cubicBezTo>
                    <a:cubicBezTo>
                      <a:pt x="119" y="99"/>
                      <a:pt x="119" y="99"/>
                      <a:pt x="119" y="99"/>
                    </a:cubicBezTo>
                    <a:cubicBezTo>
                      <a:pt x="38" y="99"/>
                      <a:pt x="38" y="99"/>
                      <a:pt x="38" y="99"/>
                    </a:cubicBezTo>
                    <a:cubicBezTo>
                      <a:pt x="25" y="99"/>
                      <a:pt x="16" y="96"/>
                      <a:pt x="10" y="91"/>
                    </a:cubicBezTo>
                    <a:cubicBezTo>
                      <a:pt x="3" y="85"/>
                      <a:pt x="0" y="77"/>
                      <a:pt x="0" y="65"/>
                    </a:cubicBezTo>
                    <a:cubicBezTo>
                      <a:pt x="0" y="59"/>
                      <a:pt x="2" y="54"/>
                      <a:pt x="4" y="49"/>
                    </a:cubicBezTo>
                    <a:cubicBezTo>
                      <a:pt x="7" y="44"/>
                      <a:pt x="11" y="40"/>
                      <a:pt x="16" y="37"/>
                    </a:cubicBezTo>
                    <a:cubicBezTo>
                      <a:pt x="21" y="34"/>
                      <a:pt x="27" y="33"/>
                      <a:pt x="34" y="33"/>
                    </a:cubicBezTo>
                    <a:cubicBezTo>
                      <a:pt x="36" y="49"/>
                      <a:pt x="36" y="49"/>
                      <a:pt x="36" y="49"/>
                    </a:cubicBezTo>
                    <a:cubicBezTo>
                      <a:pt x="30" y="50"/>
                      <a:pt x="25" y="51"/>
                      <a:pt x="23" y="54"/>
                    </a:cubicBezTo>
                    <a:cubicBezTo>
                      <a:pt x="20" y="56"/>
                      <a:pt x="19" y="60"/>
                      <a:pt x="19" y="65"/>
                    </a:cubicBezTo>
                    <a:cubicBezTo>
                      <a:pt x="19" y="71"/>
                      <a:pt x="20" y="76"/>
                      <a:pt x="23" y="78"/>
                    </a:cubicBezTo>
                    <a:cubicBezTo>
                      <a:pt x="26" y="81"/>
                      <a:pt x="31" y="82"/>
                      <a:pt x="38" y="82"/>
                    </a:cubicBezTo>
                    <a:lnTo>
                      <a:pt x="100" y="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797"/>
              </a:p>
            </p:txBody>
          </p:sp>
          <p:sp>
            <p:nvSpPr>
              <p:cNvPr id="34" name="Freeform 14"/>
              <p:cNvSpPr>
                <a:spLocks noEditPoints="1"/>
              </p:cNvSpPr>
              <p:nvPr/>
            </p:nvSpPr>
            <p:spPr bwMode="auto">
              <a:xfrm>
                <a:off x="5195888" y="5005388"/>
                <a:ext cx="1684338" cy="903288"/>
              </a:xfrm>
              <a:custGeom>
                <a:avLst/>
                <a:gdLst>
                  <a:gd name="T0" fmla="*/ 44 w 188"/>
                  <a:gd name="T1" fmla="*/ 52 h 101"/>
                  <a:gd name="T2" fmla="*/ 38 w 188"/>
                  <a:gd name="T3" fmla="*/ 52 h 101"/>
                  <a:gd name="T4" fmla="*/ 19 w 188"/>
                  <a:gd name="T5" fmla="*/ 32 h 101"/>
                  <a:gd name="T6" fmla="*/ 22 w 188"/>
                  <a:gd name="T7" fmla="*/ 20 h 101"/>
                  <a:gd name="T8" fmla="*/ 32 w 188"/>
                  <a:gd name="T9" fmla="*/ 16 h 101"/>
                  <a:gd name="T10" fmla="*/ 39 w 188"/>
                  <a:gd name="T11" fmla="*/ 17 h 101"/>
                  <a:gd name="T12" fmla="*/ 43 w 188"/>
                  <a:gd name="T13" fmla="*/ 23 h 101"/>
                  <a:gd name="T14" fmla="*/ 44 w 188"/>
                  <a:gd name="T15" fmla="*/ 37 h 101"/>
                  <a:gd name="T16" fmla="*/ 44 w 188"/>
                  <a:gd name="T17" fmla="*/ 52 h 101"/>
                  <a:gd name="T18" fmla="*/ 170 w 188"/>
                  <a:gd name="T19" fmla="*/ 0 h 101"/>
                  <a:gd name="T20" fmla="*/ 170 w 188"/>
                  <a:gd name="T21" fmla="*/ 52 h 101"/>
                  <a:gd name="T22" fmla="*/ 63 w 188"/>
                  <a:gd name="T23" fmla="*/ 52 h 101"/>
                  <a:gd name="T24" fmla="*/ 63 w 188"/>
                  <a:gd name="T25" fmla="*/ 32 h 101"/>
                  <a:gd name="T26" fmla="*/ 55 w 188"/>
                  <a:gd name="T27" fmla="*/ 8 h 101"/>
                  <a:gd name="T28" fmla="*/ 32 w 188"/>
                  <a:gd name="T29" fmla="*/ 0 h 101"/>
                  <a:gd name="T30" fmla="*/ 8 w 188"/>
                  <a:gd name="T31" fmla="*/ 9 h 101"/>
                  <a:gd name="T32" fmla="*/ 0 w 188"/>
                  <a:gd name="T33" fmla="*/ 32 h 101"/>
                  <a:gd name="T34" fmla="*/ 11 w 188"/>
                  <a:gd name="T35" fmla="*/ 60 h 101"/>
                  <a:gd name="T36" fmla="*/ 42 w 188"/>
                  <a:gd name="T37" fmla="*/ 69 h 101"/>
                  <a:gd name="T38" fmla="*/ 44 w 188"/>
                  <a:gd name="T39" fmla="*/ 69 h 101"/>
                  <a:gd name="T40" fmla="*/ 44 w 188"/>
                  <a:gd name="T41" fmla="*/ 72 h 101"/>
                  <a:gd name="T42" fmla="*/ 41 w 188"/>
                  <a:gd name="T43" fmla="*/ 86 h 101"/>
                  <a:gd name="T44" fmla="*/ 51 w 188"/>
                  <a:gd name="T45" fmla="*/ 101 h 101"/>
                  <a:gd name="T46" fmla="*/ 55 w 188"/>
                  <a:gd name="T47" fmla="*/ 97 h 101"/>
                  <a:gd name="T48" fmla="*/ 63 w 188"/>
                  <a:gd name="T49" fmla="*/ 69 h 101"/>
                  <a:gd name="T50" fmla="*/ 188 w 188"/>
                  <a:gd name="T51" fmla="*/ 69 h 101"/>
                  <a:gd name="T52" fmla="*/ 188 w 188"/>
                  <a:gd name="T53" fmla="*/ 0 h 101"/>
                  <a:gd name="T54" fmla="*/ 170 w 188"/>
                  <a:gd name="T55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88" h="101">
                    <a:moveTo>
                      <a:pt x="44" y="52"/>
                    </a:moveTo>
                    <a:cubicBezTo>
                      <a:pt x="38" y="52"/>
                      <a:pt x="38" y="52"/>
                      <a:pt x="38" y="52"/>
                    </a:cubicBezTo>
                    <a:cubicBezTo>
                      <a:pt x="25" y="52"/>
                      <a:pt x="19" y="45"/>
                      <a:pt x="19" y="32"/>
                    </a:cubicBezTo>
                    <a:cubicBezTo>
                      <a:pt x="19" y="27"/>
                      <a:pt x="20" y="23"/>
                      <a:pt x="22" y="20"/>
                    </a:cubicBezTo>
                    <a:cubicBezTo>
                      <a:pt x="24" y="17"/>
                      <a:pt x="27" y="16"/>
                      <a:pt x="32" y="16"/>
                    </a:cubicBezTo>
                    <a:cubicBezTo>
                      <a:pt x="35" y="16"/>
                      <a:pt x="37" y="16"/>
                      <a:pt x="39" y="17"/>
                    </a:cubicBezTo>
                    <a:cubicBezTo>
                      <a:pt x="41" y="19"/>
                      <a:pt x="42" y="20"/>
                      <a:pt x="43" y="23"/>
                    </a:cubicBezTo>
                    <a:cubicBezTo>
                      <a:pt x="44" y="26"/>
                      <a:pt x="44" y="32"/>
                      <a:pt x="44" y="37"/>
                    </a:cubicBezTo>
                    <a:lnTo>
                      <a:pt x="44" y="52"/>
                    </a:lnTo>
                    <a:close/>
                    <a:moveTo>
                      <a:pt x="170" y="0"/>
                    </a:moveTo>
                    <a:cubicBezTo>
                      <a:pt x="170" y="52"/>
                      <a:pt x="170" y="52"/>
                      <a:pt x="170" y="52"/>
                    </a:cubicBezTo>
                    <a:cubicBezTo>
                      <a:pt x="63" y="52"/>
                      <a:pt x="63" y="52"/>
                      <a:pt x="63" y="52"/>
                    </a:cubicBezTo>
                    <a:cubicBezTo>
                      <a:pt x="63" y="32"/>
                      <a:pt x="63" y="32"/>
                      <a:pt x="63" y="32"/>
                    </a:cubicBezTo>
                    <a:cubicBezTo>
                      <a:pt x="63" y="22"/>
                      <a:pt x="60" y="13"/>
                      <a:pt x="55" y="8"/>
                    </a:cubicBezTo>
                    <a:cubicBezTo>
                      <a:pt x="50" y="3"/>
                      <a:pt x="42" y="0"/>
                      <a:pt x="32" y="0"/>
                    </a:cubicBezTo>
                    <a:cubicBezTo>
                      <a:pt x="22" y="0"/>
                      <a:pt x="14" y="3"/>
                      <a:pt x="8" y="9"/>
                    </a:cubicBezTo>
                    <a:cubicBezTo>
                      <a:pt x="3" y="14"/>
                      <a:pt x="0" y="22"/>
                      <a:pt x="0" y="32"/>
                    </a:cubicBezTo>
                    <a:cubicBezTo>
                      <a:pt x="0" y="44"/>
                      <a:pt x="3" y="54"/>
                      <a:pt x="11" y="60"/>
                    </a:cubicBezTo>
                    <a:cubicBezTo>
                      <a:pt x="18" y="66"/>
                      <a:pt x="28" y="69"/>
                      <a:pt x="42" y="69"/>
                    </a:cubicBezTo>
                    <a:cubicBezTo>
                      <a:pt x="44" y="69"/>
                      <a:pt x="44" y="69"/>
                      <a:pt x="44" y="69"/>
                    </a:cubicBezTo>
                    <a:cubicBezTo>
                      <a:pt x="44" y="72"/>
                      <a:pt x="44" y="72"/>
                      <a:pt x="44" y="72"/>
                    </a:cubicBezTo>
                    <a:cubicBezTo>
                      <a:pt x="44" y="79"/>
                      <a:pt x="43" y="83"/>
                      <a:pt x="41" y="86"/>
                    </a:cubicBezTo>
                    <a:cubicBezTo>
                      <a:pt x="51" y="101"/>
                      <a:pt x="51" y="101"/>
                      <a:pt x="51" y="101"/>
                    </a:cubicBezTo>
                    <a:cubicBezTo>
                      <a:pt x="53" y="100"/>
                      <a:pt x="54" y="99"/>
                      <a:pt x="55" y="97"/>
                    </a:cubicBezTo>
                    <a:cubicBezTo>
                      <a:pt x="60" y="92"/>
                      <a:pt x="63" y="80"/>
                      <a:pt x="63" y="69"/>
                    </a:cubicBezTo>
                    <a:cubicBezTo>
                      <a:pt x="188" y="69"/>
                      <a:pt x="188" y="69"/>
                      <a:pt x="188" y="69"/>
                    </a:cubicBezTo>
                    <a:cubicBezTo>
                      <a:pt x="188" y="0"/>
                      <a:pt x="188" y="0"/>
                      <a:pt x="188" y="0"/>
                    </a:cubicBezTo>
                    <a:lnTo>
                      <a:pt x="17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797"/>
              </a:p>
            </p:txBody>
          </p:sp>
          <p:sp>
            <p:nvSpPr>
              <p:cNvPr id="35" name="Rectangle 15"/>
              <p:cNvSpPr>
                <a:spLocks noChangeArrowheads="1"/>
              </p:cNvSpPr>
              <p:nvPr/>
            </p:nvSpPr>
            <p:spPr bwMode="auto">
              <a:xfrm>
                <a:off x="6718301" y="4754563"/>
                <a:ext cx="161925" cy="1698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797"/>
              </a:p>
            </p:txBody>
          </p:sp>
          <p:sp>
            <p:nvSpPr>
              <p:cNvPr id="36" name="Freeform 16"/>
              <p:cNvSpPr>
                <a:spLocks/>
              </p:cNvSpPr>
              <p:nvPr/>
            </p:nvSpPr>
            <p:spPr bwMode="auto">
              <a:xfrm>
                <a:off x="7013576" y="5005388"/>
                <a:ext cx="833438" cy="617538"/>
              </a:xfrm>
              <a:custGeom>
                <a:avLst/>
                <a:gdLst>
                  <a:gd name="T0" fmla="*/ 74 w 93"/>
                  <a:gd name="T1" fmla="*/ 52 h 69"/>
                  <a:gd name="T2" fmla="*/ 74 w 93"/>
                  <a:gd name="T3" fmla="*/ 42 h 69"/>
                  <a:gd name="T4" fmla="*/ 70 w 93"/>
                  <a:gd name="T5" fmla="*/ 23 h 69"/>
                  <a:gd name="T6" fmla="*/ 55 w 93"/>
                  <a:gd name="T7" fmla="*/ 17 h 69"/>
                  <a:gd name="T8" fmla="*/ 41 w 93"/>
                  <a:gd name="T9" fmla="*/ 20 h 69"/>
                  <a:gd name="T10" fmla="*/ 36 w 93"/>
                  <a:gd name="T11" fmla="*/ 3 h 69"/>
                  <a:gd name="T12" fmla="*/ 56 w 93"/>
                  <a:gd name="T13" fmla="*/ 0 h 69"/>
                  <a:gd name="T14" fmla="*/ 84 w 93"/>
                  <a:gd name="T15" fmla="*/ 10 h 69"/>
                  <a:gd name="T16" fmla="*/ 93 w 93"/>
                  <a:gd name="T17" fmla="*/ 40 h 69"/>
                  <a:gd name="T18" fmla="*/ 93 w 93"/>
                  <a:gd name="T19" fmla="*/ 69 h 69"/>
                  <a:gd name="T20" fmla="*/ 0 w 93"/>
                  <a:gd name="T21" fmla="*/ 69 h 69"/>
                  <a:gd name="T22" fmla="*/ 0 w 93"/>
                  <a:gd name="T23" fmla="*/ 52 h 69"/>
                  <a:gd name="T24" fmla="*/ 74 w 93"/>
                  <a:gd name="T25" fmla="*/ 52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3" h="69">
                    <a:moveTo>
                      <a:pt x="74" y="52"/>
                    </a:moveTo>
                    <a:cubicBezTo>
                      <a:pt x="74" y="42"/>
                      <a:pt x="74" y="42"/>
                      <a:pt x="74" y="42"/>
                    </a:cubicBezTo>
                    <a:cubicBezTo>
                      <a:pt x="74" y="34"/>
                      <a:pt x="73" y="27"/>
                      <a:pt x="70" y="23"/>
                    </a:cubicBezTo>
                    <a:cubicBezTo>
                      <a:pt x="66" y="19"/>
                      <a:pt x="61" y="17"/>
                      <a:pt x="55" y="17"/>
                    </a:cubicBezTo>
                    <a:cubicBezTo>
                      <a:pt x="50" y="17"/>
                      <a:pt x="46" y="18"/>
                      <a:pt x="41" y="20"/>
                    </a:cubicBezTo>
                    <a:cubicBezTo>
                      <a:pt x="36" y="3"/>
                      <a:pt x="36" y="3"/>
                      <a:pt x="36" y="3"/>
                    </a:cubicBezTo>
                    <a:cubicBezTo>
                      <a:pt x="42" y="1"/>
                      <a:pt x="49" y="0"/>
                      <a:pt x="56" y="0"/>
                    </a:cubicBezTo>
                    <a:cubicBezTo>
                      <a:pt x="68" y="0"/>
                      <a:pt x="77" y="3"/>
                      <a:pt x="84" y="10"/>
                    </a:cubicBezTo>
                    <a:cubicBezTo>
                      <a:pt x="90" y="17"/>
                      <a:pt x="93" y="27"/>
                      <a:pt x="93" y="40"/>
                    </a:cubicBezTo>
                    <a:cubicBezTo>
                      <a:pt x="93" y="69"/>
                      <a:pt x="93" y="69"/>
                      <a:pt x="93" y="69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52"/>
                      <a:pt x="0" y="52"/>
                      <a:pt x="0" y="52"/>
                    </a:cubicBezTo>
                    <a:lnTo>
                      <a:pt x="74" y="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797"/>
              </a:p>
            </p:txBody>
          </p:sp>
          <p:sp>
            <p:nvSpPr>
              <p:cNvPr id="37" name="Freeform 17"/>
              <p:cNvSpPr>
                <a:spLocks/>
              </p:cNvSpPr>
              <p:nvPr/>
            </p:nvSpPr>
            <p:spPr bwMode="auto">
              <a:xfrm>
                <a:off x="7972426" y="4565650"/>
                <a:ext cx="223838" cy="188913"/>
              </a:xfrm>
              <a:custGeom>
                <a:avLst/>
                <a:gdLst>
                  <a:gd name="T0" fmla="*/ 25 w 25"/>
                  <a:gd name="T1" fmla="*/ 14 h 21"/>
                  <a:gd name="T2" fmla="*/ 25 w 25"/>
                  <a:gd name="T3" fmla="*/ 21 h 21"/>
                  <a:gd name="T4" fmla="*/ 0 w 25"/>
                  <a:gd name="T5" fmla="*/ 21 h 21"/>
                  <a:gd name="T6" fmla="*/ 0 w 25"/>
                  <a:gd name="T7" fmla="*/ 14 h 21"/>
                  <a:gd name="T8" fmla="*/ 3 w 25"/>
                  <a:gd name="T9" fmla="*/ 14 h 21"/>
                  <a:gd name="T10" fmla="*/ 3 w 25"/>
                  <a:gd name="T11" fmla="*/ 10 h 21"/>
                  <a:gd name="T12" fmla="*/ 6 w 25"/>
                  <a:gd name="T13" fmla="*/ 2 h 21"/>
                  <a:gd name="T14" fmla="*/ 14 w 25"/>
                  <a:gd name="T15" fmla="*/ 0 h 21"/>
                  <a:gd name="T16" fmla="*/ 21 w 25"/>
                  <a:gd name="T17" fmla="*/ 2 h 21"/>
                  <a:gd name="T18" fmla="*/ 24 w 25"/>
                  <a:gd name="T19" fmla="*/ 9 h 21"/>
                  <a:gd name="T20" fmla="*/ 18 w 25"/>
                  <a:gd name="T21" fmla="*/ 10 h 21"/>
                  <a:gd name="T22" fmla="*/ 17 w 25"/>
                  <a:gd name="T23" fmla="*/ 7 h 21"/>
                  <a:gd name="T24" fmla="*/ 14 w 25"/>
                  <a:gd name="T25" fmla="*/ 6 h 21"/>
                  <a:gd name="T26" fmla="*/ 10 w 25"/>
                  <a:gd name="T27" fmla="*/ 11 h 21"/>
                  <a:gd name="T28" fmla="*/ 10 w 25"/>
                  <a:gd name="T29" fmla="*/ 14 h 21"/>
                  <a:gd name="T30" fmla="*/ 25 w 25"/>
                  <a:gd name="T31" fmla="*/ 14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5" h="21">
                    <a:moveTo>
                      <a:pt x="25" y="14"/>
                    </a:moveTo>
                    <a:cubicBezTo>
                      <a:pt x="25" y="21"/>
                      <a:pt x="25" y="21"/>
                      <a:pt x="25" y="21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3" y="7"/>
                      <a:pt x="4" y="4"/>
                      <a:pt x="6" y="2"/>
                    </a:cubicBezTo>
                    <a:cubicBezTo>
                      <a:pt x="8" y="1"/>
                      <a:pt x="10" y="0"/>
                      <a:pt x="14" y="0"/>
                    </a:cubicBezTo>
                    <a:cubicBezTo>
                      <a:pt x="17" y="0"/>
                      <a:pt x="20" y="0"/>
                      <a:pt x="21" y="2"/>
                    </a:cubicBezTo>
                    <a:cubicBezTo>
                      <a:pt x="23" y="3"/>
                      <a:pt x="24" y="6"/>
                      <a:pt x="24" y="9"/>
                    </a:cubicBezTo>
                    <a:cubicBezTo>
                      <a:pt x="18" y="10"/>
                      <a:pt x="18" y="10"/>
                      <a:pt x="18" y="10"/>
                    </a:cubicBezTo>
                    <a:cubicBezTo>
                      <a:pt x="18" y="8"/>
                      <a:pt x="17" y="7"/>
                      <a:pt x="17" y="7"/>
                    </a:cubicBezTo>
                    <a:cubicBezTo>
                      <a:pt x="16" y="6"/>
                      <a:pt x="15" y="6"/>
                      <a:pt x="14" y="6"/>
                    </a:cubicBezTo>
                    <a:cubicBezTo>
                      <a:pt x="11" y="6"/>
                      <a:pt x="10" y="7"/>
                      <a:pt x="10" y="11"/>
                    </a:cubicBezTo>
                    <a:cubicBezTo>
                      <a:pt x="10" y="14"/>
                      <a:pt x="10" y="14"/>
                      <a:pt x="10" y="14"/>
                    </a:cubicBezTo>
                    <a:lnTo>
                      <a:pt x="25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797"/>
              </a:p>
            </p:txBody>
          </p:sp>
          <p:sp>
            <p:nvSpPr>
              <p:cNvPr id="38" name="Rectangle 18"/>
              <p:cNvSpPr>
                <a:spLocks noChangeArrowheads="1"/>
              </p:cNvSpPr>
              <p:nvPr/>
            </p:nvSpPr>
            <p:spPr bwMode="auto">
              <a:xfrm>
                <a:off x="7991476" y="4816475"/>
                <a:ext cx="169863" cy="80645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797"/>
              </a:p>
            </p:txBody>
          </p:sp>
        </p:grpSp>
      </p:grpSp>
      <p:pic>
        <p:nvPicPr>
          <p:cNvPr id="39" name="Picture 38">
            <a:extLst>
              <a:ext uri="{FF2B5EF4-FFF2-40B4-BE49-F238E27FC236}">
                <a16:creationId xmlns:a16="http://schemas.microsoft.com/office/drawing/2014/main" id="{092D06D6-F124-4162-BA8B-451EF5C706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40214" y="236466"/>
            <a:ext cx="1238911" cy="982098"/>
          </a:xfrm>
          <a:prstGeom prst="rect">
            <a:avLst/>
          </a:prstGeom>
        </p:spPr>
      </p:pic>
      <p:pic>
        <p:nvPicPr>
          <p:cNvPr id="6" name="Image 5" descr="Une image contenant Graphique, Police, graphisme, logo&#10;&#10;Description générée automatiquement">
            <a:extLst>
              <a:ext uri="{FF2B5EF4-FFF2-40B4-BE49-F238E27FC236}">
                <a16:creationId xmlns:a16="http://schemas.microsoft.com/office/drawing/2014/main" id="{23FF6309-0890-58C4-B22B-0A8B1F372FD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9699" y="5650160"/>
            <a:ext cx="1044674" cy="1035859"/>
          </a:xfrm>
          <a:prstGeom prst="rect">
            <a:avLst/>
          </a:prstGeom>
        </p:spPr>
      </p:pic>
      <p:pic>
        <p:nvPicPr>
          <p:cNvPr id="7" name="Image 6" descr="Une image contenant logo, Police, Graphique, graphisme&#10;&#10;Description générée automatiquement">
            <a:extLst>
              <a:ext uri="{FF2B5EF4-FFF2-40B4-BE49-F238E27FC236}">
                <a16:creationId xmlns:a16="http://schemas.microsoft.com/office/drawing/2014/main" id="{FD3C5962-CAB7-58DE-55C9-AA72D1584B9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9834" y="201103"/>
            <a:ext cx="657479" cy="988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9955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 descr="A picture containing white, water, flying, man&#10;&#10;Description automatically generated">
            <a:extLst>
              <a:ext uri="{FF2B5EF4-FFF2-40B4-BE49-F238E27FC236}">
                <a16:creationId xmlns:a16="http://schemas.microsoft.com/office/drawing/2014/main" id="{64C3E30B-1094-4F54-8E9E-B8B5BCAAC20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8" t="2223" b="15917"/>
          <a:stretch/>
        </p:blipFill>
        <p:spPr>
          <a:xfrm>
            <a:off x="-25021" y="0"/>
            <a:ext cx="12233318" cy="68580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2B438C-600A-4232-AF73-BF947D7127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6760" y="6629399"/>
            <a:ext cx="2768840" cy="139889"/>
          </a:xfrm>
        </p:spPr>
        <p:txBody>
          <a:bodyPr/>
          <a:lstStyle/>
          <a:p>
            <a:endParaRPr lang="en-GB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73316D76-F6FC-4C32-A421-0EAE3BD211D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1090" y="0"/>
            <a:ext cx="664285" cy="997340"/>
          </a:xfrm>
          <a:prstGeom prst="rect">
            <a:avLst/>
          </a:prstGeom>
        </p:spPr>
      </p:pic>
      <p:sp>
        <p:nvSpPr>
          <p:cNvPr id="86" name="Rectangle 85">
            <a:extLst>
              <a:ext uri="{FF2B5EF4-FFF2-40B4-BE49-F238E27FC236}">
                <a16:creationId xmlns:a16="http://schemas.microsoft.com/office/drawing/2014/main" id="{3DD8A0CA-A279-47FD-A507-82318E9BCB84}"/>
              </a:ext>
            </a:extLst>
          </p:cNvPr>
          <p:cNvSpPr/>
          <p:nvPr userDrawn="1"/>
        </p:nvSpPr>
        <p:spPr>
          <a:xfrm>
            <a:off x="11752729" y="6629399"/>
            <a:ext cx="439271" cy="154643"/>
          </a:xfrm>
          <a:prstGeom prst="rect">
            <a:avLst/>
          </a:prstGeom>
          <a:solidFill>
            <a:srgbClr val="2376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Slide Number Placeholder 8">
            <a:extLst>
              <a:ext uri="{FF2B5EF4-FFF2-40B4-BE49-F238E27FC236}">
                <a16:creationId xmlns:a16="http://schemas.microsoft.com/office/drawing/2014/main" id="{32B7C922-EC0D-42E5-97D0-28A133FDD0B8}"/>
              </a:ext>
            </a:extLst>
          </p:cNvPr>
          <p:cNvSpPr txBox="1">
            <a:spLocks/>
          </p:cNvSpPr>
          <p:nvPr userDrawn="1"/>
        </p:nvSpPr>
        <p:spPr>
          <a:xfrm>
            <a:off x="11496063" y="6629399"/>
            <a:ext cx="528918" cy="3651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BC290559-4DB6-4255-BF8A-4C192011F2D0}" type="slidenum">
              <a:rPr lang="en-US" sz="1000" smtClean="0">
                <a:solidFill>
                  <a:prstClr val="white"/>
                </a:solidFill>
                <a:latin typeface="Calibri" panose="020F0502020204030204"/>
              </a:rPr>
              <a:pPr algn="r">
                <a:defRPr/>
              </a:pPr>
              <a:t>‹#›</a:t>
            </a:fld>
            <a:endParaRPr lang="en-US" sz="10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Title 91">
            <a:extLst>
              <a:ext uri="{FF2B5EF4-FFF2-40B4-BE49-F238E27FC236}">
                <a16:creationId xmlns:a16="http://schemas.microsoft.com/office/drawing/2014/main" id="{08476943-DB24-4AE9-80B3-3AB5E46B94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759" y="441325"/>
            <a:ext cx="4578441" cy="1092437"/>
          </a:xfrm>
        </p:spPr>
        <p:txBody>
          <a:bodyPr/>
          <a:lstStyle>
            <a:lvl1pPr>
              <a:defRPr lang="en-US" sz="2800" b="1" kern="1200" cap="none" dirty="0">
                <a:solidFill>
                  <a:srgbClr val="0070C0"/>
                </a:solidFill>
                <a:latin typeface="+mj-lt"/>
                <a:ea typeface="Microsoft YaHei" panose="020B0503020204020204" pitchFamily="34" charset="-122"/>
                <a:cs typeface="ADNOC Sans Light" panose="020B04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207159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r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877E6E5-10F2-4009-B776-A7F5C9BE046A}"/>
              </a:ext>
            </a:extLst>
          </p:cNvPr>
          <p:cNvSpPr/>
          <p:nvPr userDrawn="1"/>
        </p:nvSpPr>
        <p:spPr>
          <a:xfrm>
            <a:off x="240600" y="239400"/>
            <a:ext cx="11710800" cy="6379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D409324-02BA-4D89-BA1E-35E575BEC37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45690" y="2059425"/>
            <a:ext cx="10526311" cy="4353649"/>
          </a:xfrm>
        </p:spPr>
        <p:txBody>
          <a:bodyPr/>
          <a:lstStyle/>
          <a:p>
            <a:r>
              <a:rPr lang="en-US"/>
              <a:t>Drag picture to placeholder or click icon to add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FFE213-8CBB-48D7-A171-8548BB907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5689" y="442800"/>
            <a:ext cx="5366211" cy="1101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5E229-DAA5-4345-AE76-815779D74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ADNOC Upstream - TotalEnergies - 06/10/2025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30760-A444-416F-83F2-0E9E7E46A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41956-BF2E-4170-9809-8254439A8799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74BDDA1-D11F-444B-A19F-8F1AF77F9D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7737" y="1620000"/>
            <a:ext cx="5364163" cy="200025"/>
          </a:xfrm>
        </p:spPr>
        <p:txBody>
          <a:bodyPr/>
          <a:lstStyle>
            <a:lvl1pPr>
              <a:spcBef>
                <a:spcPts val="0"/>
              </a:spcBef>
              <a:defRPr sz="1070" b="1" cap="all" spc="360" baseline="0"/>
            </a:lvl1pPr>
            <a:lvl2pPr>
              <a:defRPr sz="1070"/>
            </a:lvl2pPr>
            <a:lvl3pPr>
              <a:defRPr sz="1070"/>
            </a:lvl3pPr>
            <a:lvl4pPr>
              <a:defRPr sz="1070"/>
            </a:lvl4pPr>
            <a:lvl5pPr>
              <a:defRPr sz="107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7" name="Group 46"/>
          <p:cNvGrpSpPr>
            <a:grpSpLocks noChangeAspect="1"/>
          </p:cNvGrpSpPr>
          <p:nvPr userDrawn="1"/>
        </p:nvGrpSpPr>
        <p:grpSpPr>
          <a:xfrm>
            <a:off x="10810888" y="0"/>
            <a:ext cx="658800" cy="1222741"/>
            <a:chOff x="10546428" y="-86005"/>
            <a:chExt cx="923259" cy="1713580"/>
          </a:xfrm>
        </p:grpSpPr>
        <p:sp>
          <p:nvSpPr>
            <p:cNvPr id="48" name="Rectangle 47"/>
            <p:cNvSpPr/>
            <p:nvPr userDrawn="1"/>
          </p:nvSpPr>
          <p:spPr bwMode="white">
            <a:xfrm>
              <a:off x="10546428" y="-86005"/>
              <a:ext cx="923259" cy="17135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49" name="Group 48"/>
            <p:cNvGrpSpPr>
              <a:grpSpLocks noChangeAspect="1"/>
            </p:cNvGrpSpPr>
            <p:nvPr userDrawn="1"/>
          </p:nvGrpSpPr>
          <p:grpSpPr>
            <a:xfrm>
              <a:off x="10639077" y="333830"/>
              <a:ext cx="767941" cy="1201994"/>
              <a:chOff x="3986213" y="0"/>
              <a:chExt cx="4381501" cy="6858001"/>
            </a:xfrm>
            <a:solidFill>
              <a:schemeClr val="tx2"/>
            </a:solidFill>
          </p:grpSpPr>
          <p:sp>
            <p:nvSpPr>
              <p:cNvPr id="50" name="Freeform 5"/>
              <p:cNvSpPr>
                <a:spLocks/>
              </p:cNvSpPr>
              <p:nvPr/>
            </p:nvSpPr>
            <p:spPr bwMode="auto">
              <a:xfrm>
                <a:off x="6521451" y="1746250"/>
                <a:ext cx="1846263" cy="2443163"/>
              </a:xfrm>
              <a:custGeom>
                <a:avLst/>
                <a:gdLst>
                  <a:gd name="T0" fmla="*/ 113 w 206"/>
                  <a:gd name="T1" fmla="*/ 196 h 273"/>
                  <a:gd name="T2" fmla="*/ 70 w 206"/>
                  <a:gd name="T3" fmla="*/ 273 h 273"/>
                  <a:gd name="T4" fmla="*/ 184 w 206"/>
                  <a:gd name="T5" fmla="*/ 273 h 273"/>
                  <a:gd name="T6" fmla="*/ 0 w 206"/>
                  <a:gd name="T7" fmla="*/ 0 h 273"/>
                  <a:gd name="T8" fmla="*/ 113 w 206"/>
                  <a:gd name="T9" fmla="*/ 196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6" h="273">
                    <a:moveTo>
                      <a:pt x="113" y="196"/>
                    </a:moveTo>
                    <a:cubicBezTo>
                      <a:pt x="106" y="226"/>
                      <a:pt x="91" y="252"/>
                      <a:pt x="70" y="273"/>
                    </a:cubicBezTo>
                    <a:cubicBezTo>
                      <a:pt x="184" y="273"/>
                      <a:pt x="184" y="273"/>
                      <a:pt x="184" y="273"/>
                    </a:cubicBezTo>
                    <a:cubicBezTo>
                      <a:pt x="206" y="154"/>
                      <a:pt x="128" y="28"/>
                      <a:pt x="0" y="0"/>
                    </a:cubicBezTo>
                    <a:cubicBezTo>
                      <a:pt x="26" y="7"/>
                      <a:pt x="138" y="60"/>
                      <a:pt x="113" y="196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1" name="Freeform 6"/>
              <p:cNvSpPr>
                <a:spLocks/>
              </p:cNvSpPr>
              <p:nvPr/>
            </p:nvSpPr>
            <p:spPr bwMode="auto">
              <a:xfrm>
                <a:off x="3986213" y="0"/>
                <a:ext cx="4219575" cy="4189413"/>
              </a:xfrm>
              <a:custGeom>
                <a:avLst/>
                <a:gdLst>
                  <a:gd name="T0" fmla="*/ 0 w 471"/>
                  <a:gd name="T1" fmla="*/ 0 h 468"/>
                  <a:gd name="T2" fmla="*/ 0 w 471"/>
                  <a:gd name="T3" fmla="*/ 468 h 468"/>
                  <a:gd name="T4" fmla="*/ 50 w 471"/>
                  <a:gd name="T5" fmla="*/ 468 h 468"/>
                  <a:gd name="T6" fmla="*/ 104 w 471"/>
                  <a:gd name="T7" fmla="*/ 466 h 468"/>
                  <a:gd name="T8" fmla="*/ 247 w 471"/>
                  <a:gd name="T9" fmla="*/ 346 h 468"/>
                  <a:gd name="T10" fmla="*/ 161 w 471"/>
                  <a:gd name="T11" fmla="*/ 219 h 468"/>
                  <a:gd name="T12" fmla="*/ 157 w 471"/>
                  <a:gd name="T13" fmla="*/ 218 h 468"/>
                  <a:gd name="T14" fmla="*/ 100 w 471"/>
                  <a:gd name="T15" fmla="*/ 212 h 468"/>
                  <a:gd name="T16" fmla="*/ 92 w 471"/>
                  <a:gd name="T17" fmla="*/ 243 h 468"/>
                  <a:gd name="T18" fmla="*/ 81 w 471"/>
                  <a:gd name="T19" fmla="*/ 165 h 468"/>
                  <a:gd name="T20" fmla="*/ 124 w 471"/>
                  <a:gd name="T21" fmla="*/ 123 h 468"/>
                  <a:gd name="T22" fmla="*/ 124 w 471"/>
                  <a:gd name="T23" fmla="*/ 122 h 468"/>
                  <a:gd name="T24" fmla="*/ 186 w 471"/>
                  <a:gd name="T25" fmla="*/ 78 h 468"/>
                  <a:gd name="T26" fmla="*/ 259 w 471"/>
                  <a:gd name="T27" fmla="*/ 58 h 468"/>
                  <a:gd name="T28" fmla="*/ 471 w 471"/>
                  <a:gd name="T29" fmla="*/ 151 h 468"/>
                  <a:gd name="T30" fmla="*/ 471 w 471"/>
                  <a:gd name="T31" fmla="*/ 0 h 468"/>
                  <a:gd name="T32" fmla="*/ 0 w 471"/>
                  <a:gd name="T33" fmla="*/ 0 h 4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71" h="468">
                    <a:moveTo>
                      <a:pt x="0" y="0"/>
                    </a:moveTo>
                    <a:cubicBezTo>
                      <a:pt x="0" y="468"/>
                      <a:pt x="0" y="468"/>
                      <a:pt x="0" y="468"/>
                    </a:cubicBezTo>
                    <a:cubicBezTo>
                      <a:pt x="50" y="468"/>
                      <a:pt x="50" y="468"/>
                      <a:pt x="50" y="468"/>
                    </a:cubicBezTo>
                    <a:cubicBezTo>
                      <a:pt x="80" y="468"/>
                      <a:pt x="87" y="468"/>
                      <a:pt x="104" y="466"/>
                    </a:cubicBezTo>
                    <a:cubicBezTo>
                      <a:pt x="175" y="455"/>
                      <a:pt x="240" y="397"/>
                      <a:pt x="247" y="346"/>
                    </a:cubicBezTo>
                    <a:cubicBezTo>
                      <a:pt x="258" y="285"/>
                      <a:pt x="225" y="232"/>
                      <a:pt x="161" y="219"/>
                    </a:cubicBezTo>
                    <a:cubicBezTo>
                      <a:pt x="160" y="219"/>
                      <a:pt x="159" y="218"/>
                      <a:pt x="157" y="218"/>
                    </a:cubicBezTo>
                    <a:cubicBezTo>
                      <a:pt x="155" y="218"/>
                      <a:pt x="124" y="218"/>
                      <a:pt x="100" y="212"/>
                    </a:cubicBezTo>
                    <a:cubicBezTo>
                      <a:pt x="100" y="212"/>
                      <a:pt x="87" y="223"/>
                      <a:pt x="92" y="243"/>
                    </a:cubicBezTo>
                    <a:cubicBezTo>
                      <a:pt x="92" y="243"/>
                      <a:pt x="61" y="210"/>
                      <a:pt x="81" y="165"/>
                    </a:cubicBezTo>
                    <a:cubicBezTo>
                      <a:pt x="81" y="165"/>
                      <a:pt x="90" y="144"/>
                      <a:pt x="124" y="123"/>
                    </a:cubicBezTo>
                    <a:cubicBezTo>
                      <a:pt x="124" y="123"/>
                      <a:pt x="124" y="122"/>
                      <a:pt x="124" y="122"/>
                    </a:cubicBezTo>
                    <a:cubicBezTo>
                      <a:pt x="133" y="111"/>
                      <a:pt x="155" y="93"/>
                      <a:pt x="186" y="78"/>
                    </a:cubicBezTo>
                    <a:cubicBezTo>
                      <a:pt x="201" y="71"/>
                      <a:pt x="228" y="61"/>
                      <a:pt x="259" y="58"/>
                    </a:cubicBezTo>
                    <a:cubicBezTo>
                      <a:pt x="397" y="45"/>
                      <a:pt x="471" y="151"/>
                      <a:pt x="471" y="151"/>
                    </a:cubicBezTo>
                    <a:cubicBezTo>
                      <a:pt x="471" y="0"/>
                      <a:pt x="471" y="0"/>
                      <a:pt x="47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2" name="Freeform 7"/>
              <p:cNvSpPr>
                <a:spLocks/>
              </p:cNvSpPr>
              <p:nvPr/>
            </p:nvSpPr>
            <p:spPr bwMode="auto">
              <a:xfrm>
                <a:off x="5545138" y="939800"/>
                <a:ext cx="2660650" cy="1011238"/>
              </a:xfrm>
              <a:custGeom>
                <a:avLst/>
                <a:gdLst>
                  <a:gd name="T0" fmla="*/ 167 w 297"/>
                  <a:gd name="T1" fmla="*/ 9 h 113"/>
                  <a:gd name="T2" fmla="*/ 0 w 297"/>
                  <a:gd name="T3" fmla="*/ 48 h 113"/>
                  <a:gd name="T4" fmla="*/ 33 w 297"/>
                  <a:gd name="T5" fmla="*/ 33 h 113"/>
                  <a:gd name="T6" fmla="*/ 61 w 297"/>
                  <a:gd name="T7" fmla="*/ 60 h 113"/>
                  <a:gd name="T8" fmla="*/ 103 w 297"/>
                  <a:gd name="T9" fmla="*/ 34 h 113"/>
                  <a:gd name="T10" fmla="*/ 103 w 297"/>
                  <a:gd name="T11" fmla="*/ 20 h 113"/>
                  <a:gd name="T12" fmla="*/ 297 w 297"/>
                  <a:gd name="T13" fmla="*/ 113 h 113"/>
                  <a:gd name="T14" fmla="*/ 297 w 297"/>
                  <a:gd name="T15" fmla="*/ 71 h 113"/>
                  <a:gd name="T16" fmla="*/ 167 w 297"/>
                  <a:gd name="T17" fmla="*/ 9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7" h="113">
                    <a:moveTo>
                      <a:pt x="167" y="9"/>
                    </a:moveTo>
                    <a:cubicBezTo>
                      <a:pt x="100" y="0"/>
                      <a:pt x="44" y="17"/>
                      <a:pt x="0" y="48"/>
                    </a:cubicBezTo>
                    <a:cubicBezTo>
                      <a:pt x="0" y="48"/>
                      <a:pt x="13" y="40"/>
                      <a:pt x="33" y="33"/>
                    </a:cubicBezTo>
                    <a:cubicBezTo>
                      <a:pt x="36" y="46"/>
                      <a:pt x="47" y="57"/>
                      <a:pt x="61" y="60"/>
                    </a:cubicBezTo>
                    <a:cubicBezTo>
                      <a:pt x="81" y="64"/>
                      <a:pt x="100" y="52"/>
                      <a:pt x="103" y="34"/>
                    </a:cubicBezTo>
                    <a:cubicBezTo>
                      <a:pt x="104" y="30"/>
                      <a:pt x="104" y="25"/>
                      <a:pt x="103" y="20"/>
                    </a:cubicBezTo>
                    <a:cubicBezTo>
                      <a:pt x="230" y="16"/>
                      <a:pt x="297" y="113"/>
                      <a:pt x="297" y="113"/>
                    </a:cubicBezTo>
                    <a:cubicBezTo>
                      <a:pt x="297" y="71"/>
                      <a:pt x="297" y="71"/>
                      <a:pt x="297" y="71"/>
                    </a:cubicBezTo>
                    <a:cubicBezTo>
                      <a:pt x="278" y="52"/>
                      <a:pt x="226" y="15"/>
                      <a:pt x="167" y="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3" name="Freeform 8"/>
              <p:cNvSpPr>
                <a:spLocks noEditPoints="1"/>
              </p:cNvSpPr>
              <p:nvPr/>
            </p:nvSpPr>
            <p:spPr bwMode="auto">
              <a:xfrm>
                <a:off x="3986213" y="6007100"/>
                <a:ext cx="796925" cy="833438"/>
              </a:xfrm>
              <a:custGeom>
                <a:avLst/>
                <a:gdLst>
                  <a:gd name="T0" fmla="*/ 310 w 502"/>
                  <a:gd name="T1" fmla="*/ 311 h 525"/>
                  <a:gd name="T2" fmla="*/ 248 w 502"/>
                  <a:gd name="T3" fmla="*/ 124 h 525"/>
                  <a:gd name="T4" fmla="*/ 186 w 502"/>
                  <a:gd name="T5" fmla="*/ 311 h 525"/>
                  <a:gd name="T6" fmla="*/ 310 w 502"/>
                  <a:gd name="T7" fmla="*/ 311 h 525"/>
                  <a:gd name="T8" fmla="*/ 198 w 502"/>
                  <a:gd name="T9" fmla="*/ 0 h 525"/>
                  <a:gd name="T10" fmla="*/ 305 w 502"/>
                  <a:gd name="T11" fmla="*/ 0 h 525"/>
                  <a:gd name="T12" fmla="*/ 502 w 502"/>
                  <a:gd name="T13" fmla="*/ 525 h 525"/>
                  <a:gd name="T14" fmla="*/ 384 w 502"/>
                  <a:gd name="T15" fmla="*/ 525 h 525"/>
                  <a:gd name="T16" fmla="*/ 339 w 502"/>
                  <a:gd name="T17" fmla="*/ 401 h 525"/>
                  <a:gd name="T18" fmla="*/ 158 w 502"/>
                  <a:gd name="T19" fmla="*/ 401 h 525"/>
                  <a:gd name="T20" fmla="*/ 113 w 502"/>
                  <a:gd name="T21" fmla="*/ 525 h 525"/>
                  <a:gd name="T22" fmla="*/ 0 w 502"/>
                  <a:gd name="T23" fmla="*/ 525 h 525"/>
                  <a:gd name="T24" fmla="*/ 198 w 502"/>
                  <a:gd name="T25" fmla="*/ 0 h 5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02" h="525">
                    <a:moveTo>
                      <a:pt x="310" y="311"/>
                    </a:moveTo>
                    <a:lnTo>
                      <a:pt x="248" y="124"/>
                    </a:lnTo>
                    <a:lnTo>
                      <a:pt x="186" y="311"/>
                    </a:lnTo>
                    <a:lnTo>
                      <a:pt x="310" y="311"/>
                    </a:lnTo>
                    <a:close/>
                    <a:moveTo>
                      <a:pt x="198" y="0"/>
                    </a:moveTo>
                    <a:lnTo>
                      <a:pt x="305" y="0"/>
                    </a:lnTo>
                    <a:lnTo>
                      <a:pt x="502" y="525"/>
                    </a:lnTo>
                    <a:lnTo>
                      <a:pt x="384" y="525"/>
                    </a:lnTo>
                    <a:lnTo>
                      <a:pt x="339" y="401"/>
                    </a:lnTo>
                    <a:lnTo>
                      <a:pt x="158" y="401"/>
                    </a:lnTo>
                    <a:lnTo>
                      <a:pt x="113" y="525"/>
                    </a:lnTo>
                    <a:lnTo>
                      <a:pt x="0" y="525"/>
                    </a:lnTo>
                    <a:lnTo>
                      <a:pt x="19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4" name="Freeform 9"/>
              <p:cNvSpPr>
                <a:spLocks noEditPoints="1"/>
              </p:cNvSpPr>
              <p:nvPr/>
            </p:nvSpPr>
            <p:spPr bwMode="auto">
              <a:xfrm>
                <a:off x="4881563" y="6007100"/>
                <a:ext cx="717550" cy="833438"/>
              </a:xfrm>
              <a:custGeom>
                <a:avLst/>
                <a:gdLst>
                  <a:gd name="T0" fmla="*/ 32 w 80"/>
                  <a:gd name="T1" fmla="*/ 76 h 93"/>
                  <a:gd name="T2" fmla="*/ 45 w 80"/>
                  <a:gd name="T3" fmla="*/ 74 h 93"/>
                  <a:gd name="T4" fmla="*/ 53 w 80"/>
                  <a:gd name="T5" fmla="*/ 68 h 93"/>
                  <a:gd name="T6" fmla="*/ 58 w 80"/>
                  <a:gd name="T7" fmla="*/ 58 h 93"/>
                  <a:gd name="T8" fmla="*/ 60 w 80"/>
                  <a:gd name="T9" fmla="*/ 46 h 93"/>
                  <a:gd name="T10" fmla="*/ 59 w 80"/>
                  <a:gd name="T11" fmla="*/ 34 h 93"/>
                  <a:gd name="T12" fmla="*/ 54 w 80"/>
                  <a:gd name="T13" fmla="*/ 24 h 93"/>
                  <a:gd name="T14" fmla="*/ 46 w 80"/>
                  <a:gd name="T15" fmla="*/ 18 h 93"/>
                  <a:gd name="T16" fmla="*/ 35 w 80"/>
                  <a:gd name="T17" fmla="*/ 16 h 93"/>
                  <a:gd name="T18" fmla="*/ 19 w 80"/>
                  <a:gd name="T19" fmla="*/ 16 h 93"/>
                  <a:gd name="T20" fmla="*/ 19 w 80"/>
                  <a:gd name="T21" fmla="*/ 76 h 93"/>
                  <a:gd name="T22" fmla="*/ 32 w 80"/>
                  <a:gd name="T23" fmla="*/ 76 h 93"/>
                  <a:gd name="T24" fmla="*/ 0 w 80"/>
                  <a:gd name="T25" fmla="*/ 0 h 93"/>
                  <a:gd name="T26" fmla="*/ 35 w 80"/>
                  <a:gd name="T27" fmla="*/ 0 h 93"/>
                  <a:gd name="T28" fmla="*/ 68 w 80"/>
                  <a:gd name="T29" fmla="*/ 11 h 93"/>
                  <a:gd name="T30" fmla="*/ 80 w 80"/>
                  <a:gd name="T31" fmla="*/ 46 h 93"/>
                  <a:gd name="T32" fmla="*/ 77 w 80"/>
                  <a:gd name="T33" fmla="*/ 66 h 93"/>
                  <a:gd name="T34" fmla="*/ 67 w 80"/>
                  <a:gd name="T35" fmla="*/ 81 h 93"/>
                  <a:gd name="T36" fmla="*/ 52 w 80"/>
                  <a:gd name="T37" fmla="*/ 90 h 93"/>
                  <a:gd name="T38" fmla="*/ 31 w 80"/>
                  <a:gd name="T39" fmla="*/ 93 h 93"/>
                  <a:gd name="T40" fmla="*/ 0 w 80"/>
                  <a:gd name="T41" fmla="*/ 93 h 93"/>
                  <a:gd name="T42" fmla="*/ 0 w 80"/>
                  <a:gd name="T43" fmla="*/ 0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0" h="93">
                    <a:moveTo>
                      <a:pt x="32" y="76"/>
                    </a:moveTo>
                    <a:cubicBezTo>
                      <a:pt x="37" y="76"/>
                      <a:pt x="41" y="76"/>
                      <a:pt x="45" y="74"/>
                    </a:cubicBezTo>
                    <a:cubicBezTo>
                      <a:pt x="48" y="73"/>
                      <a:pt x="51" y="71"/>
                      <a:pt x="53" y="68"/>
                    </a:cubicBezTo>
                    <a:cubicBezTo>
                      <a:pt x="56" y="65"/>
                      <a:pt x="57" y="62"/>
                      <a:pt x="58" y="58"/>
                    </a:cubicBezTo>
                    <a:cubicBezTo>
                      <a:pt x="59" y="55"/>
                      <a:pt x="60" y="51"/>
                      <a:pt x="60" y="46"/>
                    </a:cubicBezTo>
                    <a:cubicBezTo>
                      <a:pt x="60" y="41"/>
                      <a:pt x="59" y="37"/>
                      <a:pt x="59" y="34"/>
                    </a:cubicBezTo>
                    <a:cubicBezTo>
                      <a:pt x="58" y="30"/>
                      <a:pt x="56" y="27"/>
                      <a:pt x="54" y="24"/>
                    </a:cubicBezTo>
                    <a:cubicBezTo>
                      <a:pt x="52" y="22"/>
                      <a:pt x="50" y="20"/>
                      <a:pt x="46" y="18"/>
                    </a:cubicBezTo>
                    <a:cubicBezTo>
                      <a:pt x="43" y="17"/>
                      <a:pt x="39" y="16"/>
                      <a:pt x="35" y="16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19" y="76"/>
                      <a:pt x="19" y="76"/>
                      <a:pt x="19" y="76"/>
                    </a:cubicBezTo>
                    <a:lnTo>
                      <a:pt x="32" y="76"/>
                    </a:lnTo>
                    <a:close/>
                    <a:moveTo>
                      <a:pt x="0" y="0"/>
                    </a:moveTo>
                    <a:cubicBezTo>
                      <a:pt x="35" y="0"/>
                      <a:pt x="35" y="0"/>
                      <a:pt x="35" y="0"/>
                    </a:cubicBezTo>
                    <a:cubicBezTo>
                      <a:pt x="49" y="0"/>
                      <a:pt x="60" y="4"/>
                      <a:pt x="68" y="11"/>
                    </a:cubicBezTo>
                    <a:cubicBezTo>
                      <a:pt x="76" y="19"/>
                      <a:pt x="80" y="31"/>
                      <a:pt x="80" y="46"/>
                    </a:cubicBezTo>
                    <a:cubicBezTo>
                      <a:pt x="80" y="54"/>
                      <a:pt x="79" y="60"/>
                      <a:pt x="77" y="66"/>
                    </a:cubicBezTo>
                    <a:cubicBezTo>
                      <a:pt x="74" y="72"/>
                      <a:pt x="71" y="77"/>
                      <a:pt x="67" y="81"/>
                    </a:cubicBezTo>
                    <a:cubicBezTo>
                      <a:pt x="63" y="85"/>
                      <a:pt x="58" y="88"/>
                      <a:pt x="52" y="90"/>
                    </a:cubicBezTo>
                    <a:cubicBezTo>
                      <a:pt x="46" y="92"/>
                      <a:pt x="39" y="93"/>
                      <a:pt x="31" y="93"/>
                    </a:cubicBezTo>
                    <a:cubicBezTo>
                      <a:pt x="0" y="93"/>
                      <a:pt x="0" y="93"/>
                      <a:pt x="0" y="93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" name="Freeform 10"/>
              <p:cNvSpPr>
                <a:spLocks/>
              </p:cNvSpPr>
              <p:nvPr/>
            </p:nvSpPr>
            <p:spPr bwMode="auto">
              <a:xfrm>
                <a:off x="5734051" y="6007100"/>
                <a:ext cx="671513" cy="833438"/>
              </a:xfrm>
              <a:custGeom>
                <a:avLst/>
                <a:gdLst>
                  <a:gd name="T0" fmla="*/ 0 w 423"/>
                  <a:gd name="T1" fmla="*/ 0 h 525"/>
                  <a:gd name="T2" fmla="*/ 101 w 423"/>
                  <a:gd name="T3" fmla="*/ 0 h 525"/>
                  <a:gd name="T4" fmla="*/ 316 w 423"/>
                  <a:gd name="T5" fmla="*/ 344 h 525"/>
                  <a:gd name="T6" fmla="*/ 316 w 423"/>
                  <a:gd name="T7" fmla="*/ 0 h 525"/>
                  <a:gd name="T8" fmla="*/ 423 w 423"/>
                  <a:gd name="T9" fmla="*/ 0 h 525"/>
                  <a:gd name="T10" fmla="*/ 423 w 423"/>
                  <a:gd name="T11" fmla="*/ 525 h 525"/>
                  <a:gd name="T12" fmla="*/ 327 w 423"/>
                  <a:gd name="T13" fmla="*/ 525 h 525"/>
                  <a:gd name="T14" fmla="*/ 107 w 423"/>
                  <a:gd name="T15" fmla="*/ 181 h 525"/>
                  <a:gd name="T16" fmla="*/ 107 w 423"/>
                  <a:gd name="T17" fmla="*/ 525 h 525"/>
                  <a:gd name="T18" fmla="*/ 0 w 423"/>
                  <a:gd name="T19" fmla="*/ 525 h 525"/>
                  <a:gd name="T20" fmla="*/ 0 w 423"/>
                  <a:gd name="T21" fmla="*/ 0 h 5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23" h="525">
                    <a:moveTo>
                      <a:pt x="0" y="0"/>
                    </a:moveTo>
                    <a:lnTo>
                      <a:pt x="101" y="0"/>
                    </a:lnTo>
                    <a:lnTo>
                      <a:pt x="316" y="344"/>
                    </a:lnTo>
                    <a:lnTo>
                      <a:pt x="316" y="0"/>
                    </a:lnTo>
                    <a:lnTo>
                      <a:pt x="423" y="0"/>
                    </a:lnTo>
                    <a:lnTo>
                      <a:pt x="423" y="525"/>
                    </a:lnTo>
                    <a:lnTo>
                      <a:pt x="327" y="525"/>
                    </a:lnTo>
                    <a:lnTo>
                      <a:pt x="107" y="181"/>
                    </a:lnTo>
                    <a:lnTo>
                      <a:pt x="107" y="525"/>
                    </a:lnTo>
                    <a:lnTo>
                      <a:pt x="0" y="52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6" name="Freeform 11"/>
              <p:cNvSpPr>
                <a:spLocks noEditPoints="1"/>
              </p:cNvSpPr>
              <p:nvPr/>
            </p:nvSpPr>
            <p:spPr bwMode="auto">
              <a:xfrm>
                <a:off x="6548438" y="5980113"/>
                <a:ext cx="796925" cy="877888"/>
              </a:xfrm>
              <a:custGeom>
                <a:avLst/>
                <a:gdLst>
                  <a:gd name="T0" fmla="*/ 45 w 89"/>
                  <a:gd name="T1" fmla="*/ 82 h 98"/>
                  <a:gd name="T2" fmla="*/ 63 w 89"/>
                  <a:gd name="T3" fmla="*/ 73 h 98"/>
                  <a:gd name="T4" fmla="*/ 69 w 89"/>
                  <a:gd name="T5" fmla="*/ 49 h 98"/>
                  <a:gd name="T6" fmla="*/ 63 w 89"/>
                  <a:gd name="T7" fmla="*/ 26 h 98"/>
                  <a:gd name="T8" fmla="*/ 45 w 89"/>
                  <a:gd name="T9" fmla="*/ 17 h 98"/>
                  <a:gd name="T10" fmla="*/ 26 w 89"/>
                  <a:gd name="T11" fmla="*/ 26 h 98"/>
                  <a:gd name="T12" fmla="*/ 20 w 89"/>
                  <a:gd name="T13" fmla="*/ 49 h 98"/>
                  <a:gd name="T14" fmla="*/ 26 w 89"/>
                  <a:gd name="T15" fmla="*/ 73 h 98"/>
                  <a:gd name="T16" fmla="*/ 45 w 89"/>
                  <a:gd name="T17" fmla="*/ 82 h 98"/>
                  <a:gd name="T18" fmla="*/ 45 w 89"/>
                  <a:gd name="T19" fmla="*/ 98 h 98"/>
                  <a:gd name="T20" fmla="*/ 26 w 89"/>
                  <a:gd name="T21" fmla="*/ 95 h 98"/>
                  <a:gd name="T22" fmla="*/ 12 w 89"/>
                  <a:gd name="T23" fmla="*/ 85 h 98"/>
                  <a:gd name="T24" fmla="*/ 3 w 89"/>
                  <a:gd name="T25" fmla="*/ 70 h 98"/>
                  <a:gd name="T26" fmla="*/ 0 w 89"/>
                  <a:gd name="T27" fmla="*/ 49 h 98"/>
                  <a:gd name="T28" fmla="*/ 3 w 89"/>
                  <a:gd name="T29" fmla="*/ 29 h 98"/>
                  <a:gd name="T30" fmla="*/ 12 w 89"/>
                  <a:gd name="T31" fmla="*/ 14 h 98"/>
                  <a:gd name="T32" fmla="*/ 26 w 89"/>
                  <a:gd name="T33" fmla="*/ 4 h 98"/>
                  <a:gd name="T34" fmla="*/ 45 w 89"/>
                  <a:gd name="T35" fmla="*/ 0 h 98"/>
                  <a:gd name="T36" fmla="*/ 63 w 89"/>
                  <a:gd name="T37" fmla="*/ 4 h 98"/>
                  <a:gd name="T38" fmla="*/ 77 w 89"/>
                  <a:gd name="T39" fmla="*/ 14 h 98"/>
                  <a:gd name="T40" fmla="*/ 86 w 89"/>
                  <a:gd name="T41" fmla="*/ 29 h 98"/>
                  <a:gd name="T42" fmla="*/ 89 w 89"/>
                  <a:gd name="T43" fmla="*/ 49 h 98"/>
                  <a:gd name="T44" fmla="*/ 86 w 89"/>
                  <a:gd name="T45" fmla="*/ 70 h 98"/>
                  <a:gd name="T46" fmla="*/ 77 w 89"/>
                  <a:gd name="T47" fmla="*/ 85 h 98"/>
                  <a:gd name="T48" fmla="*/ 63 w 89"/>
                  <a:gd name="T49" fmla="*/ 95 h 98"/>
                  <a:gd name="T50" fmla="*/ 45 w 89"/>
                  <a:gd name="T51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89" h="98">
                    <a:moveTo>
                      <a:pt x="45" y="82"/>
                    </a:moveTo>
                    <a:cubicBezTo>
                      <a:pt x="53" y="82"/>
                      <a:pt x="59" y="79"/>
                      <a:pt x="63" y="73"/>
                    </a:cubicBezTo>
                    <a:cubicBezTo>
                      <a:pt x="67" y="68"/>
                      <a:pt x="69" y="60"/>
                      <a:pt x="69" y="49"/>
                    </a:cubicBezTo>
                    <a:cubicBezTo>
                      <a:pt x="69" y="39"/>
                      <a:pt x="67" y="31"/>
                      <a:pt x="63" y="26"/>
                    </a:cubicBezTo>
                    <a:cubicBezTo>
                      <a:pt x="59" y="20"/>
                      <a:pt x="53" y="17"/>
                      <a:pt x="45" y="17"/>
                    </a:cubicBezTo>
                    <a:cubicBezTo>
                      <a:pt x="36" y="17"/>
                      <a:pt x="30" y="20"/>
                      <a:pt x="26" y="26"/>
                    </a:cubicBezTo>
                    <a:cubicBezTo>
                      <a:pt x="22" y="31"/>
                      <a:pt x="20" y="39"/>
                      <a:pt x="20" y="49"/>
                    </a:cubicBezTo>
                    <a:cubicBezTo>
                      <a:pt x="20" y="60"/>
                      <a:pt x="22" y="68"/>
                      <a:pt x="26" y="73"/>
                    </a:cubicBezTo>
                    <a:cubicBezTo>
                      <a:pt x="30" y="79"/>
                      <a:pt x="36" y="82"/>
                      <a:pt x="45" y="82"/>
                    </a:cubicBezTo>
                    <a:moveTo>
                      <a:pt x="45" y="98"/>
                    </a:moveTo>
                    <a:cubicBezTo>
                      <a:pt x="38" y="98"/>
                      <a:pt x="31" y="97"/>
                      <a:pt x="26" y="95"/>
                    </a:cubicBezTo>
                    <a:cubicBezTo>
                      <a:pt x="21" y="93"/>
                      <a:pt x="16" y="89"/>
                      <a:pt x="12" y="85"/>
                    </a:cubicBezTo>
                    <a:cubicBezTo>
                      <a:pt x="8" y="81"/>
                      <a:pt x="5" y="76"/>
                      <a:pt x="3" y="70"/>
                    </a:cubicBezTo>
                    <a:cubicBezTo>
                      <a:pt x="1" y="64"/>
                      <a:pt x="0" y="57"/>
                      <a:pt x="0" y="49"/>
                    </a:cubicBezTo>
                    <a:cubicBezTo>
                      <a:pt x="0" y="42"/>
                      <a:pt x="1" y="35"/>
                      <a:pt x="3" y="29"/>
                    </a:cubicBezTo>
                    <a:cubicBezTo>
                      <a:pt x="5" y="23"/>
                      <a:pt x="8" y="18"/>
                      <a:pt x="12" y="14"/>
                    </a:cubicBezTo>
                    <a:cubicBezTo>
                      <a:pt x="16" y="9"/>
                      <a:pt x="21" y="6"/>
                      <a:pt x="26" y="4"/>
                    </a:cubicBezTo>
                    <a:cubicBezTo>
                      <a:pt x="32" y="2"/>
                      <a:pt x="38" y="0"/>
                      <a:pt x="45" y="0"/>
                    </a:cubicBezTo>
                    <a:cubicBezTo>
                      <a:pt x="52" y="0"/>
                      <a:pt x="58" y="2"/>
                      <a:pt x="63" y="4"/>
                    </a:cubicBezTo>
                    <a:cubicBezTo>
                      <a:pt x="69" y="6"/>
                      <a:pt x="73" y="9"/>
                      <a:pt x="77" y="14"/>
                    </a:cubicBezTo>
                    <a:cubicBezTo>
                      <a:pt x="81" y="18"/>
                      <a:pt x="84" y="23"/>
                      <a:pt x="86" y="29"/>
                    </a:cubicBezTo>
                    <a:cubicBezTo>
                      <a:pt x="88" y="35"/>
                      <a:pt x="89" y="42"/>
                      <a:pt x="89" y="49"/>
                    </a:cubicBezTo>
                    <a:cubicBezTo>
                      <a:pt x="89" y="57"/>
                      <a:pt x="88" y="64"/>
                      <a:pt x="86" y="70"/>
                    </a:cubicBezTo>
                    <a:cubicBezTo>
                      <a:pt x="84" y="76"/>
                      <a:pt x="81" y="81"/>
                      <a:pt x="77" y="85"/>
                    </a:cubicBezTo>
                    <a:cubicBezTo>
                      <a:pt x="74" y="89"/>
                      <a:pt x="69" y="93"/>
                      <a:pt x="63" y="95"/>
                    </a:cubicBezTo>
                    <a:cubicBezTo>
                      <a:pt x="58" y="97"/>
                      <a:pt x="52" y="98"/>
                      <a:pt x="45" y="9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" name="Freeform 12"/>
              <p:cNvSpPr>
                <a:spLocks/>
              </p:cNvSpPr>
              <p:nvPr/>
            </p:nvSpPr>
            <p:spPr bwMode="auto">
              <a:xfrm>
                <a:off x="7453313" y="5980113"/>
                <a:ext cx="742950" cy="877888"/>
              </a:xfrm>
              <a:custGeom>
                <a:avLst/>
                <a:gdLst>
                  <a:gd name="T0" fmla="*/ 83 w 83"/>
                  <a:gd name="T1" fmla="*/ 64 h 98"/>
                  <a:gd name="T2" fmla="*/ 79 w 83"/>
                  <a:gd name="T3" fmla="*/ 77 h 98"/>
                  <a:gd name="T4" fmla="*/ 71 w 83"/>
                  <a:gd name="T5" fmla="*/ 88 h 98"/>
                  <a:gd name="T6" fmla="*/ 59 w 83"/>
                  <a:gd name="T7" fmla="*/ 96 h 98"/>
                  <a:gd name="T8" fmla="*/ 43 w 83"/>
                  <a:gd name="T9" fmla="*/ 98 h 98"/>
                  <a:gd name="T10" fmla="*/ 24 w 83"/>
                  <a:gd name="T11" fmla="*/ 95 h 98"/>
                  <a:gd name="T12" fmla="*/ 11 w 83"/>
                  <a:gd name="T13" fmla="*/ 85 h 98"/>
                  <a:gd name="T14" fmla="*/ 3 w 83"/>
                  <a:gd name="T15" fmla="*/ 69 h 98"/>
                  <a:gd name="T16" fmla="*/ 0 w 83"/>
                  <a:gd name="T17" fmla="*/ 49 h 98"/>
                  <a:gd name="T18" fmla="*/ 3 w 83"/>
                  <a:gd name="T19" fmla="*/ 29 h 98"/>
                  <a:gd name="T20" fmla="*/ 12 w 83"/>
                  <a:gd name="T21" fmla="*/ 14 h 98"/>
                  <a:gd name="T22" fmla="*/ 25 w 83"/>
                  <a:gd name="T23" fmla="*/ 4 h 98"/>
                  <a:gd name="T24" fmla="*/ 43 w 83"/>
                  <a:gd name="T25" fmla="*/ 0 h 98"/>
                  <a:gd name="T26" fmla="*/ 59 w 83"/>
                  <a:gd name="T27" fmla="*/ 3 h 98"/>
                  <a:gd name="T28" fmla="*/ 70 w 83"/>
                  <a:gd name="T29" fmla="*/ 9 h 98"/>
                  <a:gd name="T30" fmla="*/ 77 w 83"/>
                  <a:gd name="T31" fmla="*/ 19 h 98"/>
                  <a:gd name="T32" fmla="*/ 81 w 83"/>
                  <a:gd name="T33" fmla="*/ 32 h 98"/>
                  <a:gd name="T34" fmla="*/ 62 w 83"/>
                  <a:gd name="T35" fmla="*/ 35 h 98"/>
                  <a:gd name="T36" fmla="*/ 56 w 83"/>
                  <a:gd name="T37" fmla="*/ 22 h 98"/>
                  <a:gd name="T38" fmla="*/ 43 w 83"/>
                  <a:gd name="T39" fmla="*/ 17 h 98"/>
                  <a:gd name="T40" fmla="*/ 26 w 83"/>
                  <a:gd name="T41" fmla="*/ 26 h 98"/>
                  <a:gd name="T42" fmla="*/ 20 w 83"/>
                  <a:gd name="T43" fmla="*/ 49 h 98"/>
                  <a:gd name="T44" fmla="*/ 27 w 83"/>
                  <a:gd name="T45" fmla="*/ 73 h 98"/>
                  <a:gd name="T46" fmla="*/ 43 w 83"/>
                  <a:gd name="T47" fmla="*/ 82 h 98"/>
                  <a:gd name="T48" fmla="*/ 56 w 83"/>
                  <a:gd name="T49" fmla="*/ 77 h 98"/>
                  <a:gd name="T50" fmla="*/ 62 w 83"/>
                  <a:gd name="T51" fmla="*/ 64 h 98"/>
                  <a:gd name="T52" fmla="*/ 83 w 83"/>
                  <a:gd name="T53" fmla="*/ 6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3" h="98">
                    <a:moveTo>
                      <a:pt x="83" y="64"/>
                    </a:moveTo>
                    <a:cubicBezTo>
                      <a:pt x="82" y="69"/>
                      <a:pt x="81" y="73"/>
                      <a:pt x="79" y="77"/>
                    </a:cubicBezTo>
                    <a:cubicBezTo>
                      <a:pt x="77" y="82"/>
                      <a:pt x="75" y="85"/>
                      <a:pt x="71" y="88"/>
                    </a:cubicBezTo>
                    <a:cubicBezTo>
                      <a:pt x="68" y="91"/>
                      <a:pt x="64" y="94"/>
                      <a:pt x="59" y="96"/>
                    </a:cubicBezTo>
                    <a:cubicBezTo>
                      <a:pt x="55" y="97"/>
                      <a:pt x="49" y="98"/>
                      <a:pt x="43" y="98"/>
                    </a:cubicBezTo>
                    <a:cubicBezTo>
                      <a:pt x="36" y="98"/>
                      <a:pt x="30" y="97"/>
                      <a:pt x="24" y="95"/>
                    </a:cubicBezTo>
                    <a:cubicBezTo>
                      <a:pt x="19" y="92"/>
                      <a:pt x="15" y="89"/>
                      <a:pt x="11" y="85"/>
                    </a:cubicBezTo>
                    <a:cubicBezTo>
                      <a:pt x="7" y="81"/>
                      <a:pt x="5" y="75"/>
                      <a:pt x="3" y="69"/>
                    </a:cubicBezTo>
                    <a:cubicBezTo>
                      <a:pt x="1" y="63"/>
                      <a:pt x="0" y="57"/>
                      <a:pt x="0" y="49"/>
                    </a:cubicBezTo>
                    <a:cubicBezTo>
                      <a:pt x="0" y="42"/>
                      <a:pt x="1" y="35"/>
                      <a:pt x="3" y="29"/>
                    </a:cubicBezTo>
                    <a:cubicBezTo>
                      <a:pt x="5" y="23"/>
                      <a:pt x="8" y="18"/>
                      <a:pt x="12" y="14"/>
                    </a:cubicBezTo>
                    <a:cubicBezTo>
                      <a:pt x="15" y="9"/>
                      <a:pt x="20" y="6"/>
                      <a:pt x="25" y="4"/>
                    </a:cubicBezTo>
                    <a:cubicBezTo>
                      <a:pt x="31" y="2"/>
                      <a:pt x="37" y="0"/>
                      <a:pt x="43" y="0"/>
                    </a:cubicBezTo>
                    <a:cubicBezTo>
                      <a:pt x="49" y="0"/>
                      <a:pt x="54" y="1"/>
                      <a:pt x="59" y="3"/>
                    </a:cubicBezTo>
                    <a:cubicBezTo>
                      <a:pt x="63" y="4"/>
                      <a:pt x="67" y="6"/>
                      <a:pt x="70" y="9"/>
                    </a:cubicBezTo>
                    <a:cubicBezTo>
                      <a:pt x="73" y="12"/>
                      <a:pt x="75" y="15"/>
                      <a:pt x="77" y="19"/>
                    </a:cubicBezTo>
                    <a:cubicBezTo>
                      <a:pt x="79" y="23"/>
                      <a:pt x="80" y="27"/>
                      <a:pt x="81" y="32"/>
                    </a:cubicBezTo>
                    <a:cubicBezTo>
                      <a:pt x="62" y="35"/>
                      <a:pt x="62" y="35"/>
                      <a:pt x="62" y="35"/>
                    </a:cubicBezTo>
                    <a:cubicBezTo>
                      <a:pt x="61" y="29"/>
                      <a:pt x="59" y="25"/>
                      <a:pt x="56" y="22"/>
                    </a:cubicBezTo>
                    <a:cubicBezTo>
                      <a:pt x="53" y="19"/>
                      <a:pt x="49" y="17"/>
                      <a:pt x="43" y="17"/>
                    </a:cubicBezTo>
                    <a:cubicBezTo>
                      <a:pt x="36" y="17"/>
                      <a:pt x="30" y="20"/>
                      <a:pt x="26" y="26"/>
                    </a:cubicBezTo>
                    <a:cubicBezTo>
                      <a:pt x="22" y="31"/>
                      <a:pt x="20" y="39"/>
                      <a:pt x="20" y="49"/>
                    </a:cubicBezTo>
                    <a:cubicBezTo>
                      <a:pt x="20" y="60"/>
                      <a:pt x="23" y="68"/>
                      <a:pt x="27" y="73"/>
                    </a:cubicBezTo>
                    <a:cubicBezTo>
                      <a:pt x="31" y="79"/>
                      <a:pt x="36" y="82"/>
                      <a:pt x="43" y="82"/>
                    </a:cubicBezTo>
                    <a:cubicBezTo>
                      <a:pt x="49" y="82"/>
                      <a:pt x="54" y="80"/>
                      <a:pt x="56" y="77"/>
                    </a:cubicBezTo>
                    <a:cubicBezTo>
                      <a:pt x="59" y="74"/>
                      <a:pt x="61" y="69"/>
                      <a:pt x="62" y="64"/>
                    </a:cubicBezTo>
                    <a:lnTo>
                      <a:pt x="83" y="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8" name="Freeform 13"/>
              <p:cNvSpPr>
                <a:spLocks noEditPoints="1"/>
              </p:cNvSpPr>
              <p:nvPr/>
            </p:nvSpPr>
            <p:spPr bwMode="auto">
              <a:xfrm>
                <a:off x="3986213" y="4735513"/>
                <a:ext cx="1066800" cy="887413"/>
              </a:xfrm>
              <a:custGeom>
                <a:avLst/>
                <a:gdLst>
                  <a:gd name="T0" fmla="*/ 82 w 119"/>
                  <a:gd name="T1" fmla="*/ 40 h 99"/>
                  <a:gd name="T2" fmla="*/ 82 w 119"/>
                  <a:gd name="T3" fmla="*/ 47 h 99"/>
                  <a:gd name="T4" fmla="*/ 57 w 119"/>
                  <a:gd name="T5" fmla="*/ 47 h 99"/>
                  <a:gd name="T6" fmla="*/ 57 w 119"/>
                  <a:gd name="T7" fmla="*/ 40 h 99"/>
                  <a:gd name="T8" fmla="*/ 60 w 119"/>
                  <a:gd name="T9" fmla="*/ 40 h 99"/>
                  <a:gd name="T10" fmla="*/ 60 w 119"/>
                  <a:gd name="T11" fmla="*/ 36 h 99"/>
                  <a:gd name="T12" fmla="*/ 63 w 119"/>
                  <a:gd name="T13" fmla="*/ 28 h 99"/>
                  <a:gd name="T14" fmla="*/ 71 w 119"/>
                  <a:gd name="T15" fmla="*/ 25 h 99"/>
                  <a:gd name="T16" fmla="*/ 78 w 119"/>
                  <a:gd name="T17" fmla="*/ 28 h 99"/>
                  <a:gd name="T18" fmla="*/ 81 w 119"/>
                  <a:gd name="T19" fmla="*/ 35 h 99"/>
                  <a:gd name="T20" fmla="*/ 75 w 119"/>
                  <a:gd name="T21" fmla="*/ 36 h 99"/>
                  <a:gd name="T22" fmla="*/ 74 w 119"/>
                  <a:gd name="T23" fmla="*/ 32 h 99"/>
                  <a:gd name="T24" fmla="*/ 71 w 119"/>
                  <a:gd name="T25" fmla="*/ 32 h 99"/>
                  <a:gd name="T26" fmla="*/ 67 w 119"/>
                  <a:gd name="T27" fmla="*/ 36 h 99"/>
                  <a:gd name="T28" fmla="*/ 67 w 119"/>
                  <a:gd name="T29" fmla="*/ 40 h 99"/>
                  <a:gd name="T30" fmla="*/ 82 w 119"/>
                  <a:gd name="T31" fmla="*/ 40 h 99"/>
                  <a:gd name="T32" fmla="*/ 100 w 119"/>
                  <a:gd name="T33" fmla="*/ 82 h 99"/>
                  <a:gd name="T34" fmla="*/ 100 w 119"/>
                  <a:gd name="T35" fmla="*/ 0 h 99"/>
                  <a:gd name="T36" fmla="*/ 119 w 119"/>
                  <a:gd name="T37" fmla="*/ 0 h 99"/>
                  <a:gd name="T38" fmla="*/ 119 w 119"/>
                  <a:gd name="T39" fmla="*/ 99 h 99"/>
                  <a:gd name="T40" fmla="*/ 38 w 119"/>
                  <a:gd name="T41" fmla="*/ 99 h 99"/>
                  <a:gd name="T42" fmla="*/ 10 w 119"/>
                  <a:gd name="T43" fmla="*/ 91 h 99"/>
                  <a:gd name="T44" fmla="*/ 0 w 119"/>
                  <a:gd name="T45" fmla="*/ 65 h 99"/>
                  <a:gd name="T46" fmla="*/ 4 w 119"/>
                  <a:gd name="T47" fmla="*/ 49 h 99"/>
                  <a:gd name="T48" fmla="*/ 16 w 119"/>
                  <a:gd name="T49" fmla="*/ 37 h 99"/>
                  <a:gd name="T50" fmla="*/ 34 w 119"/>
                  <a:gd name="T51" fmla="*/ 33 h 99"/>
                  <a:gd name="T52" fmla="*/ 36 w 119"/>
                  <a:gd name="T53" fmla="*/ 49 h 99"/>
                  <a:gd name="T54" fmla="*/ 23 w 119"/>
                  <a:gd name="T55" fmla="*/ 54 h 99"/>
                  <a:gd name="T56" fmla="*/ 19 w 119"/>
                  <a:gd name="T57" fmla="*/ 65 h 99"/>
                  <a:gd name="T58" fmla="*/ 23 w 119"/>
                  <a:gd name="T59" fmla="*/ 78 h 99"/>
                  <a:gd name="T60" fmla="*/ 38 w 119"/>
                  <a:gd name="T61" fmla="*/ 82 h 99"/>
                  <a:gd name="T62" fmla="*/ 100 w 119"/>
                  <a:gd name="T63" fmla="*/ 82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19" h="99">
                    <a:moveTo>
                      <a:pt x="82" y="40"/>
                    </a:moveTo>
                    <a:cubicBezTo>
                      <a:pt x="82" y="47"/>
                      <a:pt x="82" y="47"/>
                      <a:pt x="82" y="47"/>
                    </a:cubicBezTo>
                    <a:cubicBezTo>
                      <a:pt x="57" y="47"/>
                      <a:pt x="57" y="47"/>
                      <a:pt x="57" y="47"/>
                    </a:cubicBezTo>
                    <a:cubicBezTo>
                      <a:pt x="57" y="40"/>
                      <a:pt x="57" y="40"/>
                      <a:pt x="57" y="40"/>
                    </a:cubicBezTo>
                    <a:cubicBezTo>
                      <a:pt x="60" y="40"/>
                      <a:pt x="60" y="40"/>
                      <a:pt x="60" y="40"/>
                    </a:cubicBezTo>
                    <a:cubicBezTo>
                      <a:pt x="60" y="36"/>
                      <a:pt x="60" y="36"/>
                      <a:pt x="60" y="36"/>
                    </a:cubicBezTo>
                    <a:cubicBezTo>
                      <a:pt x="60" y="33"/>
                      <a:pt x="61" y="30"/>
                      <a:pt x="63" y="28"/>
                    </a:cubicBezTo>
                    <a:cubicBezTo>
                      <a:pt x="65" y="26"/>
                      <a:pt x="67" y="25"/>
                      <a:pt x="71" y="25"/>
                    </a:cubicBezTo>
                    <a:cubicBezTo>
                      <a:pt x="74" y="25"/>
                      <a:pt x="77" y="26"/>
                      <a:pt x="78" y="28"/>
                    </a:cubicBezTo>
                    <a:cubicBezTo>
                      <a:pt x="80" y="29"/>
                      <a:pt x="81" y="31"/>
                      <a:pt x="81" y="35"/>
                    </a:cubicBezTo>
                    <a:cubicBezTo>
                      <a:pt x="75" y="36"/>
                      <a:pt x="75" y="36"/>
                      <a:pt x="75" y="36"/>
                    </a:cubicBezTo>
                    <a:cubicBezTo>
                      <a:pt x="75" y="34"/>
                      <a:pt x="75" y="33"/>
                      <a:pt x="74" y="32"/>
                    </a:cubicBezTo>
                    <a:cubicBezTo>
                      <a:pt x="74" y="32"/>
                      <a:pt x="73" y="32"/>
                      <a:pt x="71" y="32"/>
                    </a:cubicBezTo>
                    <a:cubicBezTo>
                      <a:pt x="68" y="32"/>
                      <a:pt x="67" y="33"/>
                      <a:pt x="67" y="36"/>
                    </a:cubicBezTo>
                    <a:cubicBezTo>
                      <a:pt x="67" y="40"/>
                      <a:pt x="67" y="40"/>
                      <a:pt x="67" y="40"/>
                    </a:cubicBezTo>
                    <a:lnTo>
                      <a:pt x="82" y="40"/>
                    </a:lnTo>
                    <a:close/>
                    <a:moveTo>
                      <a:pt x="100" y="82"/>
                    </a:moveTo>
                    <a:cubicBezTo>
                      <a:pt x="100" y="0"/>
                      <a:pt x="100" y="0"/>
                      <a:pt x="100" y="0"/>
                    </a:cubicBezTo>
                    <a:cubicBezTo>
                      <a:pt x="119" y="0"/>
                      <a:pt x="119" y="0"/>
                      <a:pt x="119" y="0"/>
                    </a:cubicBezTo>
                    <a:cubicBezTo>
                      <a:pt x="119" y="99"/>
                      <a:pt x="119" y="99"/>
                      <a:pt x="119" y="99"/>
                    </a:cubicBezTo>
                    <a:cubicBezTo>
                      <a:pt x="38" y="99"/>
                      <a:pt x="38" y="99"/>
                      <a:pt x="38" y="99"/>
                    </a:cubicBezTo>
                    <a:cubicBezTo>
                      <a:pt x="25" y="99"/>
                      <a:pt x="16" y="96"/>
                      <a:pt x="10" y="91"/>
                    </a:cubicBezTo>
                    <a:cubicBezTo>
                      <a:pt x="3" y="85"/>
                      <a:pt x="0" y="77"/>
                      <a:pt x="0" y="65"/>
                    </a:cubicBezTo>
                    <a:cubicBezTo>
                      <a:pt x="0" y="59"/>
                      <a:pt x="2" y="54"/>
                      <a:pt x="4" y="49"/>
                    </a:cubicBezTo>
                    <a:cubicBezTo>
                      <a:pt x="7" y="44"/>
                      <a:pt x="11" y="40"/>
                      <a:pt x="16" y="37"/>
                    </a:cubicBezTo>
                    <a:cubicBezTo>
                      <a:pt x="21" y="34"/>
                      <a:pt x="27" y="33"/>
                      <a:pt x="34" y="33"/>
                    </a:cubicBezTo>
                    <a:cubicBezTo>
                      <a:pt x="36" y="49"/>
                      <a:pt x="36" y="49"/>
                      <a:pt x="36" y="49"/>
                    </a:cubicBezTo>
                    <a:cubicBezTo>
                      <a:pt x="30" y="50"/>
                      <a:pt x="25" y="51"/>
                      <a:pt x="23" y="54"/>
                    </a:cubicBezTo>
                    <a:cubicBezTo>
                      <a:pt x="20" y="56"/>
                      <a:pt x="19" y="60"/>
                      <a:pt x="19" y="65"/>
                    </a:cubicBezTo>
                    <a:cubicBezTo>
                      <a:pt x="19" y="71"/>
                      <a:pt x="20" y="76"/>
                      <a:pt x="23" y="78"/>
                    </a:cubicBezTo>
                    <a:cubicBezTo>
                      <a:pt x="26" y="81"/>
                      <a:pt x="31" y="82"/>
                      <a:pt x="38" y="82"/>
                    </a:cubicBezTo>
                    <a:lnTo>
                      <a:pt x="100" y="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" name="Freeform 14"/>
              <p:cNvSpPr>
                <a:spLocks noEditPoints="1"/>
              </p:cNvSpPr>
              <p:nvPr/>
            </p:nvSpPr>
            <p:spPr bwMode="auto">
              <a:xfrm>
                <a:off x="5195888" y="5005388"/>
                <a:ext cx="1684338" cy="903288"/>
              </a:xfrm>
              <a:custGeom>
                <a:avLst/>
                <a:gdLst>
                  <a:gd name="T0" fmla="*/ 44 w 188"/>
                  <a:gd name="T1" fmla="*/ 52 h 101"/>
                  <a:gd name="T2" fmla="*/ 38 w 188"/>
                  <a:gd name="T3" fmla="*/ 52 h 101"/>
                  <a:gd name="T4" fmla="*/ 19 w 188"/>
                  <a:gd name="T5" fmla="*/ 32 h 101"/>
                  <a:gd name="T6" fmla="*/ 22 w 188"/>
                  <a:gd name="T7" fmla="*/ 20 h 101"/>
                  <a:gd name="T8" fmla="*/ 32 w 188"/>
                  <a:gd name="T9" fmla="*/ 16 h 101"/>
                  <a:gd name="T10" fmla="*/ 39 w 188"/>
                  <a:gd name="T11" fmla="*/ 17 h 101"/>
                  <a:gd name="T12" fmla="*/ 43 w 188"/>
                  <a:gd name="T13" fmla="*/ 23 h 101"/>
                  <a:gd name="T14" fmla="*/ 44 w 188"/>
                  <a:gd name="T15" fmla="*/ 37 h 101"/>
                  <a:gd name="T16" fmla="*/ 44 w 188"/>
                  <a:gd name="T17" fmla="*/ 52 h 101"/>
                  <a:gd name="T18" fmla="*/ 170 w 188"/>
                  <a:gd name="T19" fmla="*/ 0 h 101"/>
                  <a:gd name="T20" fmla="*/ 170 w 188"/>
                  <a:gd name="T21" fmla="*/ 52 h 101"/>
                  <a:gd name="T22" fmla="*/ 63 w 188"/>
                  <a:gd name="T23" fmla="*/ 52 h 101"/>
                  <a:gd name="T24" fmla="*/ 63 w 188"/>
                  <a:gd name="T25" fmla="*/ 32 h 101"/>
                  <a:gd name="T26" fmla="*/ 55 w 188"/>
                  <a:gd name="T27" fmla="*/ 8 h 101"/>
                  <a:gd name="T28" fmla="*/ 32 w 188"/>
                  <a:gd name="T29" fmla="*/ 0 h 101"/>
                  <a:gd name="T30" fmla="*/ 8 w 188"/>
                  <a:gd name="T31" fmla="*/ 9 h 101"/>
                  <a:gd name="T32" fmla="*/ 0 w 188"/>
                  <a:gd name="T33" fmla="*/ 32 h 101"/>
                  <a:gd name="T34" fmla="*/ 11 w 188"/>
                  <a:gd name="T35" fmla="*/ 60 h 101"/>
                  <a:gd name="T36" fmla="*/ 42 w 188"/>
                  <a:gd name="T37" fmla="*/ 69 h 101"/>
                  <a:gd name="T38" fmla="*/ 44 w 188"/>
                  <a:gd name="T39" fmla="*/ 69 h 101"/>
                  <a:gd name="T40" fmla="*/ 44 w 188"/>
                  <a:gd name="T41" fmla="*/ 72 h 101"/>
                  <a:gd name="T42" fmla="*/ 41 w 188"/>
                  <a:gd name="T43" fmla="*/ 86 h 101"/>
                  <a:gd name="T44" fmla="*/ 51 w 188"/>
                  <a:gd name="T45" fmla="*/ 101 h 101"/>
                  <a:gd name="T46" fmla="*/ 55 w 188"/>
                  <a:gd name="T47" fmla="*/ 97 h 101"/>
                  <a:gd name="T48" fmla="*/ 63 w 188"/>
                  <a:gd name="T49" fmla="*/ 69 h 101"/>
                  <a:gd name="T50" fmla="*/ 188 w 188"/>
                  <a:gd name="T51" fmla="*/ 69 h 101"/>
                  <a:gd name="T52" fmla="*/ 188 w 188"/>
                  <a:gd name="T53" fmla="*/ 0 h 101"/>
                  <a:gd name="T54" fmla="*/ 170 w 188"/>
                  <a:gd name="T55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88" h="101">
                    <a:moveTo>
                      <a:pt x="44" y="52"/>
                    </a:moveTo>
                    <a:cubicBezTo>
                      <a:pt x="38" y="52"/>
                      <a:pt x="38" y="52"/>
                      <a:pt x="38" y="52"/>
                    </a:cubicBezTo>
                    <a:cubicBezTo>
                      <a:pt x="25" y="52"/>
                      <a:pt x="19" y="45"/>
                      <a:pt x="19" y="32"/>
                    </a:cubicBezTo>
                    <a:cubicBezTo>
                      <a:pt x="19" y="27"/>
                      <a:pt x="20" y="23"/>
                      <a:pt x="22" y="20"/>
                    </a:cubicBezTo>
                    <a:cubicBezTo>
                      <a:pt x="24" y="17"/>
                      <a:pt x="27" y="16"/>
                      <a:pt x="32" y="16"/>
                    </a:cubicBezTo>
                    <a:cubicBezTo>
                      <a:pt x="35" y="16"/>
                      <a:pt x="37" y="16"/>
                      <a:pt x="39" y="17"/>
                    </a:cubicBezTo>
                    <a:cubicBezTo>
                      <a:pt x="41" y="19"/>
                      <a:pt x="42" y="20"/>
                      <a:pt x="43" y="23"/>
                    </a:cubicBezTo>
                    <a:cubicBezTo>
                      <a:pt x="44" y="26"/>
                      <a:pt x="44" y="32"/>
                      <a:pt x="44" y="37"/>
                    </a:cubicBezTo>
                    <a:lnTo>
                      <a:pt x="44" y="52"/>
                    </a:lnTo>
                    <a:close/>
                    <a:moveTo>
                      <a:pt x="170" y="0"/>
                    </a:moveTo>
                    <a:cubicBezTo>
                      <a:pt x="170" y="52"/>
                      <a:pt x="170" y="52"/>
                      <a:pt x="170" y="52"/>
                    </a:cubicBezTo>
                    <a:cubicBezTo>
                      <a:pt x="63" y="52"/>
                      <a:pt x="63" y="52"/>
                      <a:pt x="63" y="52"/>
                    </a:cubicBezTo>
                    <a:cubicBezTo>
                      <a:pt x="63" y="32"/>
                      <a:pt x="63" y="32"/>
                      <a:pt x="63" y="32"/>
                    </a:cubicBezTo>
                    <a:cubicBezTo>
                      <a:pt x="63" y="22"/>
                      <a:pt x="60" y="13"/>
                      <a:pt x="55" y="8"/>
                    </a:cubicBezTo>
                    <a:cubicBezTo>
                      <a:pt x="50" y="3"/>
                      <a:pt x="42" y="0"/>
                      <a:pt x="32" y="0"/>
                    </a:cubicBezTo>
                    <a:cubicBezTo>
                      <a:pt x="22" y="0"/>
                      <a:pt x="14" y="3"/>
                      <a:pt x="8" y="9"/>
                    </a:cubicBezTo>
                    <a:cubicBezTo>
                      <a:pt x="3" y="14"/>
                      <a:pt x="0" y="22"/>
                      <a:pt x="0" y="32"/>
                    </a:cubicBezTo>
                    <a:cubicBezTo>
                      <a:pt x="0" y="44"/>
                      <a:pt x="3" y="54"/>
                      <a:pt x="11" y="60"/>
                    </a:cubicBezTo>
                    <a:cubicBezTo>
                      <a:pt x="18" y="66"/>
                      <a:pt x="28" y="69"/>
                      <a:pt x="42" y="69"/>
                    </a:cubicBezTo>
                    <a:cubicBezTo>
                      <a:pt x="44" y="69"/>
                      <a:pt x="44" y="69"/>
                      <a:pt x="44" y="69"/>
                    </a:cubicBezTo>
                    <a:cubicBezTo>
                      <a:pt x="44" y="72"/>
                      <a:pt x="44" y="72"/>
                      <a:pt x="44" y="72"/>
                    </a:cubicBezTo>
                    <a:cubicBezTo>
                      <a:pt x="44" y="79"/>
                      <a:pt x="43" y="83"/>
                      <a:pt x="41" y="86"/>
                    </a:cubicBezTo>
                    <a:cubicBezTo>
                      <a:pt x="51" y="101"/>
                      <a:pt x="51" y="101"/>
                      <a:pt x="51" y="101"/>
                    </a:cubicBezTo>
                    <a:cubicBezTo>
                      <a:pt x="53" y="100"/>
                      <a:pt x="54" y="99"/>
                      <a:pt x="55" y="97"/>
                    </a:cubicBezTo>
                    <a:cubicBezTo>
                      <a:pt x="60" y="92"/>
                      <a:pt x="63" y="80"/>
                      <a:pt x="63" y="69"/>
                    </a:cubicBezTo>
                    <a:cubicBezTo>
                      <a:pt x="188" y="69"/>
                      <a:pt x="188" y="69"/>
                      <a:pt x="188" y="69"/>
                    </a:cubicBezTo>
                    <a:cubicBezTo>
                      <a:pt x="188" y="0"/>
                      <a:pt x="188" y="0"/>
                      <a:pt x="188" y="0"/>
                    </a:cubicBezTo>
                    <a:lnTo>
                      <a:pt x="17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" name="Rectangle 15"/>
              <p:cNvSpPr>
                <a:spLocks noChangeArrowheads="1"/>
              </p:cNvSpPr>
              <p:nvPr/>
            </p:nvSpPr>
            <p:spPr bwMode="auto">
              <a:xfrm>
                <a:off x="6718301" y="4754563"/>
                <a:ext cx="161925" cy="1698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1" name="Freeform 16"/>
              <p:cNvSpPr>
                <a:spLocks/>
              </p:cNvSpPr>
              <p:nvPr/>
            </p:nvSpPr>
            <p:spPr bwMode="auto">
              <a:xfrm>
                <a:off x="7013576" y="5005388"/>
                <a:ext cx="833438" cy="617538"/>
              </a:xfrm>
              <a:custGeom>
                <a:avLst/>
                <a:gdLst>
                  <a:gd name="T0" fmla="*/ 74 w 93"/>
                  <a:gd name="T1" fmla="*/ 52 h 69"/>
                  <a:gd name="T2" fmla="*/ 74 w 93"/>
                  <a:gd name="T3" fmla="*/ 42 h 69"/>
                  <a:gd name="T4" fmla="*/ 70 w 93"/>
                  <a:gd name="T5" fmla="*/ 23 h 69"/>
                  <a:gd name="T6" fmla="*/ 55 w 93"/>
                  <a:gd name="T7" fmla="*/ 17 h 69"/>
                  <a:gd name="T8" fmla="*/ 41 w 93"/>
                  <a:gd name="T9" fmla="*/ 20 h 69"/>
                  <a:gd name="T10" fmla="*/ 36 w 93"/>
                  <a:gd name="T11" fmla="*/ 3 h 69"/>
                  <a:gd name="T12" fmla="*/ 56 w 93"/>
                  <a:gd name="T13" fmla="*/ 0 h 69"/>
                  <a:gd name="T14" fmla="*/ 84 w 93"/>
                  <a:gd name="T15" fmla="*/ 10 h 69"/>
                  <a:gd name="T16" fmla="*/ 93 w 93"/>
                  <a:gd name="T17" fmla="*/ 40 h 69"/>
                  <a:gd name="T18" fmla="*/ 93 w 93"/>
                  <a:gd name="T19" fmla="*/ 69 h 69"/>
                  <a:gd name="T20" fmla="*/ 0 w 93"/>
                  <a:gd name="T21" fmla="*/ 69 h 69"/>
                  <a:gd name="T22" fmla="*/ 0 w 93"/>
                  <a:gd name="T23" fmla="*/ 52 h 69"/>
                  <a:gd name="T24" fmla="*/ 74 w 93"/>
                  <a:gd name="T25" fmla="*/ 52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3" h="69">
                    <a:moveTo>
                      <a:pt x="74" y="52"/>
                    </a:moveTo>
                    <a:cubicBezTo>
                      <a:pt x="74" y="42"/>
                      <a:pt x="74" y="42"/>
                      <a:pt x="74" y="42"/>
                    </a:cubicBezTo>
                    <a:cubicBezTo>
                      <a:pt x="74" y="34"/>
                      <a:pt x="73" y="27"/>
                      <a:pt x="70" y="23"/>
                    </a:cubicBezTo>
                    <a:cubicBezTo>
                      <a:pt x="66" y="19"/>
                      <a:pt x="61" y="17"/>
                      <a:pt x="55" y="17"/>
                    </a:cubicBezTo>
                    <a:cubicBezTo>
                      <a:pt x="50" y="17"/>
                      <a:pt x="46" y="18"/>
                      <a:pt x="41" y="20"/>
                    </a:cubicBezTo>
                    <a:cubicBezTo>
                      <a:pt x="36" y="3"/>
                      <a:pt x="36" y="3"/>
                      <a:pt x="36" y="3"/>
                    </a:cubicBezTo>
                    <a:cubicBezTo>
                      <a:pt x="42" y="1"/>
                      <a:pt x="49" y="0"/>
                      <a:pt x="56" y="0"/>
                    </a:cubicBezTo>
                    <a:cubicBezTo>
                      <a:pt x="68" y="0"/>
                      <a:pt x="77" y="3"/>
                      <a:pt x="84" y="10"/>
                    </a:cubicBezTo>
                    <a:cubicBezTo>
                      <a:pt x="90" y="17"/>
                      <a:pt x="93" y="27"/>
                      <a:pt x="93" y="40"/>
                    </a:cubicBezTo>
                    <a:cubicBezTo>
                      <a:pt x="93" y="69"/>
                      <a:pt x="93" y="69"/>
                      <a:pt x="93" y="69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52"/>
                      <a:pt x="0" y="52"/>
                      <a:pt x="0" y="52"/>
                    </a:cubicBezTo>
                    <a:lnTo>
                      <a:pt x="74" y="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2" name="Freeform 17"/>
              <p:cNvSpPr>
                <a:spLocks/>
              </p:cNvSpPr>
              <p:nvPr/>
            </p:nvSpPr>
            <p:spPr bwMode="auto">
              <a:xfrm>
                <a:off x="7972426" y="4565650"/>
                <a:ext cx="223838" cy="188913"/>
              </a:xfrm>
              <a:custGeom>
                <a:avLst/>
                <a:gdLst>
                  <a:gd name="T0" fmla="*/ 25 w 25"/>
                  <a:gd name="T1" fmla="*/ 14 h 21"/>
                  <a:gd name="T2" fmla="*/ 25 w 25"/>
                  <a:gd name="T3" fmla="*/ 21 h 21"/>
                  <a:gd name="T4" fmla="*/ 0 w 25"/>
                  <a:gd name="T5" fmla="*/ 21 h 21"/>
                  <a:gd name="T6" fmla="*/ 0 w 25"/>
                  <a:gd name="T7" fmla="*/ 14 h 21"/>
                  <a:gd name="T8" fmla="*/ 3 w 25"/>
                  <a:gd name="T9" fmla="*/ 14 h 21"/>
                  <a:gd name="T10" fmla="*/ 3 w 25"/>
                  <a:gd name="T11" fmla="*/ 10 h 21"/>
                  <a:gd name="T12" fmla="*/ 6 w 25"/>
                  <a:gd name="T13" fmla="*/ 2 h 21"/>
                  <a:gd name="T14" fmla="*/ 14 w 25"/>
                  <a:gd name="T15" fmla="*/ 0 h 21"/>
                  <a:gd name="T16" fmla="*/ 21 w 25"/>
                  <a:gd name="T17" fmla="*/ 2 h 21"/>
                  <a:gd name="T18" fmla="*/ 24 w 25"/>
                  <a:gd name="T19" fmla="*/ 9 h 21"/>
                  <a:gd name="T20" fmla="*/ 18 w 25"/>
                  <a:gd name="T21" fmla="*/ 10 h 21"/>
                  <a:gd name="T22" fmla="*/ 17 w 25"/>
                  <a:gd name="T23" fmla="*/ 7 h 21"/>
                  <a:gd name="T24" fmla="*/ 14 w 25"/>
                  <a:gd name="T25" fmla="*/ 6 h 21"/>
                  <a:gd name="T26" fmla="*/ 10 w 25"/>
                  <a:gd name="T27" fmla="*/ 11 h 21"/>
                  <a:gd name="T28" fmla="*/ 10 w 25"/>
                  <a:gd name="T29" fmla="*/ 14 h 21"/>
                  <a:gd name="T30" fmla="*/ 25 w 25"/>
                  <a:gd name="T31" fmla="*/ 14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5" h="21">
                    <a:moveTo>
                      <a:pt x="25" y="14"/>
                    </a:moveTo>
                    <a:cubicBezTo>
                      <a:pt x="25" y="21"/>
                      <a:pt x="25" y="21"/>
                      <a:pt x="25" y="21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3" y="7"/>
                      <a:pt x="4" y="4"/>
                      <a:pt x="6" y="2"/>
                    </a:cubicBezTo>
                    <a:cubicBezTo>
                      <a:pt x="8" y="1"/>
                      <a:pt x="10" y="0"/>
                      <a:pt x="14" y="0"/>
                    </a:cubicBezTo>
                    <a:cubicBezTo>
                      <a:pt x="17" y="0"/>
                      <a:pt x="20" y="0"/>
                      <a:pt x="21" y="2"/>
                    </a:cubicBezTo>
                    <a:cubicBezTo>
                      <a:pt x="23" y="3"/>
                      <a:pt x="24" y="6"/>
                      <a:pt x="24" y="9"/>
                    </a:cubicBezTo>
                    <a:cubicBezTo>
                      <a:pt x="18" y="10"/>
                      <a:pt x="18" y="10"/>
                      <a:pt x="18" y="10"/>
                    </a:cubicBezTo>
                    <a:cubicBezTo>
                      <a:pt x="18" y="8"/>
                      <a:pt x="17" y="7"/>
                      <a:pt x="17" y="7"/>
                    </a:cubicBezTo>
                    <a:cubicBezTo>
                      <a:pt x="16" y="6"/>
                      <a:pt x="15" y="6"/>
                      <a:pt x="14" y="6"/>
                    </a:cubicBezTo>
                    <a:cubicBezTo>
                      <a:pt x="11" y="6"/>
                      <a:pt x="10" y="7"/>
                      <a:pt x="10" y="11"/>
                    </a:cubicBezTo>
                    <a:cubicBezTo>
                      <a:pt x="10" y="14"/>
                      <a:pt x="10" y="14"/>
                      <a:pt x="10" y="14"/>
                    </a:cubicBezTo>
                    <a:lnTo>
                      <a:pt x="25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3" name="Rectangle 18"/>
              <p:cNvSpPr>
                <a:spLocks noChangeArrowheads="1"/>
              </p:cNvSpPr>
              <p:nvPr/>
            </p:nvSpPr>
            <p:spPr bwMode="auto">
              <a:xfrm>
                <a:off x="7991476" y="4816475"/>
                <a:ext cx="169863" cy="80645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412594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6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41BBE8-1E54-415C-B10D-F6342B80F0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E830942-5133-4F54-8414-98EC08DAA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03D30D6-5712-44A8-87A9-67750D407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 noProof="0"/>
              <a:t>ADNOC Upstream - TotalEnergies - 06/10/2025</a:t>
            </a:r>
            <a:endParaRPr lang="en-US" noProof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72F511C-AE30-47A8-8C9B-F0B33753C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3950262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 8">
  <p:cSld name="Title only  8"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9" name="Google Shape;469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9124301" y="-1218826"/>
            <a:ext cx="3067567" cy="2767867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51"/>
          <p:cNvSpPr txBox="1">
            <a:spLocks noGrp="1"/>
          </p:cNvSpPr>
          <p:nvPr>
            <p:ph type="ctrTitle"/>
          </p:nvPr>
        </p:nvSpPr>
        <p:spPr>
          <a:xfrm flipH="1">
            <a:off x="720000" y="602983"/>
            <a:ext cx="107520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pic>
        <p:nvPicPr>
          <p:cNvPr id="2" name="Google Shape;469;p51">
            <a:extLst>
              <a:ext uri="{FF2B5EF4-FFF2-40B4-BE49-F238E27FC236}">
                <a16:creationId xmlns:a16="http://schemas.microsoft.com/office/drawing/2014/main" id="{0A0A69E1-DB59-3D8E-1EF4-CF9F7D242284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304641" y="-908050"/>
            <a:ext cx="3067567" cy="27678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8475823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ption N°1 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>
            <a:extLst>
              <a:ext uri="{FF2B5EF4-FFF2-40B4-BE49-F238E27FC236}">
                <a16:creationId xmlns:a16="http://schemas.microsoft.com/office/drawing/2014/main" id="{40DC9AC8-422B-445F-B045-79F986D08E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4401" y="231117"/>
            <a:ext cx="2788867" cy="2205948"/>
          </a:xfrm>
          <a:prstGeom prst="rect">
            <a:avLst/>
          </a:prstGeom>
          <a:ln>
            <a:noFill/>
          </a:ln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50C5EE01-F973-4120-91B8-34CAA765DB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4400" y="2288392"/>
            <a:ext cx="8640000" cy="2160000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0AEA671-FC71-4FFA-B81F-CABE73D6E4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4400" y="4520416"/>
            <a:ext cx="8640000" cy="468000"/>
          </a:xfrm>
        </p:spPr>
        <p:txBody>
          <a:bodyPr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7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3458929-8E1A-4632-B75F-4975DF8FBB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4400" y="5084504"/>
            <a:ext cx="8640000" cy="720000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108000" indent="0">
              <a:buNone/>
              <a:defRPr/>
            </a:lvl2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9001836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ption N°2 Couverture avec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pour une image  2">
            <a:extLst>
              <a:ext uri="{FF2B5EF4-FFF2-40B4-BE49-F238E27FC236}">
                <a16:creationId xmlns:a16="http://schemas.microsoft.com/office/drawing/2014/main" id="{3161ED2A-2241-4A52-8E2E-B973EB0C4E44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0" y="1"/>
            <a:ext cx="6093760" cy="6857999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DAAE4607-2A2E-45AF-81C6-9691F876AD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4401" y="231117"/>
            <a:ext cx="2788867" cy="2205948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50C5EE01-F973-4120-91B8-34CAA765DB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1200" y="2469600"/>
            <a:ext cx="5400000" cy="1980000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0AEA671-FC71-4FFA-B81F-CABE73D6E4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61200" y="4521600"/>
            <a:ext cx="5400000" cy="828000"/>
          </a:xfrm>
        </p:spPr>
        <p:txBody>
          <a:bodyPr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7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8" name="Espace réservé du texte 4">
            <a:extLst>
              <a:ext uri="{FF2B5EF4-FFF2-40B4-BE49-F238E27FC236}">
                <a16:creationId xmlns:a16="http://schemas.microsoft.com/office/drawing/2014/main" id="{BF23DB5D-4428-47C6-AAAD-CF435EDAD10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61200" y="5446800"/>
            <a:ext cx="5400000" cy="720000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108000" indent="0">
              <a:buNone/>
              <a:defRPr/>
            </a:lvl2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739715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4BCD4C5B-CD44-4B48-93FD-F44EED8D1E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4401" y="231117"/>
            <a:ext cx="2788867" cy="2205948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8934B7DA-FA75-4149-8676-64791F4D6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4400" y="1987200"/>
            <a:ext cx="5400000" cy="720000"/>
          </a:xfrm>
        </p:spPr>
        <p:txBody>
          <a:bodyPr>
            <a:noAutofit/>
          </a:bodyPr>
          <a:lstStyle>
            <a:lvl1pPr>
              <a:defRPr sz="420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titre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476F1D12-C6FB-4ED9-B1EA-2AF1415447D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64400" y="2876400"/>
            <a:ext cx="5400000" cy="3240000"/>
          </a:xfrm>
        </p:spPr>
        <p:txBody>
          <a:bodyPr>
            <a:noAutofit/>
          </a:bodyPr>
          <a:lstStyle>
            <a:lvl1pPr marL="432000" indent="-432000">
              <a:spcBef>
                <a:spcPts val="600"/>
              </a:spcBef>
              <a:buFont typeface="+mj-lt"/>
              <a:buAutoNum type="arabicPeriod"/>
              <a:defRPr sz="20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5307213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tion N°1 Ouverture de 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34B7DA-FA75-4149-8676-64791F4D6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742" y="3430800"/>
            <a:ext cx="11160000" cy="1152000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90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BF3A9F-5739-4B40-A377-C403E92DB70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89741" y="4662000"/>
            <a:ext cx="11160000" cy="504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742" y="1490400"/>
            <a:ext cx="3960000" cy="1872000"/>
          </a:xfrm>
        </p:spPr>
        <p:txBody>
          <a:bodyPr>
            <a:noAutofit/>
          </a:bodyPr>
          <a:lstStyle>
            <a:lvl1pPr marL="0" indent="0">
              <a:buNone/>
              <a:defRPr sz="13500">
                <a:solidFill>
                  <a:schemeClr val="tx2"/>
                </a:solidFill>
              </a:defRPr>
            </a:lvl1pPr>
          </a:lstStyle>
          <a:p>
            <a:pPr lvl="0"/>
            <a:r>
              <a:rPr lang="fr-FR"/>
              <a:t>NN.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84489D0-046B-4DA8-828E-D1EDDC72FA8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27B8392-9F0D-47B8-8F1D-D057C53A97D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ADNOC Upstream - TotalEnergies - 06/10/2025</a:t>
            </a: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C4EDA01-DE85-4E9D-A6E0-28AA131E78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59481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tion N°2 Ouverture de chapitre avec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pour une image  2">
            <a:extLst>
              <a:ext uri="{FF2B5EF4-FFF2-40B4-BE49-F238E27FC236}">
                <a16:creationId xmlns:a16="http://schemas.microsoft.com/office/drawing/2014/main" id="{DEC6A7FF-A1FA-4490-9CC7-51078FF84353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0" y="1"/>
            <a:ext cx="6093760" cy="6857999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934B7DA-FA75-4149-8676-64791F4D6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1200" y="3430800"/>
            <a:ext cx="5400000" cy="1152000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90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BF3A9F-5739-4B40-A377-C403E92DB70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61200" y="4662000"/>
            <a:ext cx="5400000" cy="90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61200" y="1490400"/>
            <a:ext cx="5400000" cy="1872000"/>
          </a:xfrm>
        </p:spPr>
        <p:txBody>
          <a:bodyPr>
            <a:noAutofit/>
          </a:bodyPr>
          <a:lstStyle>
            <a:lvl1pPr marL="0" indent="0">
              <a:buNone/>
              <a:defRPr sz="13500">
                <a:solidFill>
                  <a:schemeClr val="tx2"/>
                </a:solidFill>
              </a:defRPr>
            </a:lvl1pPr>
          </a:lstStyle>
          <a:p>
            <a:pPr lvl="0"/>
            <a:r>
              <a:rPr lang="fr-FR"/>
              <a:t>NN.</a:t>
            </a:r>
          </a:p>
        </p:txBody>
      </p:sp>
      <p:sp>
        <p:nvSpPr>
          <p:cNvPr id="16" name="Espace réservé du texte 8">
            <a:extLst>
              <a:ext uri="{FF2B5EF4-FFF2-40B4-BE49-F238E27FC236}">
                <a16:creationId xmlns:a16="http://schemas.microsoft.com/office/drawing/2014/main" id="{19FE5F0F-1A19-4580-B09D-11BAB259543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5578" y="6523200"/>
            <a:ext cx="10800" cy="100800"/>
          </a:xfrm>
          <a:solidFill>
            <a:schemeClr val="bg1"/>
          </a:solidFill>
        </p:spPr>
        <p:txBody>
          <a:bodyPr lIns="0" tIns="0" rIns="0" bIns="0"/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 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AF82D43-4E1B-4274-AC55-C533B8C0465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7AF283-CD1F-4E50-9456-6BD3B772A11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ADNOC Upstream - TotalEnergies - 06/10/2025</a:t>
            </a: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72A83F9-605B-451F-81C4-4DB3BD64BF2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37475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7BC41F0E-EC30-4D2A-AA16-7B987E32A1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>
                    <a:lumMod val="75000"/>
                  </a:schemeClr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C292072E-287F-4875-8FDB-C22CF0436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0DE2FB5-2CE4-44D5-9167-5E9A54E4AAB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9ED68ED-4BAB-426E-AC8B-79F072DDCF3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ADNOC Upstream - TotalEnergies - 06/10/2025</a:t>
            </a:r>
            <a:endParaRPr lang="fr-FR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18ECF392-ABEC-45C0-9399-5BB17B364A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77710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avec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pour une image  2">
            <a:extLst>
              <a:ext uri="{FF2B5EF4-FFF2-40B4-BE49-F238E27FC236}">
                <a16:creationId xmlns:a16="http://schemas.microsoft.com/office/drawing/2014/main" id="{3FA18DAD-43C7-439C-AEB4-182FDEF42A93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0" y="1"/>
            <a:ext cx="6093760" cy="6857999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7BC41F0E-EC30-4D2A-AA16-7B987E32A1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61200" y="1371600"/>
            <a:ext cx="5472000" cy="486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>
                    <a:lumMod val="75000"/>
                  </a:schemeClr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5" name="Espace réservé du texte 8">
            <a:extLst>
              <a:ext uri="{FF2B5EF4-FFF2-40B4-BE49-F238E27FC236}">
                <a16:creationId xmlns:a16="http://schemas.microsoft.com/office/drawing/2014/main" id="{90C7237F-FD39-40C9-B915-D4BC62A3BE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5578" y="6523200"/>
            <a:ext cx="10800" cy="100800"/>
          </a:xfrm>
          <a:solidFill>
            <a:schemeClr val="bg1"/>
          </a:solidFill>
        </p:spPr>
        <p:txBody>
          <a:bodyPr lIns="0" tIns="0" rIns="0" bIns="0"/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 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A95F48EF-CBAD-4F80-B069-72AECAEC0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1199" y="242844"/>
            <a:ext cx="3960000" cy="1008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45A3821-9C55-4E10-844A-98E6FB07D68C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26B9FA6-E4DB-4B15-BD57-BEC5F537E3A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ADNOC Upstream - TotalEnergies - 06/10/2025</a:t>
            </a:r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FE6001F-97CC-4008-B22A-EFA29A13779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73567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7BC41F0E-EC30-4D2A-AA16-7B987E32A1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879" y="3820350"/>
            <a:ext cx="11133952" cy="241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spcBef>
                <a:spcPts val="400"/>
              </a:spcBef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2" name="Espace réservé du tableau 2">
            <a:extLst>
              <a:ext uri="{FF2B5EF4-FFF2-40B4-BE49-F238E27FC236}">
                <a16:creationId xmlns:a16="http://schemas.microsoft.com/office/drawing/2014/main" id="{3EADC01A-12BC-4330-8A1C-A4DCE63F4D5F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589752" y="1372349"/>
            <a:ext cx="11014079" cy="2304000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F7BED8F5-8DF4-41F4-9FBF-3FC3EFF47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4A5DB8F-F9F5-4D34-AD2B-20A401276C3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F448ABE-6518-42E7-86CB-17EBD972C87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ADNOC Upstream - TotalEnergies - 06/10/2025</a:t>
            </a:r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BF92594-638F-42B7-B983-EDCA45116F84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611520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avec 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7BC41F0E-EC30-4D2A-AA16-7B987E32A1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879" y="1371600"/>
            <a:ext cx="5472000" cy="486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>
                    <a:lumMod val="75000"/>
                  </a:schemeClr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3" name="Espace réservé du graphique 2">
            <a:extLst>
              <a:ext uri="{FF2B5EF4-FFF2-40B4-BE49-F238E27FC236}">
                <a16:creationId xmlns:a16="http://schemas.microsoft.com/office/drawing/2014/main" id="{36B54297-76AA-4A3B-A34F-53F1E4289CC7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229879" y="1371600"/>
            <a:ext cx="5508000" cy="4860000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7AE7569B-B080-4146-A11F-1E61AF63D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879" y="242844"/>
            <a:ext cx="9720000" cy="1008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1A8B2399-CA73-45EA-BE18-9A20282E60B2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78D64F63-31B3-46AB-8995-E4EAED1967B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ADNOC Upstream - TotalEnergies - 06/10/2025</a:t>
            </a:r>
            <a:endParaRPr lang="fr-FR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DB398A68-6D32-4A8D-8EF8-C3BF7CEF61A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944835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ffres Clé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6684C25F-7F00-41C3-A7CD-0A38D6BB6A4B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469879" y="1501200"/>
            <a:ext cx="1980000" cy="1188000"/>
          </a:xfrm>
        </p:spPr>
        <p:txBody>
          <a:bodyPr anchor="ctr">
            <a:noAutofit/>
          </a:bodyPr>
          <a:lstStyle>
            <a:lvl1pPr marL="0" indent="0">
              <a:buNone/>
              <a:defRPr sz="81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NN</a:t>
            </a:r>
          </a:p>
        </p:txBody>
      </p:sp>
      <p:sp>
        <p:nvSpPr>
          <p:cNvPr id="15" name="Espace réservé du texte 10">
            <a:extLst>
              <a:ext uri="{FF2B5EF4-FFF2-40B4-BE49-F238E27FC236}">
                <a16:creationId xmlns:a16="http://schemas.microsoft.com/office/drawing/2014/main" id="{FFEA4E96-A4C5-404E-84EB-0DA2FDAD3E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40699" y="1501200"/>
            <a:ext cx="8497179" cy="1188000"/>
          </a:xfrm>
        </p:spPr>
        <p:txBody>
          <a:bodyPr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180000" indent="-18000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431124CF-D305-4637-B02D-7916DC40094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469879" y="2656800"/>
            <a:ext cx="1980000" cy="1188000"/>
          </a:xfrm>
        </p:spPr>
        <p:txBody>
          <a:bodyPr anchor="ctr">
            <a:noAutofit/>
          </a:bodyPr>
          <a:lstStyle>
            <a:lvl1pPr marL="0" indent="0">
              <a:buNone/>
              <a:defRPr sz="81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NN</a:t>
            </a:r>
          </a:p>
        </p:txBody>
      </p:sp>
      <p:sp>
        <p:nvSpPr>
          <p:cNvPr id="17" name="Espace réservé du texte 10">
            <a:extLst>
              <a:ext uri="{FF2B5EF4-FFF2-40B4-BE49-F238E27FC236}">
                <a16:creationId xmlns:a16="http://schemas.microsoft.com/office/drawing/2014/main" id="{F7F54A8A-B912-4DCA-A7A6-D2FE7A31E0B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40699" y="2656800"/>
            <a:ext cx="8497179" cy="1188000"/>
          </a:xfrm>
        </p:spPr>
        <p:txBody>
          <a:bodyPr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180000" indent="-18000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0F9ED843-C44A-45CC-9B1D-C837E4DD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8" name="Espace réservé du texte 2">
            <a:extLst>
              <a:ext uri="{FF2B5EF4-FFF2-40B4-BE49-F238E27FC236}">
                <a16:creationId xmlns:a16="http://schemas.microsoft.com/office/drawing/2014/main" id="{322CE313-0A26-4E99-9C93-6C3FC888A8DE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469879" y="3812400"/>
            <a:ext cx="1980000" cy="1188000"/>
          </a:xfrm>
        </p:spPr>
        <p:txBody>
          <a:bodyPr anchor="ctr">
            <a:noAutofit/>
          </a:bodyPr>
          <a:lstStyle>
            <a:lvl1pPr marL="0" indent="0">
              <a:buNone/>
              <a:defRPr sz="8100" b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NN</a:t>
            </a:r>
          </a:p>
        </p:txBody>
      </p:sp>
      <p:sp>
        <p:nvSpPr>
          <p:cNvPr id="19" name="Espace réservé du texte 10">
            <a:extLst>
              <a:ext uri="{FF2B5EF4-FFF2-40B4-BE49-F238E27FC236}">
                <a16:creationId xmlns:a16="http://schemas.microsoft.com/office/drawing/2014/main" id="{EB31187B-F91F-44EB-9CB5-1BF3730F762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40699" y="3812400"/>
            <a:ext cx="8497179" cy="1188000"/>
          </a:xfrm>
        </p:spPr>
        <p:txBody>
          <a:bodyPr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180000" indent="-18000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31" name="Espace réservé du texte 21">
            <a:extLst>
              <a:ext uri="{FF2B5EF4-FFF2-40B4-BE49-F238E27FC236}">
                <a16:creationId xmlns:a16="http://schemas.microsoft.com/office/drawing/2014/main" id="{6FD92059-A22C-433B-8494-343CBC88ADC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601913" y="1809450"/>
            <a:ext cx="324867" cy="571500"/>
          </a:xfrm>
          <a:custGeom>
            <a:avLst/>
            <a:gdLst>
              <a:gd name="connsiteX0" fmla="*/ 58341 w 388938"/>
              <a:gd name="connsiteY0" fmla="*/ 0 h 684213"/>
              <a:gd name="connsiteX1" fmla="*/ 377270 w 388938"/>
              <a:gd name="connsiteY1" fmla="*/ 313438 h 684213"/>
              <a:gd name="connsiteX2" fmla="*/ 388938 w 388938"/>
              <a:gd name="connsiteY2" fmla="*/ 344018 h 684213"/>
              <a:gd name="connsiteX3" fmla="*/ 377270 w 388938"/>
              <a:gd name="connsiteY3" fmla="*/ 370775 h 684213"/>
              <a:gd name="connsiteX4" fmla="*/ 58341 w 388938"/>
              <a:gd name="connsiteY4" fmla="*/ 684213 h 684213"/>
              <a:gd name="connsiteX5" fmla="*/ 0 w 388938"/>
              <a:gd name="connsiteY5" fmla="*/ 626877 h 684213"/>
              <a:gd name="connsiteX6" fmla="*/ 287814 w 388938"/>
              <a:gd name="connsiteY6" fmla="*/ 344018 h 684213"/>
              <a:gd name="connsiteX7" fmla="*/ 0 w 388938"/>
              <a:gd name="connsiteY7" fmla="*/ 57336 h 684213"/>
              <a:gd name="connsiteX8" fmla="*/ 58341 w 388938"/>
              <a:gd name="connsiteY8" fmla="*/ 0 h 684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8938" h="684213">
                <a:moveTo>
                  <a:pt x="58341" y="0"/>
                </a:moveTo>
                <a:cubicBezTo>
                  <a:pt x="377270" y="313438"/>
                  <a:pt x="377270" y="313438"/>
                  <a:pt x="377270" y="313438"/>
                </a:cubicBezTo>
                <a:cubicBezTo>
                  <a:pt x="385049" y="321083"/>
                  <a:pt x="388938" y="332550"/>
                  <a:pt x="388938" y="344018"/>
                </a:cubicBezTo>
                <a:cubicBezTo>
                  <a:pt x="388938" y="351663"/>
                  <a:pt x="385049" y="363130"/>
                  <a:pt x="377270" y="370775"/>
                </a:cubicBezTo>
                <a:lnTo>
                  <a:pt x="58341" y="684213"/>
                </a:lnTo>
                <a:cubicBezTo>
                  <a:pt x="0" y="626877"/>
                  <a:pt x="0" y="626877"/>
                  <a:pt x="0" y="626877"/>
                </a:cubicBezTo>
                <a:cubicBezTo>
                  <a:pt x="287814" y="344018"/>
                  <a:pt x="287814" y="344018"/>
                  <a:pt x="287814" y="344018"/>
                </a:cubicBezTo>
                <a:cubicBezTo>
                  <a:pt x="0" y="57336"/>
                  <a:pt x="0" y="57336"/>
                  <a:pt x="0" y="57336"/>
                </a:cubicBezTo>
                <a:cubicBezTo>
                  <a:pt x="58341" y="0"/>
                  <a:pt x="58341" y="0"/>
                  <a:pt x="58341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800" b="1"/>
            </a:lvl1pPr>
            <a:lvl2pPr marL="126000" indent="144463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tabLst/>
              <a:defRPr/>
            </a:lvl2pPr>
          </a:lstStyle>
          <a:p>
            <a:pPr lvl="0"/>
            <a:r>
              <a:rPr lang="fr-FR"/>
              <a:t> </a:t>
            </a:r>
          </a:p>
        </p:txBody>
      </p:sp>
      <p:sp>
        <p:nvSpPr>
          <p:cNvPr id="32" name="Espace réservé du texte 21">
            <a:extLst>
              <a:ext uri="{FF2B5EF4-FFF2-40B4-BE49-F238E27FC236}">
                <a16:creationId xmlns:a16="http://schemas.microsoft.com/office/drawing/2014/main" id="{2487A579-BB10-4B9C-8037-89848E4EB31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601913" y="2965050"/>
            <a:ext cx="324867" cy="571500"/>
          </a:xfrm>
          <a:custGeom>
            <a:avLst/>
            <a:gdLst>
              <a:gd name="connsiteX0" fmla="*/ 58341 w 388938"/>
              <a:gd name="connsiteY0" fmla="*/ 0 h 684213"/>
              <a:gd name="connsiteX1" fmla="*/ 377270 w 388938"/>
              <a:gd name="connsiteY1" fmla="*/ 313438 h 684213"/>
              <a:gd name="connsiteX2" fmla="*/ 388938 w 388938"/>
              <a:gd name="connsiteY2" fmla="*/ 344018 h 684213"/>
              <a:gd name="connsiteX3" fmla="*/ 377270 w 388938"/>
              <a:gd name="connsiteY3" fmla="*/ 370775 h 684213"/>
              <a:gd name="connsiteX4" fmla="*/ 58341 w 388938"/>
              <a:gd name="connsiteY4" fmla="*/ 684213 h 684213"/>
              <a:gd name="connsiteX5" fmla="*/ 0 w 388938"/>
              <a:gd name="connsiteY5" fmla="*/ 626877 h 684213"/>
              <a:gd name="connsiteX6" fmla="*/ 287814 w 388938"/>
              <a:gd name="connsiteY6" fmla="*/ 344018 h 684213"/>
              <a:gd name="connsiteX7" fmla="*/ 0 w 388938"/>
              <a:gd name="connsiteY7" fmla="*/ 57336 h 684213"/>
              <a:gd name="connsiteX8" fmla="*/ 58341 w 388938"/>
              <a:gd name="connsiteY8" fmla="*/ 0 h 684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8938" h="684213">
                <a:moveTo>
                  <a:pt x="58341" y="0"/>
                </a:moveTo>
                <a:cubicBezTo>
                  <a:pt x="377270" y="313438"/>
                  <a:pt x="377270" y="313438"/>
                  <a:pt x="377270" y="313438"/>
                </a:cubicBezTo>
                <a:cubicBezTo>
                  <a:pt x="385049" y="321083"/>
                  <a:pt x="388938" y="332550"/>
                  <a:pt x="388938" y="344018"/>
                </a:cubicBezTo>
                <a:cubicBezTo>
                  <a:pt x="388938" y="351663"/>
                  <a:pt x="385049" y="363130"/>
                  <a:pt x="377270" y="370775"/>
                </a:cubicBezTo>
                <a:lnTo>
                  <a:pt x="58341" y="684213"/>
                </a:lnTo>
                <a:cubicBezTo>
                  <a:pt x="0" y="626877"/>
                  <a:pt x="0" y="626877"/>
                  <a:pt x="0" y="626877"/>
                </a:cubicBezTo>
                <a:cubicBezTo>
                  <a:pt x="287814" y="344018"/>
                  <a:pt x="287814" y="344018"/>
                  <a:pt x="287814" y="344018"/>
                </a:cubicBezTo>
                <a:cubicBezTo>
                  <a:pt x="0" y="57336"/>
                  <a:pt x="0" y="57336"/>
                  <a:pt x="0" y="57336"/>
                </a:cubicBezTo>
                <a:cubicBezTo>
                  <a:pt x="58341" y="0"/>
                  <a:pt x="58341" y="0"/>
                  <a:pt x="58341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>
            <a:lvl1pPr marL="0" indent="0">
              <a:buNone/>
              <a:defRPr sz="1800" b="1"/>
            </a:lvl1pPr>
            <a:lvl2pPr marL="126000" indent="144463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tabLst/>
              <a:defRPr/>
            </a:lvl2pPr>
          </a:lstStyle>
          <a:p>
            <a:pPr lvl="0"/>
            <a:r>
              <a:rPr lang="fr-FR"/>
              <a:t> </a:t>
            </a:r>
          </a:p>
        </p:txBody>
      </p:sp>
      <p:sp>
        <p:nvSpPr>
          <p:cNvPr id="33" name="Espace réservé du texte 21">
            <a:extLst>
              <a:ext uri="{FF2B5EF4-FFF2-40B4-BE49-F238E27FC236}">
                <a16:creationId xmlns:a16="http://schemas.microsoft.com/office/drawing/2014/main" id="{C0B0C0AB-7256-484A-8EF0-3BC6851D748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601913" y="4120650"/>
            <a:ext cx="324867" cy="571500"/>
          </a:xfrm>
          <a:custGeom>
            <a:avLst/>
            <a:gdLst>
              <a:gd name="connsiteX0" fmla="*/ 58341 w 388938"/>
              <a:gd name="connsiteY0" fmla="*/ 0 h 684213"/>
              <a:gd name="connsiteX1" fmla="*/ 377270 w 388938"/>
              <a:gd name="connsiteY1" fmla="*/ 313438 h 684213"/>
              <a:gd name="connsiteX2" fmla="*/ 388938 w 388938"/>
              <a:gd name="connsiteY2" fmla="*/ 344018 h 684213"/>
              <a:gd name="connsiteX3" fmla="*/ 377270 w 388938"/>
              <a:gd name="connsiteY3" fmla="*/ 370775 h 684213"/>
              <a:gd name="connsiteX4" fmla="*/ 58341 w 388938"/>
              <a:gd name="connsiteY4" fmla="*/ 684213 h 684213"/>
              <a:gd name="connsiteX5" fmla="*/ 0 w 388938"/>
              <a:gd name="connsiteY5" fmla="*/ 626877 h 684213"/>
              <a:gd name="connsiteX6" fmla="*/ 287814 w 388938"/>
              <a:gd name="connsiteY6" fmla="*/ 344018 h 684213"/>
              <a:gd name="connsiteX7" fmla="*/ 0 w 388938"/>
              <a:gd name="connsiteY7" fmla="*/ 57336 h 684213"/>
              <a:gd name="connsiteX8" fmla="*/ 58341 w 388938"/>
              <a:gd name="connsiteY8" fmla="*/ 0 h 684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8938" h="684213">
                <a:moveTo>
                  <a:pt x="58341" y="0"/>
                </a:moveTo>
                <a:cubicBezTo>
                  <a:pt x="377270" y="313438"/>
                  <a:pt x="377270" y="313438"/>
                  <a:pt x="377270" y="313438"/>
                </a:cubicBezTo>
                <a:cubicBezTo>
                  <a:pt x="385049" y="321083"/>
                  <a:pt x="388938" y="332550"/>
                  <a:pt x="388938" y="344018"/>
                </a:cubicBezTo>
                <a:cubicBezTo>
                  <a:pt x="388938" y="351663"/>
                  <a:pt x="385049" y="363130"/>
                  <a:pt x="377270" y="370775"/>
                </a:cubicBezTo>
                <a:lnTo>
                  <a:pt x="58341" y="684213"/>
                </a:lnTo>
                <a:cubicBezTo>
                  <a:pt x="0" y="626877"/>
                  <a:pt x="0" y="626877"/>
                  <a:pt x="0" y="626877"/>
                </a:cubicBezTo>
                <a:cubicBezTo>
                  <a:pt x="287814" y="344018"/>
                  <a:pt x="287814" y="344018"/>
                  <a:pt x="287814" y="344018"/>
                </a:cubicBezTo>
                <a:cubicBezTo>
                  <a:pt x="0" y="57336"/>
                  <a:pt x="0" y="57336"/>
                  <a:pt x="0" y="57336"/>
                </a:cubicBezTo>
                <a:cubicBezTo>
                  <a:pt x="58341" y="0"/>
                  <a:pt x="58341" y="0"/>
                  <a:pt x="58341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 marL="0" indent="0">
              <a:buNone/>
              <a:defRPr sz="1800" b="1"/>
            </a:lvl1pPr>
            <a:lvl2pPr marL="126000" indent="144463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tabLst/>
              <a:defRPr/>
            </a:lvl2pPr>
          </a:lstStyle>
          <a:p>
            <a:pPr lvl="0"/>
            <a:r>
              <a:rPr lang="fr-FR"/>
              <a:t> 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5997647-8494-4CC4-948F-29A8D49CBCEB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2B4AC02-49D4-4738-A9B4-B3DA90016A7F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ADNOC Upstream - TotalEnergies - 06/10/2025</a:t>
            </a:r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8EE574D-092E-4259-81EB-81EA91E97CDA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104613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41BBE8-1E54-415C-B10D-F6342B80F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E830942-5133-4F54-8414-98EC08DAA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03D30D6-5712-44A8-87A9-67750D407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ADNOC Upstream - TotalEnergies - 06/10/2025</a:t>
            </a:r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72F511C-AE30-47A8-8C9B-F0B33753C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472504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9B47C71-F46D-4EA0-AF6A-4962453CD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0495B091-68ED-45A4-957C-92BBA7548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ADNOC Upstream - TotalEnergies - 06/10/2025</a:t>
            </a:r>
            <a:endParaRPr lang="fr-FR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A4361BE1-6536-48FB-BC11-166BC54BD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43391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ne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34B7DA-FA75-4149-8676-64791F4D6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742" y="2845977"/>
            <a:ext cx="11160000" cy="1440000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500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9E24192-EBCA-4782-93A3-6134ECDB2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627768F-E755-49AE-BDD4-F22B941EE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ADNOC Upstream - TotalEnergies - 06/10/2025</a:t>
            </a:r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79213C8-C608-4F8F-B3E7-6893ECEEC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58622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Mer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9FB4134C-1D6E-45C5-A0CB-6875E698A7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4401" y="231117"/>
            <a:ext cx="2788867" cy="2205948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9A50C95A-056C-429F-A1B6-8B1CDC140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000" y="2845977"/>
            <a:ext cx="7560000" cy="828000"/>
          </a:xfrm>
        </p:spPr>
        <p:txBody>
          <a:bodyPr anchor="t">
            <a:noAutofit/>
          </a:bodyPr>
          <a:lstStyle>
            <a:lvl1pPr algn="ctr">
              <a:defRPr sz="43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11786484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ption N°1 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>
            <a:extLst>
              <a:ext uri="{FF2B5EF4-FFF2-40B4-BE49-F238E27FC236}">
                <a16:creationId xmlns:a16="http://schemas.microsoft.com/office/drawing/2014/main" id="{40DC9AC8-422B-445F-B045-79F986D08E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4401" y="231117"/>
            <a:ext cx="2788867" cy="2205948"/>
          </a:xfrm>
          <a:prstGeom prst="rect">
            <a:avLst/>
          </a:prstGeom>
          <a:ln>
            <a:noFill/>
          </a:ln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50C5EE01-F973-4120-91B8-34CAA765DB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4400" y="2288392"/>
            <a:ext cx="8640000" cy="2160000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0AEA671-FC71-4FFA-B81F-CABE73D6E4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4400" y="4520416"/>
            <a:ext cx="8640000" cy="468000"/>
          </a:xfrm>
        </p:spPr>
        <p:txBody>
          <a:bodyPr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7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3458929-8E1A-4632-B75F-4975DF8FBB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4400" y="5084504"/>
            <a:ext cx="8640000" cy="720000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108000" indent="0">
              <a:buNone/>
              <a:defRPr/>
            </a:lvl2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3090693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ption N°2 Couverture avec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pour une image  2">
            <a:extLst>
              <a:ext uri="{FF2B5EF4-FFF2-40B4-BE49-F238E27FC236}">
                <a16:creationId xmlns:a16="http://schemas.microsoft.com/office/drawing/2014/main" id="{3161ED2A-2241-4A52-8E2E-B973EB0C4E44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0" y="1"/>
            <a:ext cx="6093760" cy="6857999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DAAE4607-2A2E-45AF-81C6-9691F876AD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4401" y="231117"/>
            <a:ext cx="2788867" cy="2205948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50C5EE01-F973-4120-91B8-34CAA765DB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1200" y="2469600"/>
            <a:ext cx="5400000" cy="1980000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0AEA671-FC71-4FFA-B81F-CABE73D6E4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61200" y="4521600"/>
            <a:ext cx="5400000" cy="828000"/>
          </a:xfrm>
        </p:spPr>
        <p:txBody>
          <a:bodyPr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7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8" name="Espace réservé du texte 4">
            <a:extLst>
              <a:ext uri="{FF2B5EF4-FFF2-40B4-BE49-F238E27FC236}">
                <a16:creationId xmlns:a16="http://schemas.microsoft.com/office/drawing/2014/main" id="{BF23DB5D-4428-47C6-AAAD-CF435EDAD10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61200" y="5446800"/>
            <a:ext cx="5400000" cy="720000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108000" indent="0">
              <a:buNone/>
              <a:defRPr/>
            </a:lvl2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6681047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4BCD4C5B-CD44-4B48-93FD-F44EED8D1E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4401" y="231117"/>
            <a:ext cx="2788867" cy="2205948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8934B7DA-FA75-4149-8676-64791F4D6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4400" y="1987200"/>
            <a:ext cx="5400000" cy="720000"/>
          </a:xfrm>
        </p:spPr>
        <p:txBody>
          <a:bodyPr>
            <a:noAutofit/>
          </a:bodyPr>
          <a:lstStyle>
            <a:lvl1pPr>
              <a:defRPr sz="420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titre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476F1D12-C6FB-4ED9-B1EA-2AF1415447D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64400" y="2876400"/>
            <a:ext cx="5400000" cy="3240000"/>
          </a:xfrm>
        </p:spPr>
        <p:txBody>
          <a:bodyPr>
            <a:noAutofit/>
          </a:bodyPr>
          <a:lstStyle>
            <a:lvl1pPr marL="432000" indent="-432000">
              <a:spcBef>
                <a:spcPts val="600"/>
              </a:spcBef>
              <a:buFont typeface="+mj-lt"/>
              <a:buAutoNum type="arabicPeriod"/>
              <a:defRPr sz="20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7108696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tion N°1 Ouverture de 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34B7DA-FA75-4149-8676-64791F4D6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742" y="3430800"/>
            <a:ext cx="11160000" cy="1152000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90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BF3A9F-5739-4B40-A377-C403E92DB70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89741" y="4662000"/>
            <a:ext cx="11160000" cy="504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742" y="1490400"/>
            <a:ext cx="3960000" cy="1872000"/>
          </a:xfrm>
        </p:spPr>
        <p:txBody>
          <a:bodyPr>
            <a:noAutofit/>
          </a:bodyPr>
          <a:lstStyle>
            <a:lvl1pPr marL="0" indent="0">
              <a:buNone/>
              <a:defRPr sz="13500">
                <a:solidFill>
                  <a:schemeClr val="tx2"/>
                </a:solidFill>
              </a:defRPr>
            </a:lvl1pPr>
          </a:lstStyle>
          <a:p>
            <a:pPr lvl="0"/>
            <a:r>
              <a:rPr lang="fr-FR"/>
              <a:t>NN.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84489D0-046B-4DA8-828E-D1EDDC72FA8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27B8392-9F0D-47B8-8F1D-D057C53A97D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ADNOC Upstream - TotalEnergies - 06/10/2025</a:t>
            </a: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C4EDA01-DE85-4E9D-A6E0-28AA131E78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46907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tion N°2 Ouverture de chapitre avec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pour une image  2">
            <a:extLst>
              <a:ext uri="{FF2B5EF4-FFF2-40B4-BE49-F238E27FC236}">
                <a16:creationId xmlns:a16="http://schemas.microsoft.com/office/drawing/2014/main" id="{DEC6A7FF-A1FA-4490-9CC7-51078FF84353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0" y="1"/>
            <a:ext cx="6093760" cy="6857999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934B7DA-FA75-4149-8676-64791F4D6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1200" y="3430800"/>
            <a:ext cx="5400000" cy="1152000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90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BF3A9F-5739-4B40-A377-C403E92DB70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61200" y="4662000"/>
            <a:ext cx="5400000" cy="90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61200" y="1490400"/>
            <a:ext cx="5400000" cy="1872000"/>
          </a:xfrm>
        </p:spPr>
        <p:txBody>
          <a:bodyPr>
            <a:noAutofit/>
          </a:bodyPr>
          <a:lstStyle>
            <a:lvl1pPr marL="0" indent="0">
              <a:buNone/>
              <a:defRPr sz="13500">
                <a:solidFill>
                  <a:schemeClr val="tx2"/>
                </a:solidFill>
              </a:defRPr>
            </a:lvl1pPr>
          </a:lstStyle>
          <a:p>
            <a:pPr lvl="0"/>
            <a:r>
              <a:rPr lang="fr-FR"/>
              <a:t>NN.</a:t>
            </a:r>
          </a:p>
        </p:txBody>
      </p:sp>
      <p:sp>
        <p:nvSpPr>
          <p:cNvPr id="16" name="Espace réservé du texte 8">
            <a:extLst>
              <a:ext uri="{FF2B5EF4-FFF2-40B4-BE49-F238E27FC236}">
                <a16:creationId xmlns:a16="http://schemas.microsoft.com/office/drawing/2014/main" id="{19FE5F0F-1A19-4580-B09D-11BAB259543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5578" y="6523200"/>
            <a:ext cx="10800" cy="100800"/>
          </a:xfrm>
          <a:solidFill>
            <a:schemeClr val="bg1"/>
          </a:solidFill>
        </p:spPr>
        <p:txBody>
          <a:bodyPr lIns="0" tIns="0" rIns="0" bIns="0"/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 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AF82D43-4E1B-4274-AC55-C533B8C0465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7AF283-CD1F-4E50-9456-6BD3B772A11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ADNOC Upstream - TotalEnergies - 06/10/2025</a:t>
            </a: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72A83F9-605B-451F-81C4-4DB3BD64BF2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51492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7BC41F0E-EC30-4D2A-AA16-7B987E32A1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>
                    <a:lumMod val="75000"/>
                  </a:schemeClr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C292072E-287F-4875-8FDB-C22CF0436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0DE2FB5-2CE4-44D5-9167-5E9A54E4AAB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9ED68ED-4BAB-426E-AC8B-79F072DDCF3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ADNOC Upstream - TotalEnergies - 06/10/2025</a:t>
            </a:r>
            <a:endParaRPr lang="fr-FR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18ECF392-ABEC-45C0-9399-5BB17B364A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500583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avec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pour une image  2">
            <a:extLst>
              <a:ext uri="{FF2B5EF4-FFF2-40B4-BE49-F238E27FC236}">
                <a16:creationId xmlns:a16="http://schemas.microsoft.com/office/drawing/2014/main" id="{3FA18DAD-43C7-439C-AEB4-182FDEF42A93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0" y="1"/>
            <a:ext cx="6093760" cy="6857999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7BC41F0E-EC30-4D2A-AA16-7B987E32A1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61200" y="1371600"/>
            <a:ext cx="5472000" cy="486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>
                    <a:lumMod val="75000"/>
                  </a:schemeClr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5" name="Espace réservé du texte 8">
            <a:extLst>
              <a:ext uri="{FF2B5EF4-FFF2-40B4-BE49-F238E27FC236}">
                <a16:creationId xmlns:a16="http://schemas.microsoft.com/office/drawing/2014/main" id="{90C7237F-FD39-40C9-B915-D4BC62A3BE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5578" y="6523200"/>
            <a:ext cx="10800" cy="100800"/>
          </a:xfrm>
          <a:solidFill>
            <a:schemeClr val="bg1"/>
          </a:solidFill>
        </p:spPr>
        <p:txBody>
          <a:bodyPr lIns="0" tIns="0" rIns="0" bIns="0"/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 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A95F48EF-CBAD-4F80-B069-72AECAEC0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1199" y="242844"/>
            <a:ext cx="3960000" cy="1008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45A3821-9C55-4E10-844A-98E6FB07D68C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26B9FA6-E4DB-4B15-BD57-BEC5F537E3A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ADNOC Upstream - TotalEnergies - 06/10/2025</a:t>
            </a:r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FE6001F-97CC-4008-B22A-EFA29A13779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96280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7BC41F0E-EC30-4D2A-AA16-7B987E32A1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879" y="3820350"/>
            <a:ext cx="11133952" cy="241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spcBef>
                <a:spcPts val="400"/>
              </a:spcBef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2" name="Espace réservé du tableau 2">
            <a:extLst>
              <a:ext uri="{FF2B5EF4-FFF2-40B4-BE49-F238E27FC236}">
                <a16:creationId xmlns:a16="http://schemas.microsoft.com/office/drawing/2014/main" id="{3EADC01A-12BC-4330-8A1C-A4DCE63F4D5F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589752" y="1372349"/>
            <a:ext cx="11014079" cy="2304000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F7BED8F5-8DF4-41F4-9FBF-3FC3EFF47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4A5DB8F-F9F5-4D34-AD2B-20A401276C3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F448ABE-6518-42E7-86CB-17EBD972C87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ADNOC Upstream - TotalEnergies - 06/10/2025</a:t>
            </a:r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BF92594-638F-42B7-B983-EDCA45116F84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639669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avec 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7BC41F0E-EC30-4D2A-AA16-7B987E32A1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879" y="1371600"/>
            <a:ext cx="5472000" cy="486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>
                    <a:lumMod val="75000"/>
                  </a:schemeClr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3" name="Espace réservé du graphique 2">
            <a:extLst>
              <a:ext uri="{FF2B5EF4-FFF2-40B4-BE49-F238E27FC236}">
                <a16:creationId xmlns:a16="http://schemas.microsoft.com/office/drawing/2014/main" id="{36B54297-76AA-4A3B-A34F-53F1E4289CC7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229879" y="1371600"/>
            <a:ext cx="5508000" cy="4860000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7AE7569B-B080-4146-A11F-1E61AF63D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879" y="242844"/>
            <a:ext cx="9720000" cy="1008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1A8B2399-CA73-45EA-BE18-9A20282E60B2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78D64F63-31B3-46AB-8995-E4EAED1967B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ADNOC Upstream - TotalEnergies - 06/10/2025</a:t>
            </a:r>
            <a:endParaRPr lang="fr-FR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DB398A68-6D32-4A8D-8EF8-C3BF7CEF61A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095297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ffres Clé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6684C25F-7F00-41C3-A7CD-0A38D6BB6A4B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469879" y="1501200"/>
            <a:ext cx="1980000" cy="1188000"/>
          </a:xfrm>
        </p:spPr>
        <p:txBody>
          <a:bodyPr anchor="ctr">
            <a:noAutofit/>
          </a:bodyPr>
          <a:lstStyle>
            <a:lvl1pPr marL="0" indent="0">
              <a:buNone/>
              <a:defRPr sz="81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NN</a:t>
            </a:r>
          </a:p>
        </p:txBody>
      </p:sp>
      <p:sp>
        <p:nvSpPr>
          <p:cNvPr id="15" name="Espace réservé du texte 10">
            <a:extLst>
              <a:ext uri="{FF2B5EF4-FFF2-40B4-BE49-F238E27FC236}">
                <a16:creationId xmlns:a16="http://schemas.microsoft.com/office/drawing/2014/main" id="{FFEA4E96-A4C5-404E-84EB-0DA2FDAD3E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40699" y="1501200"/>
            <a:ext cx="8497179" cy="1188000"/>
          </a:xfrm>
        </p:spPr>
        <p:txBody>
          <a:bodyPr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180000" indent="-18000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431124CF-D305-4637-B02D-7916DC40094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469879" y="2656800"/>
            <a:ext cx="1980000" cy="1188000"/>
          </a:xfrm>
        </p:spPr>
        <p:txBody>
          <a:bodyPr anchor="ctr">
            <a:noAutofit/>
          </a:bodyPr>
          <a:lstStyle>
            <a:lvl1pPr marL="0" indent="0">
              <a:buNone/>
              <a:defRPr sz="81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NN</a:t>
            </a:r>
          </a:p>
        </p:txBody>
      </p:sp>
      <p:sp>
        <p:nvSpPr>
          <p:cNvPr id="17" name="Espace réservé du texte 10">
            <a:extLst>
              <a:ext uri="{FF2B5EF4-FFF2-40B4-BE49-F238E27FC236}">
                <a16:creationId xmlns:a16="http://schemas.microsoft.com/office/drawing/2014/main" id="{F7F54A8A-B912-4DCA-A7A6-D2FE7A31E0B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40699" y="2656800"/>
            <a:ext cx="8497179" cy="1188000"/>
          </a:xfrm>
        </p:spPr>
        <p:txBody>
          <a:bodyPr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180000" indent="-18000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0F9ED843-C44A-45CC-9B1D-C837E4DD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8" name="Espace réservé du texte 2">
            <a:extLst>
              <a:ext uri="{FF2B5EF4-FFF2-40B4-BE49-F238E27FC236}">
                <a16:creationId xmlns:a16="http://schemas.microsoft.com/office/drawing/2014/main" id="{322CE313-0A26-4E99-9C93-6C3FC888A8DE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469879" y="3812400"/>
            <a:ext cx="1980000" cy="1188000"/>
          </a:xfrm>
        </p:spPr>
        <p:txBody>
          <a:bodyPr anchor="ctr">
            <a:noAutofit/>
          </a:bodyPr>
          <a:lstStyle>
            <a:lvl1pPr marL="0" indent="0">
              <a:buNone/>
              <a:defRPr sz="8100" b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NN</a:t>
            </a:r>
          </a:p>
        </p:txBody>
      </p:sp>
      <p:sp>
        <p:nvSpPr>
          <p:cNvPr id="19" name="Espace réservé du texte 10">
            <a:extLst>
              <a:ext uri="{FF2B5EF4-FFF2-40B4-BE49-F238E27FC236}">
                <a16:creationId xmlns:a16="http://schemas.microsoft.com/office/drawing/2014/main" id="{EB31187B-F91F-44EB-9CB5-1BF3730F762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40699" y="3812400"/>
            <a:ext cx="8497179" cy="1188000"/>
          </a:xfrm>
        </p:spPr>
        <p:txBody>
          <a:bodyPr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180000" indent="-18000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31" name="Espace réservé du texte 21">
            <a:extLst>
              <a:ext uri="{FF2B5EF4-FFF2-40B4-BE49-F238E27FC236}">
                <a16:creationId xmlns:a16="http://schemas.microsoft.com/office/drawing/2014/main" id="{6FD92059-A22C-433B-8494-343CBC88ADC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601913" y="1809450"/>
            <a:ext cx="324867" cy="571500"/>
          </a:xfrm>
          <a:custGeom>
            <a:avLst/>
            <a:gdLst>
              <a:gd name="connsiteX0" fmla="*/ 58341 w 388938"/>
              <a:gd name="connsiteY0" fmla="*/ 0 h 684213"/>
              <a:gd name="connsiteX1" fmla="*/ 377270 w 388938"/>
              <a:gd name="connsiteY1" fmla="*/ 313438 h 684213"/>
              <a:gd name="connsiteX2" fmla="*/ 388938 w 388938"/>
              <a:gd name="connsiteY2" fmla="*/ 344018 h 684213"/>
              <a:gd name="connsiteX3" fmla="*/ 377270 w 388938"/>
              <a:gd name="connsiteY3" fmla="*/ 370775 h 684213"/>
              <a:gd name="connsiteX4" fmla="*/ 58341 w 388938"/>
              <a:gd name="connsiteY4" fmla="*/ 684213 h 684213"/>
              <a:gd name="connsiteX5" fmla="*/ 0 w 388938"/>
              <a:gd name="connsiteY5" fmla="*/ 626877 h 684213"/>
              <a:gd name="connsiteX6" fmla="*/ 287814 w 388938"/>
              <a:gd name="connsiteY6" fmla="*/ 344018 h 684213"/>
              <a:gd name="connsiteX7" fmla="*/ 0 w 388938"/>
              <a:gd name="connsiteY7" fmla="*/ 57336 h 684213"/>
              <a:gd name="connsiteX8" fmla="*/ 58341 w 388938"/>
              <a:gd name="connsiteY8" fmla="*/ 0 h 684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8938" h="684213">
                <a:moveTo>
                  <a:pt x="58341" y="0"/>
                </a:moveTo>
                <a:cubicBezTo>
                  <a:pt x="377270" y="313438"/>
                  <a:pt x="377270" y="313438"/>
                  <a:pt x="377270" y="313438"/>
                </a:cubicBezTo>
                <a:cubicBezTo>
                  <a:pt x="385049" y="321083"/>
                  <a:pt x="388938" y="332550"/>
                  <a:pt x="388938" y="344018"/>
                </a:cubicBezTo>
                <a:cubicBezTo>
                  <a:pt x="388938" y="351663"/>
                  <a:pt x="385049" y="363130"/>
                  <a:pt x="377270" y="370775"/>
                </a:cubicBezTo>
                <a:lnTo>
                  <a:pt x="58341" y="684213"/>
                </a:lnTo>
                <a:cubicBezTo>
                  <a:pt x="0" y="626877"/>
                  <a:pt x="0" y="626877"/>
                  <a:pt x="0" y="626877"/>
                </a:cubicBezTo>
                <a:cubicBezTo>
                  <a:pt x="287814" y="344018"/>
                  <a:pt x="287814" y="344018"/>
                  <a:pt x="287814" y="344018"/>
                </a:cubicBezTo>
                <a:cubicBezTo>
                  <a:pt x="0" y="57336"/>
                  <a:pt x="0" y="57336"/>
                  <a:pt x="0" y="57336"/>
                </a:cubicBezTo>
                <a:cubicBezTo>
                  <a:pt x="58341" y="0"/>
                  <a:pt x="58341" y="0"/>
                  <a:pt x="58341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800" b="1"/>
            </a:lvl1pPr>
            <a:lvl2pPr marL="126000" indent="144463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tabLst/>
              <a:defRPr/>
            </a:lvl2pPr>
          </a:lstStyle>
          <a:p>
            <a:pPr lvl="0"/>
            <a:r>
              <a:rPr lang="fr-FR"/>
              <a:t> </a:t>
            </a:r>
          </a:p>
        </p:txBody>
      </p:sp>
      <p:sp>
        <p:nvSpPr>
          <p:cNvPr id="32" name="Espace réservé du texte 21">
            <a:extLst>
              <a:ext uri="{FF2B5EF4-FFF2-40B4-BE49-F238E27FC236}">
                <a16:creationId xmlns:a16="http://schemas.microsoft.com/office/drawing/2014/main" id="{2487A579-BB10-4B9C-8037-89848E4EB31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601913" y="2965050"/>
            <a:ext cx="324867" cy="571500"/>
          </a:xfrm>
          <a:custGeom>
            <a:avLst/>
            <a:gdLst>
              <a:gd name="connsiteX0" fmla="*/ 58341 w 388938"/>
              <a:gd name="connsiteY0" fmla="*/ 0 h 684213"/>
              <a:gd name="connsiteX1" fmla="*/ 377270 w 388938"/>
              <a:gd name="connsiteY1" fmla="*/ 313438 h 684213"/>
              <a:gd name="connsiteX2" fmla="*/ 388938 w 388938"/>
              <a:gd name="connsiteY2" fmla="*/ 344018 h 684213"/>
              <a:gd name="connsiteX3" fmla="*/ 377270 w 388938"/>
              <a:gd name="connsiteY3" fmla="*/ 370775 h 684213"/>
              <a:gd name="connsiteX4" fmla="*/ 58341 w 388938"/>
              <a:gd name="connsiteY4" fmla="*/ 684213 h 684213"/>
              <a:gd name="connsiteX5" fmla="*/ 0 w 388938"/>
              <a:gd name="connsiteY5" fmla="*/ 626877 h 684213"/>
              <a:gd name="connsiteX6" fmla="*/ 287814 w 388938"/>
              <a:gd name="connsiteY6" fmla="*/ 344018 h 684213"/>
              <a:gd name="connsiteX7" fmla="*/ 0 w 388938"/>
              <a:gd name="connsiteY7" fmla="*/ 57336 h 684213"/>
              <a:gd name="connsiteX8" fmla="*/ 58341 w 388938"/>
              <a:gd name="connsiteY8" fmla="*/ 0 h 684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8938" h="684213">
                <a:moveTo>
                  <a:pt x="58341" y="0"/>
                </a:moveTo>
                <a:cubicBezTo>
                  <a:pt x="377270" y="313438"/>
                  <a:pt x="377270" y="313438"/>
                  <a:pt x="377270" y="313438"/>
                </a:cubicBezTo>
                <a:cubicBezTo>
                  <a:pt x="385049" y="321083"/>
                  <a:pt x="388938" y="332550"/>
                  <a:pt x="388938" y="344018"/>
                </a:cubicBezTo>
                <a:cubicBezTo>
                  <a:pt x="388938" y="351663"/>
                  <a:pt x="385049" y="363130"/>
                  <a:pt x="377270" y="370775"/>
                </a:cubicBezTo>
                <a:lnTo>
                  <a:pt x="58341" y="684213"/>
                </a:lnTo>
                <a:cubicBezTo>
                  <a:pt x="0" y="626877"/>
                  <a:pt x="0" y="626877"/>
                  <a:pt x="0" y="626877"/>
                </a:cubicBezTo>
                <a:cubicBezTo>
                  <a:pt x="287814" y="344018"/>
                  <a:pt x="287814" y="344018"/>
                  <a:pt x="287814" y="344018"/>
                </a:cubicBezTo>
                <a:cubicBezTo>
                  <a:pt x="0" y="57336"/>
                  <a:pt x="0" y="57336"/>
                  <a:pt x="0" y="57336"/>
                </a:cubicBezTo>
                <a:cubicBezTo>
                  <a:pt x="58341" y="0"/>
                  <a:pt x="58341" y="0"/>
                  <a:pt x="58341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>
            <a:lvl1pPr marL="0" indent="0">
              <a:buNone/>
              <a:defRPr sz="1800" b="1"/>
            </a:lvl1pPr>
            <a:lvl2pPr marL="126000" indent="144463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tabLst/>
              <a:defRPr/>
            </a:lvl2pPr>
          </a:lstStyle>
          <a:p>
            <a:pPr lvl="0"/>
            <a:r>
              <a:rPr lang="fr-FR"/>
              <a:t> </a:t>
            </a:r>
          </a:p>
        </p:txBody>
      </p:sp>
      <p:sp>
        <p:nvSpPr>
          <p:cNvPr id="33" name="Espace réservé du texte 21">
            <a:extLst>
              <a:ext uri="{FF2B5EF4-FFF2-40B4-BE49-F238E27FC236}">
                <a16:creationId xmlns:a16="http://schemas.microsoft.com/office/drawing/2014/main" id="{C0B0C0AB-7256-484A-8EF0-3BC6851D748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601913" y="4120650"/>
            <a:ext cx="324867" cy="571500"/>
          </a:xfrm>
          <a:custGeom>
            <a:avLst/>
            <a:gdLst>
              <a:gd name="connsiteX0" fmla="*/ 58341 w 388938"/>
              <a:gd name="connsiteY0" fmla="*/ 0 h 684213"/>
              <a:gd name="connsiteX1" fmla="*/ 377270 w 388938"/>
              <a:gd name="connsiteY1" fmla="*/ 313438 h 684213"/>
              <a:gd name="connsiteX2" fmla="*/ 388938 w 388938"/>
              <a:gd name="connsiteY2" fmla="*/ 344018 h 684213"/>
              <a:gd name="connsiteX3" fmla="*/ 377270 w 388938"/>
              <a:gd name="connsiteY3" fmla="*/ 370775 h 684213"/>
              <a:gd name="connsiteX4" fmla="*/ 58341 w 388938"/>
              <a:gd name="connsiteY4" fmla="*/ 684213 h 684213"/>
              <a:gd name="connsiteX5" fmla="*/ 0 w 388938"/>
              <a:gd name="connsiteY5" fmla="*/ 626877 h 684213"/>
              <a:gd name="connsiteX6" fmla="*/ 287814 w 388938"/>
              <a:gd name="connsiteY6" fmla="*/ 344018 h 684213"/>
              <a:gd name="connsiteX7" fmla="*/ 0 w 388938"/>
              <a:gd name="connsiteY7" fmla="*/ 57336 h 684213"/>
              <a:gd name="connsiteX8" fmla="*/ 58341 w 388938"/>
              <a:gd name="connsiteY8" fmla="*/ 0 h 684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8938" h="684213">
                <a:moveTo>
                  <a:pt x="58341" y="0"/>
                </a:moveTo>
                <a:cubicBezTo>
                  <a:pt x="377270" y="313438"/>
                  <a:pt x="377270" y="313438"/>
                  <a:pt x="377270" y="313438"/>
                </a:cubicBezTo>
                <a:cubicBezTo>
                  <a:pt x="385049" y="321083"/>
                  <a:pt x="388938" y="332550"/>
                  <a:pt x="388938" y="344018"/>
                </a:cubicBezTo>
                <a:cubicBezTo>
                  <a:pt x="388938" y="351663"/>
                  <a:pt x="385049" y="363130"/>
                  <a:pt x="377270" y="370775"/>
                </a:cubicBezTo>
                <a:lnTo>
                  <a:pt x="58341" y="684213"/>
                </a:lnTo>
                <a:cubicBezTo>
                  <a:pt x="0" y="626877"/>
                  <a:pt x="0" y="626877"/>
                  <a:pt x="0" y="626877"/>
                </a:cubicBezTo>
                <a:cubicBezTo>
                  <a:pt x="287814" y="344018"/>
                  <a:pt x="287814" y="344018"/>
                  <a:pt x="287814" y="344018"/>
                </a:cubicBezTo>
                <a:cubicBezTo>
                  <a:pt x="0" y="57336"/>
                  <a:pt x="0" y="57336"/>
                  <a:pt x="0" y="57336"/>
                </a:cubicBezTo>
                <a:cubicBezTo>
                  <a:pt x="58341" y="0"/>
                  <a:pt x="58341" y="0"/>
                  <a:pt x="58341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 marL="0" indent="0">
              <a:buNone/>
              <a:defRPr sz="1800" b="1"/>
            </a:lvl1pPr>
            <a:lvl2pPr marL="126000" indent="144463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tabLst/>
              <a:defRPr/>
            </a:lvl2pPr>
          </a:lstStyle>
          <a:p>
            <a:pPr lvl="0"/>
            <a:r>
              <a:rPr lang="fr-FR"/>
              <a:t> 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5997647-8494-4CC4-948F-29A8D49CBCEB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2B4AC02-49D4-4738-A9B4-B3DA90016A7F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ADNOC Upstream - TotalEnergies - 06/10/2025</a:t>
            </a:r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8EE574D-092E-4259-81EB-81EA91E97CDA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541236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41BBE8-1E54-415C-B10D-F6342B80F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E830942-5133-4F54-8414-98EC08DAA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03D30D6-5712-44A8-87A9-67750D407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ADNOC Upstream - TotalEnergies - 06/10/2025</a:t>
            </a:r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72F511C-AE30-47A8-8C9B-F0B33753C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53271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9B47C71-F46D-4EA0-AF6A-4962453CD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0495B091-68ED-45A4-957C-92BBA7548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ADNOC Upstream - TotalEnergies - 06/10/2025</a:t>
            </a:r>
            <a:endParaRPr lang="fr-FR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A4361BE1-6536-48FB-BC11-166BC54BD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155545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ne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34B7DA-FA75-4149-8676-64791F4D6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742" y="2845977"/>
            <a:ext cx="11160000" cy="1440000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500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9E24192-EBCA-4782-93A3-6134ECDB2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627768F-E755-49AE-BDD4-F22B941EE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ADNOC Upstream - TotalEnergies - 06/10/2025</a:t>
            </a:r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79213C8-C608-4F8F-B3E7-6893ECEEC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769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Mer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9FB4134C-1D6E-45C5-A0CB-6875E698A7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4401" y="231117"/>
            <a:ext cx="2788867" cy="2205948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9A50C95A-056C-429F-A1B6-8B1CDC140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000" y="2845977"/>
            <a:ext cx="7560000" cy="828000"/>
          </a:xfrm>
        </p:spPr>
        <p:txBody>
          <a:bodyPr anchor="t">
            <a:noAutofit/>
          </a:bodyPr>
          <a:lstStyle>
            <a:lvl1pPr algn="ctr">
              <a:defRPr sz="43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77909640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ption N°1 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>
            <a:extLst>
              <a:ext uri="{FF2B5EF4-FFF2-40B4-BE49-F238E27FC236}">
                <a16:creationId xmlns:a16="http://schemas.microsoft.com/office/drawing/2014/main" id="{40DC9AC8-422B-445F-B045-79F986D08E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4401" y="231117"/>
            <a:ext cx="2788867" cy="2205948"/>
          </a:xfrm>
          <a:prstGeom prst="rect">
            <a:avLst/>
          </a:prstGeom>
          <a:ln>
            <a:noFill/>
          </a:ln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50C5EE01-F973-4120-91B8-34CAA765DB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4400" y="2288392"/>
            <a:ext cx="8640000" cy="2160000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0AEA671-FC71-4FFA-B81F-CABE73D6E4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4400" y="4520416"/>
            <a:ext cx="8640000" cy="468000"/>
          </a:xfrm>
        </p:spPr>
        <p:txBody>
          <a:bodyPr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7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3458929-8E1A-4632-B75F-4975DF8FBB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4400" y="5084504"/>
            <a:ext cx="8640000" cy="720000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108000" indent="0">
              <a:buNone/>
              <a:defRPr/>
            </a:lvl2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9246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ption N°2 Couverture avec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pour une image  2">
            <a:extLst>
              <a:ext uri="{FF2B5EF4-FFF2-40B4-BE49-F238E27FC236}">
                <a16:creationId xmlns:a16="http://schemas.microsoft.com/office/drawing/2014/main" id="{3161ED2A-2241-4A52-8E2E-B973EB0C4E44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0" y="1"/>
            <a:ext cx="6093760" cy="6857999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DAAE4607-2A2E-45AF-81C6-9691F876AD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4401" y="231117"/>
            <a:ext cx="2788867" cy="2205948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50C5EE01-F973-4120-91B8-34CAA765DB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1200" y="2469600"/>
            <a:ext cx="5400000" cy="1980000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0AEA671-FC71-4FFA-B81F-CABE73D6E4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61200" y="4521600"/>
            <a:ext cx="5400000" cy="828000"/>
          </a:xfrm>
        </p:spPr>
        <p:txBody>
          <a:bodyPr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7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8" name="Espace réservé du texte 4">
            <a:extLst>
              <a:ext uri="{FF2B5EF4-FFF2-40B4-BE49-F238E27FC236}">
                <a16:creationId xmlns:a16="http://schemas.microsoft.com/office/drawing/2014/main" id="{BF23DB5D-4428-47C6-AAAD-CF435EDAD10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61200" y="5446800"/>
            <a:ext cx="5400000" cy="720000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108000" indent="0">
              <a:buNone/>
              <a:defRPr/>
            </a:lvl2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1237803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4BCD4C5B-CD44-4B48-93FD-F44EED8D1E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4401" y="231117"/>
            <a:ext cx="2788867" cy="2205948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8934B7DA-FA75-4149-8676-64791F4D6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4400" y="1987200"/>
            <a:ext cx="5400000" cy="720000"/>
          </a:xfrm>
        </p:spPr>
        <p:txBody>
          <a:bodyPr>
            <a:noAutofit/>
          </a:bodyPr>
          <a:lstStyle>
            <a:lvl1pPr>
              <a:defRPr sz="420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titre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476F1D12-C6FB-4ED9-B1EA-2AF1415447D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64400" y="2876400"/>
            <a:ext cx="5400000" cy="3240000"/>
          </a:xfrm>
        </p:spPr>
        <p:txBody>
          <a:bodyPr>
            <a:noAutofit/>
          </a:bodyPr>
          <a:lstStyle>
            <a:lvl1pPr marL="432000" indent="-432000">
              <a:spcBef>
                <a:spcPts val="600"/>
              </a:spcBef>
              <a:buFont typeface="+mj-lt"/>
              <a:buAutoNum type="arabicPeriod"/>
              <a:defRPr sz="20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1163926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tion N°1 Ouverture de 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34B7DA-FA75-4149-8676-64791F4D6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742" y="3430800"/>
            <a:ext cx="11160000" cy="1152000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90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BF3A9F-5739-4B40-A377-C403E92DB70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89741" y="4662000"/>
            <a:ext cx="11160000" cy="504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742" y="1490400"/>
            <a:ext cx="3960000" cy="1872000"/>
          </a:xfrm>
        </p:spPr>
        <p:txBody>
          <a:bodyPr>
            <a:noAutofit/>
          </a:bodyPr>
          <a:lstStyle>
            <a:lvl1pPr marL="0" indent="0">
              <a:buNone/>
              <a:defRPr sz="13500">
                <a:solidFill>
                  <a:schemeClr val="tx2"/>
                </a:solidFill>
              </a:defRPr>
            </a:lvl1pPr>
          </a:lstStyle>
          <a:p>
            <a:pPr lvl="0"/>
            <a:r>
              <a:rPr lang="fr-FR"/>
              <a:t>NN.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84489D0-046B-4DA8-828E-D1EDDC72FA8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27B8392-9F0D-47B8-8F1D-D057C53A97D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ADNOC Upstream - TotalEnergies - 06/10/2025</a:t>
            </a: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C4EDA01-DE85-4E9D-A6E0-28AA131E78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52390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tion N°2 Ouverture de chapitre avec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pour une image  2">
            <a:extLst>
              <a:ext uri="{FF2B5EF4-FFF2-40B4-BE49-F238E27FC236}">
                <a16:creationId xmlns:a16="http://schemas.microsoft.com/office/drawing/2014/main" id="{DEC6A7FF-A1FA-4490-9CC7-51078FF84353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0" y="1"/>
            <a:ext cx="6093760" cy="6857999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934B7DA-FA75-4149-8676-64791F4D6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1200" y="3430800"/>
            <a:ext cx="5400000" cy="1152000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90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BF3A9F-5739-4B40-A377-C403E92DB70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61200" y="4662000"/>
            <a:ext cx="5400000" cy="90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61200" y="1490400"/>
            <a:ext cx="5400000" cy="1872000"/>
          </a:xfrm>
        </p:spPr>
        <p:txBody>
          <a:bodyPr>
            <a:noAutofit/>
          </a:bodyPr>
          <a:lstStyle>
            <a:lvl1pPr marL="0" indent="0">
              <a:buNone/>
              <a:defRPr sz="13500">
                <a:solidFill>
                  <a:schemeClr val="tx2"/>
                </a:solidFill>
              </a:defRPr>
            </a:lvl1pPr>
          </a:lstStyle>
          <a:p>
            <a:pPr lvl="0"/>
            <a:r>
              <a:rPr lang="fr-FR"/>
              <a:t>NN.</a:t>
            </a:r>
          </a:p>
        </p:txBody>
      </p:sp>
      <p:sp>
        <p:nvSpPr>
          <p:cNvPr id="16" name="Espace réservé du texte 8">
            <a:extLst>
              <a:ext uri="{FF2B5EF4-FFF2-40B4-BE49-F238E27FC236}">
                <a16:creationId xmlns:a16="http://schemas.microsoft.com/office/drawing/2014/main" id="{19FE5F0F-1A19-4580-B09D-11BAB259543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5578" y="6523200"/>
            <a:ext cx="10800" cy="100800"/>
          </a:xfrm>
          <a:solidFill>
            <a:schemeClr val="bg1"/>
          </a:solidFill>
        </p:spPr>
        <p:txBody>
          <a:bodyPr lIns="0" tIns="0" rIns="0" bIns="0"/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 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AF82D43-4E1B-4274-AC55-C533B8C0465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7AF283-CD1F-4E50-9456-6BD3B772A11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ADNOC Upstream - TotalEnergies - 06/10/2025</a:t>
            </a: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72A83F9-605B-451F-81C4-4DB3BD64BF2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74211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7BC41F0E-EC30-4D2A-AA16-7B987E32A1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>
                    <a:lumMod val="75000"/>
                  </a:schemeClr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C292072E-287F-4875-8FDB-C22CF0436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0DE2FB5-2CE4-44D5-9167-5E9A54E4AAB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9ED68ED-4BAB-426E-AC8B-79F072DDCF3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ADNOC Upstream - TotalEnergies - 06/10/2025</a:t>
            </a:r>
            <a:endParaRPr lang="fr-FR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18ECF392-ABEC-45C0-9399-5BB17B364A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356665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avec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pour une image  2">
            <a:extLst>
              <a:ext uri="{FF2B5EF4-FFF2-40B4-BE49-F238E27FC236}">
                <a16:creationId xmlns:a16="http://schemas.microsoft.com/office/drawing/2014/main" id="{3FA18DAD-43C7-439C-AEB4-182FDEF42A93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0" y="1"/>
            <a:ext cx="6093760" cy="6857999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7BC41F0E-EC30-4D2A-AA16-7B987E32A1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61200" y="1371600"/>
            <a:ext cx="5472000" cy="486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>
                    <a:lumMod val="75000"/>
                  </a:schemeClr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5" name="Espace réservé du texte 8">
            <a:extLst>
              <a:ext uri="{FF2B5EF4-FFF2-40B4-BE49-F238E27FC236}">
                <a16:creationId xmlns:a16="http://schemas.microsoft.com/office/drawing/2014/main" id="{90C7237F-FD39-40C9-B915-D4BC62A3BE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5578" y="6523200"/>
            <a:ext cx="10800" cy="100800"/>
          </a:xfrm>
          <a:solidFill>
            <a:schemeClr val="bg1"/>
          </a:solidFill>
        </p:spPr>
        <p:txBody>
          <a:bodyPr lIns="0" tIns="0" rIns="0" bIns="0"/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 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A95F48EF-CBAD-4F80-B069-72AECAEC0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1199" y="242844"/>
            <a:ext cx="3960000" cy="1008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45A3821-9C55-4E10-844A-98E6FB07D68C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26B9FA6-E4DB-4B15-BD57-BEC5F537E3A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ADNOC Upstream - TotalEnergies - 06/10/2025</a:t>
            </a:r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FE6001F-97CC-4008-B22A-EFA29A13779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30182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7BC41F0E-EC30-4D2A-AA16-7B987E32A1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879" y="3820350"/>
            <a:ext cx="11133952" cy="241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spcBef>
                <a:spcPts val="400"/>
              </a:spcBef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2" name="Espace réservé du tableau 2">
            <a:extLst>
              <a:ext uri="{FF2B5EF4-FFF2-40B4-BE49-F238E27FC236}">
                <a16:creationId xmlns:a16="http://schemas.microsoft.com/office/drawing/2014/main" id="{3EADC01A-12BC-4330-8A1C-A4DCE63F4D5F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589752" y="1372349"/>
            <a:ext cx="11014079" cy="2304000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F7BED8F5-8DF4-41F4-9FBF-3FC3EFF47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4A5DB8F-F9F5-4D34-AD2B-20A401276C3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F448ABE-6518-42E7-86CB-17EBD972C87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ADNOC Upstream - TotalEnergies - 06/10/2025</a:t>
            </a:r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BF92594-638F-42B7-B983-EDCA45116F84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781443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avec 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7BC41F0E-EC30-4D2A-AA16-7B987E32A1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879" y="1371600"/>
            <a:ext cx="5472000" cy="486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>
                    <a:lumMod val="75000"/>
                  </a:schemeClr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3" name="Espace réservé du graphique 2">
            <a:extLst>
              <a:ext uri="{FF2B5EF4-FFF2-40B4-BE49-F238E27FC236}">
                <a16:creationId xmlns:a16="http://schemas.microsoft.com/office/drawing/2014/main" id="{36B54297-76AA-4A3B-A34F-53F1E4289CC7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229879" y="1371600"/>
            <a:ext cx="5508000" cy="4860000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7AE7569B-B080-4146-A11F-1E61AF63D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879" y="242844"/>
            <a:ext cx="9720000" cy="1008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1A8B2399-CA73-45EA-BE18-9A20282E60B2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78D64F63-31B3-46AB-8995-E4EAED1967B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ADNOC Upstream - TotalEnergies - 06/10/2025</a:t>
            </a:r>
            <a:endParaRPr lang="fr-FR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DB398A68-6D32-4A8D-8EF8-C3BF7CEF61A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513137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ffres Clé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6684C25F-7F00-41C3-A7CD-0A38D6BB6A4B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469879" y="1501200"/>
            <a:ext cx="1980000" cy="1188000"/>
          </a:xfrm>
        </p:spPr>
        <p:txBody>
          <a:bodyPr anchor="ctr">
            <a:noAutofit/>
          </a:bodyPr>
          <a:lstStyle>
            <a:lvl1pPr marL="0" indent="0">
              <a:buNone/>
              <a:defRPr sz="81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NN</a:t>
            </a:r>
          </a:p>
        </p:txBody>
      </p:sp>
      <p:sp>
        <p:nvSpPr>
          <p:cNvPr id="15" name="Espace réservé du texte 10">
            <a:extLst>
              <a:ext uri="{FF2B5EF4-FFF2-40B4-BE49-F238E27FC236}">
                <a16:creationId xmlns:a16="http://schemas.microsoft.com/office/drawing/2014/main" id="{FFEA4E96-A4C5-404E-84EB-0DA2FDAD3E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40699" y="1501200"/>
            <a:ext cx="8497179" cy="1188000"/>
          </a:xfrm>
        </p:spPr>
        <p:txBody>
          <a:bodyPr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180000" indent="-18000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431124CF-D305-4637-B02D-7916DC40094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469879" y="2656800"/>
            <a:ext cx="1980000" cy="1188000"/>
          </a:xfrm>
        </p:spPr>
        <p:txBody>
          <a:bodyPr anchor="ctr">
            <a:noAutofit/>
          </a:bodyPr>
          <a:lstStyle>
            <a:lvl1pPr marL="0" indent="0">
              <a:buNone/>
              <a:defRPr sz="81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NN</a:t>
            </a:r>
          </a:p>
        </p:txBody>
      </p:sp>
      <p:sp>
        <p:nvSpPr>
          <p:cNvPr id="17" name="Espace réservé du texte 10">
            <a:extLst>
              <a:ext uri="{FF2B5EF4-FFF2-40B4-BE49-F238E27FC236}">
                <a16:creationId xmlns:a16="http://schemas.microsoft.com/office/drawing/2014/main" id="{F7F54A8A-B912-4DCA-A7A6-D2FE7A31E0B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40699" y="2656800"/>
            <a:ext cx="8497179" cy="1188000"/>
          </a:xfrm>
        </p:spPr>
        <p:txBody>
          <a:bodyPr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180000" indent="-18000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0F9ED843-C44A-45CC-9B1D-C837E4DD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8" name="Espace réservé du texte 2">
            <a:extLst>
              <a:ext uri="{FF2B5EF4-FFF2-40B4-BE49-F238E27FC236}">
                <a16:creationId xmlns:a16="http://schemas.microsoft.com/office/drawing/2014/main" id="{322CE313-0A26-4E99-9C93-6C3FC888A8DE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469879" y="3812400"/>
            <a:ext cx="1980000" cy="1188000"/>
          </a:xfrm>
        </p:spPr>
        <p:txBody>
          <a:bodyPr anchor="ctr">
            <a:noAutofit/>
          </a:bodyPr>
          <a:lstStyle>
            <a:lvl1pPr marL="0" indent="0">
              <a:buNone/>
              <a:defRPr sz="8100" b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NN</a:t>
            </a:r>
          </a:p>
        </p:txBody>
      </p:sp>
      <p:sp>
        <p:nvSpPr>
          <p:cNvPr id="19" name="Espace réservé du texte 10">
            <a:extLst>
              <a:ext uri="{FF2B5EF4-FFF2-40B4-BE49-F238E27FC236}">
                <a16:creationId xmlns:a16="http://schemas.microsoft.com/office/drawing/2014/main" id="{EB31187B-F91F-44EB-9CB5-1BF3730F762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40699" y="3812400"/>
            <a:ext cx="8497179" cy="1188000"/>
          </a:xfrm>
        </p:spPr>
        <p:txBody>
          <a:bodyPr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180000" indent="-18000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31" name="Espace réservé du texte 21">
            <a:extLst>
              <a:ext uri="{FF2B5EF4-FFF2-40B4-BE49-F238E27FC236}">
                <a16:creationId xmlns:a16="http://schemas.microsoft.com/office/drawing/2014/main" id="{6FD92059-A22C-433B-8494-343CBC88ADC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601913" y="1809450"/>
            <a:ext cx="324867" cy="571500"/>
          </a:xfrm>
          <a:custGeom>
            <a:avLst/>
            <a:gdLst>
              <a:gd name="connsiteX0" fmla="*/ 58341 w 388938"/>
              <a:gd name="connsiteY0" fmla="*/ 0 h 684213"/>
              <a:gd name="connsiteX1" fmla="*/ 377270 w 388938"/>
              <a:gd name="connsiteY1" fmla="*/ 313438 h 684213"/>
              <a:gd name="connsiteX2" fmla="*/ 388938 w 388938"/>
              <a:gd name="connsiteY2" fmla="*/ 344018 h 684213"/>
              <a:gd name="connsiteX3" fmla="*/ 377270 w 388938"/>
              <a:gd name="connsiteY3" fmla="*/ 370775 h 684213"/>
              <a:gd name="connsiteX4" fmla="*/ 58341 w 388938"/>
              <a:gd name="connsiteY4" fmla="*/ 684213 h 684213"/>
              <a:gd name="connsiteX5" fmla="*/ 0 w 388938"/>
              <a:gd name="connsiteY5" fmla="*/ 626877 h 684213"/>
              <a:gd name="connsiteX6" fmla="*/ 287814 w 388938"/>
              <a:gd name="connsiteY6" fmla="*/ 344018 h 684213"/>
              <a:gd name="connsiteX7" fmla="*/ 0 w 388938"/>
              <a:gd name="connsiteY7" fmla="*/ 57336 h 684213"/>
              <a:gd name="connsiteX8" fmla="*/ 58341 w 388938"/>
              <a:gd name="connsiteY8" fmla="*/ 0 h 684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8938" h="684213">
                <a:moveTo>
                  <a:pt x="58341" y="0"/>
                </a:moveTo>
                <a:cubicBezTo>
                  <a:pt x="377270" y="313438"/>
                  <a:pt x="377270" y="313438"/>
                  <a:pt x="377270" y="313438"/>
                </a:cubicBezTo>
                <a:cubicBezTo>
                  <a:pt x="385049" y="321083"/>
                  <a:pt x="388938" y="332550"/>
                  <a:pt x="388938" y="344018"/>
                </a:cubicBezTo>
                <a:cubicBezTo>
                  <a:pt x="388938" y="351663"/>
                  <a:pt x="385049" y="363130"/>
                  <a:pt x="377270" y="370775"/>
                </a:cubicBezTo>
                <a:lnTo>
                  <a:pt x="58341" y="684213"/>
                </a:lnTo>
                <a:cubicBezTo>
                  <a:pt x="0" y="626877"/>
                  <a:pt x="0" y="626877"/>
                  <a:pt x="0" y="626877"/>
                </a:cubicBezTo>
                <a:cubicBezTo>
                  <a:pt x="287814" y="344018"/>
                  <a:pt x="287814" y="344018"/>
                  <a:pt x="287814" y="344018"/>
                </a:cubicBezTo>
                <a:cubicBezTo>
                  <a:pt x="0" y="57336"/>
                  <a:pt x="0" y="57336"/>
                  <a:pt x="0" y="57336"/>
                </a:cubicBezTo>
                <a:cubicBezTo>
                  <a:pt x="58341" y="0"/>
                  <a:pt x="58341" y="0"/>
                  <a:pt x="58341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800" b="1"/>
            </a:lvl1pPr>
            <a:lvl2pPr marL="126000" indent="144463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tabLst/>
              <a:defRPr/>
            </a:lvl2pPr>
          </a:lstStyle>
          <a:p>
            <a:pPr lvl="0"/>
            <a:r>
              <a:rPr lang="fr-FR"/>
              <a:t> </a:t>
            </a:r>
          </a:p>
        </p:txBody>
      </p:sp>
      <p:sp>
        <p:nvSpPr>
          <p:cNvPr id="32" name="Espace réservé du texte 21">
            <a:extLst>
              <a:ext uri="{FF2B5EF4-FFF2-40B4-BE49-F238E27FC236}">
                <a16:creationId xmlns:a16="http://schemas.microsoft.com/office/drawing/2014/main" id="{2487A579-BB10-4B9C-8037-89848E4EB31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601913" y="2965050"/>
            <a:ext cx="324867" cy="571500"/>
          </a:xfrm>
          <a:custGeom>
            <a:avLst/>
            <a:gdLst>
              <a:gd name="connsiteX0" fmla="*/ 58341 w 388938"/>
              <a:gd name="connsiteY0" fmla="*/ 0 h 684213"/>
              <a:gd name="connsiteX1" fmla="*/ 377270 w 388938"/>
              <a:gd name="connsiteY1" fmla="*/ 313438 h 684213"/>
              <a:gd name="connsiteX2" fmla="*/ 388938 w 388938"/>
              <a:gd name="connsiteY2" fmla="*/ 344018 h 684213"/>
              <a:gd name="connsiteX3" fmla="*/ 377270 w 388938"/>
              <a:gd name="connsiteY3" fmla="*/ 370775 h 684213"/>
              <a:gd name="connsiteX4" fmla="*/ 58341 w 388938"/>
              <a:gd name="connsiteY4" fmla="*/ 684213 h 684213"/>
              <a:gd name="connsiteX5" fmla="*/ 0 w 388938"/>
              <a:gd name="connsiteY5" fmla="*/ 626877 h 684213"/>
              <a:gd name="connsiteX6" fmla="*/ 287814 w 388938"/>
              <a:gd name="connsiteY6" fmla="*/ 344018 h 684213"/>
              <a:gd name="connsiteX7" fmla="*/ 0 w 388938"/>
              <a:gd name="connsiteY7" fmla="*/ 57336 h 684213"/>
              <a:gd name="connsiteX8" fmla="*/ 58341 w 388938"/>
              <a:gd name="connsiteY8" fmla="*/ 0 h 684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8938" h="684213">
                <a:moveTo>
                  <a:pt x="58341" y="0"/>
                </a:moveTo>
                <a:cubicBezTo>
                  <a:pt x="377270" y="313438"/>
                  <a:pt x="377270" y="313438"/>
                  <a:pt x="377270" y="313438"/>
                </a:cubicBezTo>
                <a:cubicBezTo>
                  <a:pt x="385049" y="321083"/>
                  <a:pt x="388938" y="332550"/>
                  <a:pt x="388938" y="344018"/>
                </a:cubicBezTo>
                <a:cubicBezTo>
                  <a:pt x="388938" y="351663"/>
                  <a:pt x="385049" y="363130"/>
                  <a:pt x="377270" y="370775"/>
                </a:cubicBezTo>
                <a:lnTo>
                  <a:pt x="58341" y="684213"/>
                </a:lnTo>
                <a:cubicBezTo>
                  <a:pt x="0" y="626877"/>
                  <a:pt x="0" y="626877"/>
                  <a:pt x="0" y="626877"/>
                </a:cubicBezTo>
                <a:cubicBezTo>
                  <a:pt x="287814" y="344018"/>
                  <a:pt x="287814" y="344018"/>
                  <a:pt x="287814" y="344018"/>
                </a:cubicBezTo>
                <a:cubicBezTo>
                  <a:pt x="0" y="57336"/>
                  <a:pt x="0" y="57336"/>
                  <a:pt x="0" y="57336"/>
                </a:cubicBezTo>
                <a:cubicBezTo>
                  <a:pt x="58341" y="0"/>
                  <a:pt x="58341" y="0"/>
                  <a:pt x="58341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>
            <a:lvl1pPr marL="0" indent="0">
              <a:buNone/>
              <a:defRPr sz="1800" b="1"/>
            </a:lvl1pPr>
            <a:lvl2pPr marL="126000" indent="144463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tabLst/>
              <a:defRPr/>
            </a:lvl2pPr>
          </a:lstStyle>
          <a:p>
            <a:pPr lvl="0"/>
            <a:r>
              <a:rPr lang="fr-FR"/>
              <a:t> </a:t>
            </a:r>
          </a:p>
        </p:txBody>
      </p:sp>
      <p:sp>
        <p:nvSpPr>
          <p:cNvPr id="33" name="Espace réservé du texte 21">
            <a:extLst>
              <a:ext uri="{FF2B5EF4-FFF2-40B4-BE49-F238E27FC236}">
                <a16:creationId xmlns:a16="http://schemas.microsoft.com/office/drawing/2014/main" id="{C0B0C0AB-7256-484A-8EF0-3BC6851D748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601913" y="4120650"/>
            <a:ext cx="324867" cy="571500"/>
          </a:xfrm>
          <a:custGeom>
            <a:avLst/>
            <a:gdLst>
              <a:gd name="connsiteX0" fmla="*/ 58341 w 388938"/>
              <a:gd name="connsiteY0" fmla="*/ 0 h 684213"/>
              <a:gd name="connsiteX1" fmla="*/ 377270 w 388938"/>
              <a:gd name="connsiteY1" fmla="*/ 313438 h 684213"/>
              <a:gd name="connsiteX2" fmla="*/ 388938 w 388938"/>
              <a:gd name="connsiteY2" fmla="*/ 344018 h 684213"/>
              <a:gd name="connsiteX3" fmla="*/ 377270 w 388938"/>
              <a:gd name="connsiteY3" fmla="*/ 370775 h 684213"/>
              <a:gd name="connsiteX4" fmla="*/ 58341 w 388938"/>
              <a:gd name="connsiteY4" fmla="*/ 684213 h 684213"/>
              <a:gd name="connsiteX5" fmla="*/ 0 w 388938"/>
              <a:gd name="connsiteY5" fmla="*/ 626877 h 684213"/>
              <a:gd name="connsiteX6" fmla="*/ 287814 w 388938"/>
              <a:gd name="connsiteY6" fmla="*/ 344018 h 684213"/>
              <a:gd name="connsiteX7" fmla="*/ 0 w 388938"/>
              <a:gd name="connsiteY7" fmla="*/ 57336 h 684213"/>
              <a:gd name="connsiteX8" fmla="*/ 58341 w 388938"/>
              <a:gd name="connsiteY8" fmla="*/ 0 h 684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8938" h="684213">
                <a:moveTo>
                  <a:pt x="58341" y="0"/>
                </a:moveTo>
                <a:cubicBezTo>
                  <a:pt x="377270" y="313438"/>
                  <a:pt x="377270" y="313438"/>
                  <a:pt x="377270" y="313438"/>
                </a:cubicBezTo>
                <a:cubicBezTo>
                  <a:pt x="385049" y="321083"/>
                  <a:pt x="388938" y="332550"/>
                  <a:pt x="388938" y="344018"/>
                </a:cubicBezTo>
                <a:cubicBezTo>
                  <a:pt x="388938" y="351663"/>
                  <a:pt x="385049" y="363130"/>
                  <a:pt x="377270" y="370775"/>
                </a:cubicBezTo>
                <a:lnTo>
                  <a:pt x="58341" y="684213"/>
                </a:lnTo>
                <a:cubicBezTo>
                  <a:pt x="0" y="626877"/>
                  <a:pt x="0" y="626877"/>
                  <a:pt x="0" y="626877"/>
                </a:cubicBezTo>
                <a:cubicBezTo>
                  <a:pt x="287814" y="344018"/>
                  <a:pt x="287814" y="344018"/>
                  <a:pt x="287814" y="344018"/>
                </a:cubicBezTo>
                <a:cubicBezTo>
                  <a:pt x="0" y="57336"/>
                  <a:pt x="0" y="57336"/>
                  <a:pt x="0" y="57336"/>
                </a:cubicBezTo>
                <a:cubicBezTo>
                  <a:pt x="58341" y="0"/>
                  <a:pt x="58341" y="0"/>
                  <a:pt x="58341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 marL="0" indent="0">
              <a:buNone/>
              <a:defRPr sz="1800" b="1"/>
            </a:lvl1pPr>
            <a:lvl2pPr marL="126000" indent="144463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tabLst/>
              <a:defRPr/>
            </a:lvl2pPr>
          </a:lstStyle>
          <a:p>
            <a:pPr lvl="0"/>
            <a:r>
              <a:rPr lang="fr-FR"/>
              <a:t> 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5997647-8494-4CC4-948F-29A8D49CBCEB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2B4AC02-49D4-4738-A9B4-B3DA90016A7F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ADNOC Upstream - TotalEnergies - 06/10/2025</a:t>
            </a:r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8EE574D-092E-4259-81EB-81EA91E97CDA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50011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41BBE8-1E54-415C-B10D-F6342B80F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E830942-5133-4F54-8414-98EC08DAA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03D30D6-5712-44A8-87A9-67750D407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ADNOC Upstream - TotalEnergies - 06/10/2025</a:t>
            </a:r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72F511C-AE30-47A8-8C9B-F0B33753C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808381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9B47C71-F46D-4EA0-AF6A-4962453CD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0495B091-68ED-45A4-957C-92BBA7548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ADNOC Upstream - TotalEnergies - 06/10/2025</a:t>
            </a:r>
            <a:endParaRPr lang="fr-FR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A4361BE1-6536-48FB-BC11-166BC54BD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19137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ne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34B7DA-FA75-4149-8676-64791F4D6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742" y="2845977"/>
            <a:ext cx="11160000" cy="1440000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500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9E24192-EBCA-4782-93A3-6134ECDB2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627768F-E755-49AE-BDD4-F22B941EE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ADNOC Upstream - TotalEnergies - 06/10/2025</a:t>
            </a:r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79213C8-C608-4F8F-B3E7-6893ECEEC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49784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Mer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9FB4134C-1D6E-45C5-A0CB-6875E698A7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4401" y="231117"/>
            <a:ext cx="2788867" cy="2205948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9A50C95A-056C-429F-A1B6-8B1CDC140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000" y="2845977"/>
            <a:ext cx="7560000" cy="828000"/>
          </a:xfrm>
        </p:spPr>
        <p:txBody>
          <a:bodyPr anchor="t">
            <a:noAutofit/>
          </a:bodyPr>
          <a:lstStyle>
            <a:lvl1pPr algn="ctr">
              <a:defRPr sz="43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20634674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9273063-0DF6-4043-B522-0B02E7572AC0}"/>
              </a:ext>
            </a:extLst>
          </p:cNvPr>
          <p:cNvSpPr/>
          <p:nvPr userDrawn="1"/>
        </p:nvSpPr>
        <p:spPr>
          <a:xfrm>
            <a:off x="240604" y="239401"/>
            <a:ext cx="11710800" cy="637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5" tIns="45707" rIns="91415" bIns="45707" rtlCol="0" anchor="ctr"/>
          <a:lstStyle/>
          <a:p>
            <a:pPr algn="ctr" defTabSz="914106"/>
            <a:endParaRPr lang="en-GB" sz="1867">
              <a:solidFill>
                <a:prstClr val="white"/>
              </a:solidFill>
            </a:endParaRPr>
          </a:p>
        </p:txBody>
      </p:sp>
      <p:sp>
        <p:nvSpPr>
          <p:cNvPr id="4" name="Rectangle 3"/>
          <p:cNvSpPr/>
          <p:nvPr userDrawn="1"/>
        </p:nvSpPr>
        <p:spPr bwMode="white">
          <a:xfrm>
            <a:off x="10546432" y="4"/>
            <a:ext cx="923259" cy="16275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5" tIns="45707" rIns="91415" bIns="45707" rtlCol="0" anchor="ctr"/>
          <a:lstStyle/>
          <a:p>
            <a:pPr algn="ctr" defTabSz="914106"/>
            <a:endParaRPr lang="en-GB" sz="1867">
              <a:solidFill>
                <a:prstClr val="white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8844D0-934B-47B2-976A-5DC706F184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7744" y="2420940"/>
            <a:ext cx="8921749" cy="2418263"/>
          </a:xfrm>
        </p:spPr>
        <p:txBody>
          <a:bodyPr anchor="t"/>
          <a:lstStyle>
            <a:lvl1pPr algn="l">
              <a:defRPr sz="6667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DE0155-5A26-4810-BD12-030B4D7030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7739" y="5787109"/>
            <a:ext cx="5148261" cy="2520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600" b="1" cap="all" baseline="0">
                <a:solidFill>
                  <a:schemeClr val="bg1"/>
                </a:solidFill>
              </a:defRPr>
            </a:lvl1pPr>
            <a:lvl2pPr marL="457053" indent="0" algn="ctr">
              <a:buNone/>
              <a:defRPr sz="2000"/>
            </a:lvl2pPr>
            <a:lvl3pPr marL="914106" indent="0" algn="ctr">
              <a:buNone/>
              <a:defRPr sz="1867"/>
            </a:lvl3pPr>
            <a:lvl4pPr marL="1371156" indent="0" algn="ctr">
              <a:buNone/>
              <a:defRPr sz="1600"/>
            </a:lvl4pPr>
            <a:lvl5pPr marL="1828209" indent="0" algn="ctr">
              <a:buNone/>
              <a:defRPr sz="1600"/>
            </a:lvl5pPr>
            <a:lvl6pPr marL="2285262" indent="0" algn="ctr">
              <a:buNone/>
              <a:defRPr sz="1600"/>
            </a:lvl6pPr>
            <a:lvl7pPr marL="2742311" indent="0" algn="ctr">
              <a:buNone/>
              <a:defRPr sz="1600"/>
            </a:lvl7pPr>
            <a:lvl8pPr marL="3199364" indent="0" algn="ctr">
              <a:buNone/>
              <a:defRPr sz="1600"/>
            </a:lvl8pPr>
            <a:lvl9pPr marL="3656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EAD42DE-DDCB-4B3A-8426-83D77A703FC9}"/>
              </a:ext>
            </a:extLst>
          </p:cNvPr>
          <p:cNvCxnSpPr>
            <a:cxnSpLocks/>
          </p:cNvCxnSpPr>
          <p:nvPr userDrawn="1"/>
        </p:nvCxnSpPr>
        <p:spPr>
          <a:xfrm>
            <a:off x="725489" y="6138000"/>
            <a:ext cx="10746515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219BBB8-DB32-437A-919F-970F1C8615B6}"/>
              </a:ext>
            </a:extLst>
          </p:cNvPr>
          <p:cNvSpPr txBox="1"/>
          <p:nvPr userDrawn="1"/>
        </p:nvSpPr>
        <p:spPr>
          <a:xfrm>
            <a:off x="7749956" y="6180254"/>
            <a:ext cx="3719733" cy="37586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defTabSz="914106">
              <a:spcBef>
                <a:spcPts val="800"/>
              </a:spcBef>
            </a:pPr>
            <a:r>
              <a:rPr lang="en-GB" sz="1600" b="1">
                <a:solidFill>
                  <a:srgbClr val="1859A9"/>
                </a:solidFill>
              </a:rPr>
              <a:t>ABU DHABI NATIONAL OIL COMPANY</a:t>
            </a:r>
          </a:p>
        </p:txBody>
      </p:sp>
      <p:grpSp>
        <p:nvGrpSpPr>
          <p:cNvPr id="9" name="Group 8"/>
          <p:cNvGrpSpPr>
            <a:grpSpLocks noChangeAspect="1"/>
          </p:cNvGrpSpPr>
          <p:nvPr userDrawn="1"/>
        </p:nvGrpSpPr>
        <p:grpSpPr>
          <a:xfrm>
            <a:off x="10639084" y="333832"/>
            <a:ext cx="767941" cy="1201995"/>
            <a:chOff x="3986213" y="0"/>
            <a:chExt cx="4381501" cy="6858001"/>
          </a:xfrm>
          <a:solidFill>
            <a:schemeClr val="tx2"/>
          </a:solidFill>
        </p:grpSpPr>
        <p:sp>
          <p:nvSpPr>
            <p:cNvPr id="10" name="Freeform 5"/>
            <p:cNvSpPr>
              <a:spLocks/>
            </p:cNvSpPr>
            <p:nvPr/>
          </p:nvSpPr>
          <p:spPr bwMode="auto">
            <a:xfrm>
              <a:off x="6521451" y="1746250"/>
              <a:ext cx="1846263" cy="2443163"/>
            </a:xfrm>
            <a:custGeom>
              <a:avLst/>
              <a:gdLst>
                <a:gd name="T0" fmla="*/ 113 w 206"/>
                <a:gd name="T1" fmla="*/ 196 h 273"/>
                <a:gd name="T2" fmla="*/ 70 w 206"/>
                <a:gd name="T3" fmla="*/ 273 h 273"/>
                <a:gd name="T4" fmla="*/ 184 w 206"/>
                <a:gd name="T5" fmla="*/ 273 h 273"/>
                <a:gd name="T6" fmla="*/ 0 w 206"/>
                <a:gd name="T7" fmla="*/ 0 h 273"/>
                <a:gd name="T8" fmla="*/ 113 w 206"/>
                <a:gd name="T9" fmla="*/ 196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6" h="273">
                  <a:moveTo>
                    <a:pt x="113" y="196"/>
                  </a:moveTo>
                  <a:cubicBezTo>
                    <a:pt x="106" y="226"/>
                    <a:pt x="91" y="252"/>
                    <a:pt x="70" y="273"/>
                  </a:cubicBezTo>
                  <a:cubicBezTo>
                    <a:pt x="184" y="273"/>
                    <a:pt x="184" y="273"/>
                    <a:pt x="184" y="273"/>
                  </a:cubicBezTo>
                  <a:cubicBezTo>
                    <a:pt x="206" y="154"/>
                    <a:pt x="128" y="28"/>
                    <a:pt x="0" y="0"/>
                  </a:cubicBezTo>
                  <a:cubicBezTo>
                    <a:pt x="26" y="7"/>
                    <a:pt x="138" y="60"/>
                    <a:pt x="113" y="19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11" name="Freeform 6"/>
            <p:cNvSpPr>
              <a:spLocks/>
            </p:cNvSpPr>
            <p:nvPr/>
          </p:nvSpPr>
          <p:spPr bwMode="auto">
            <a:xfrm>
              <a:off x="3986213" y="0"/>
              <a:ext cx="4219575" cy="4189413"/>
            </a:xfrm>
            <a:custGeom>
              <a:avLst/>
              <a:gdLst>
                <a:gd name="T0" fmla="*/ 0 w 471"/>
                <a:gd name="T1" fmla="*/ 0 h 468"/>
                <a:gd name="T2" fmla="*/ 0 w 471"/>
                <a:gd name="T3" fmla="*/ 468 h 468"/>
                <a:gd name="T4" fmla="*/ 50 w 471"/>
                <a:gd name="T5" fmla="*/ 468 h 468"/>
                <a:gd name="T6" fmla="*/ 104 w 471"/>
                <a:gd name="T7" fmla="*/ 466 h 468"/>
                <a:gd name="T8" fmla="*/ 247 w 471"/>
                <a:gd name="T9" fmla="*/ 346 h 468"/>
                <a:gd name="T10" fmla="*/ 161 w 471"/>
                <a:gd name="T11" fmla="*/ 219 h 468"/>
                <a:gd name="T12" fmla="*/ 157 w 471"/>
                <a:gd name="T13" fmla="*/ 218 h 468"/>
                <a:gd name="T14" fmla="*/ 100 w 471"/>
                <a:gd name="T15" fmla="*/ 212 h 468"/>
                <a:gd name="T16" fmla="*/ 92 w 471"/>
                <a:gd name="T17" fmla="*/ 243 h 468"/>
                <a:gd name="T18" fmla="*/ 81 w 471"/>
                <a:gd name="T19" fmla="*/ 165 h 468"/>
                <a:gd name="T20" fmla="*/ 124 w 471"/>
                <a:gd name="T21" fmla="*/ 123 h 468"/>
                <a:gd name="T22" fmla="*/ 124 w 471"/>
                <a:gd name="T23" fmla="*/ 122 h 468"/>
                <a:gd name="T24" fmla="*/ 186 w 471"/>
                <a:gd name="T25" fmla="*/ 78 h 468"/>
                <a:gd name="T26" fmla="*/ 259 w 471"/>
                <a:gd name="T27" fmla="*/ 58 h 468"/>
                <a:gd name="T28" fmla="*/ 471 w 471"/>
                <a:gd name="T29" fmla="*/ 151 h 468"/>
                <a:gd name="T30" fmla="*/ 471 w 471"/>
                <a:gd name="T31" fmla="*/ 0 h 468"/>
                <a:gd name="T32" fmla="*/ 0 w 471"/>
                <a:gd name="T3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71" h="468">
                  <a:moveTo>
                    <a:pt x="0" y="0"/>
                  </a:moveTo>
                  <a:cubicBezTo>
                    <a:pt x="0" y="468"/>
                    <a:pt x="0" y="468"/>
                    <a:pt x="0" y="468"/>
                  </a:cubicBezTo>
                  <a:cubicBezTo>
                    <a:pt x="50" y="468"/>
                    <a:pt x="50" y="468"/>
                    <a:pt x="50" y="468"/>
                  </a:cubicBezTo>
                  <a:cubicBezTo>
                    <a:pt x="80" y="468"/>
                    <a:pt x="87" y="468"/>
                    <a:pt x="104" y="466"/>
                  </a:cubicBezTo>
                  <a:cubicBezTo>
                    <a:pt x="175" y="455"/>
                    <a:pt x="240" y="397"/>
                    <a:pt x="247" y="346"/>
                  </a:cubicBezTo>
                  <a:cubicBezTo>
                    <a:pt x="258" y="285"/>
                    <a:pt x="225" y="232"/>
                    <a:pt x="161" y="219"/>
                  </a:cubicBezTo>
                  <a:cubicBezTo>
                    <a:pt x="160" y="219"/>
                    <a:pt x="159" y="218"/>
                    <a:pt x="157" y="218"/>
                  </a:cubicBezTo>
                  <a:cubicBezTo>
                    <a:pt x="155" y="218"/>
                    <a:pt x="124" y="218"/>
                    <a:pt x="100" y="212"/>
                  </a:cubicBezTo>
                  <a:cubicBezTo>
                    <a:pt x="100" y="212"/>
                    <a:pt x="87" y="223"/>
                    <a:pt x="92" y="243"/>
                  </a:cubicBezTo>
                  <a:cubicBezTo>
                    <a:pt x="92" y="243"/>
                    <a:pt x="61" y="210"/>
                    <a:pt x="81" y="165"/>
                  </a:cubicBezTo>
                  <a:cubicBezTo>
                    <a:pt x="81" y="165"/>
                    <a:pt x="90" y="144"/>
                    <a:pt x="124" y="123"/>
                  </a:cubicBezTo>
                  <a:cubicBezTo>
                    <a:pt x="124" y="123"/>
                    <a:pt x="124" y="122"/>
                    <a:pt x="124" y="122"/>
                  </a:cubicBezTo>
                  <a:cubicBezTo>
                    <a:pt x="133" y="111"/>
                    <a:pt x="155" y="93"/>
                    <a:pt x="186" y="78"/>
                  </a:cubicBezTo>
                  <a:cubicBezTo>
                    <a:pt x="201" y="71"/>
                    <a:pt x="228" y="61"/>
                    <a:pt x="259" y="58"/>
                  </a:cubicBezTo>
                  <a:cubicBezTo>
                    <a:pt x="397" y="45"/>
                    <a:pt x="471" y="151"/>
                    <a:pt x="471" y="151"/>
                  </a:cubicBezTo>
                  <a:cubicBezTo>
                    <a:pt x="471" y="0"/>
                    <a:pt x="471" y="0"/>
                    <a:pt x="471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5545138" y="939800"/>
              <a:ext cx="2660650" cy="1011238"/>
            </a:xfrm>
            <a:custGeom>
              <a:avLst/>
              <a:gdLst>
                <a:gd name="T0" fmla="*/ 167 w 297"/>
                <a:gd name="T1" fmla="*/ 9 h 113"/>
                <a:gd name="T2" fmla="*/ 0 w 297"/>
                <a:gd name="T3" fmla="*/ 48 h 113"/>
                <a:gd name="T4" fmla="*/ 33 w 297"/>
                <a:gd name="T5" fmla="*/ 33 h 113"/>
                <a:gd name="T6" fmla="*/ 61 w 297"/>
                <a:gd name="T7" fmla="*/ 60 h 113"/>
                <a:gd name="T8" fmla="*/ 103 w 297"/>
                <a:gd name="T9" fmla="*/ 34 h 113"/>
                <a:gd name="T10" fmla="*/ 103 w 297"/>
                <a:gd name="T11" fmla="*/ 20 h 113"/>
                <a:gd name="T12" fmla="*/ 297 w 297"/>
                <a:gd name="T13" fmla="*/ 113 h 113"/>
                <a:gd name="T14" fmla="*/ 297 w 297"/>
                <a:gd name="T15" fmla="*/ 71 h 113"/>
                <a:gd name="T16" fmla="*/ 167 w 297"/>
                <a:gd name="T17" fmla="*/ 9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7" h="113">
                  <a:moveTo>
                    <a:pt x="167" y="9"/>
                  </a:moveTo>
                  <a:cubicBezTo>
                    <a:pt x="100" y="0"/>
                    <a:pt x="44" y="17"/>
                    <a:pt x="0" y="48"/>
                  </a:cubicBezTo>
                  <a:cubicBezTo>
                    <a:pt x="0" y="48"/>
                    <a:pt x="13" y="40"/>
                    <a:pt x="33" y="33"/>
                  </a:cubicBezTo>
                  <a:cubicBezTo>
                    <a:pt x="36" y="46"/>
                    <a:pt x="47" y="57"/>
                    <a:pt x="61" y="60"/>
                  </a:cubicBezTo>
                  <a:cubicBezTo>
                    <a:pt x="81" y="64"/>
                    <a:pt x="100" y="52"/>
                    <a:pt x="103" y="34"/>
                  </a:cubicBezTo>
                  <a:cubicBezTo>
                    <a:pt x="104" y="30"/>
                    <a:pt x="104" y="25"/>
                    <a:pt x="103" y="20"/>
                  </a:cubicBezTo>
                  <a:cubicBezTo>
                    <a:pt x="230" y="16"/>
                    <a:pt x="297" y="113"/>
                    <a:pt x="297" y="113"/>
                  </a:cubicBezTo>
                  <a:cubicBezTo>
                    <a:pt x="297" y="71"/>
                    <a:pt x="297" y="71"/>
                    <a:pt x="297" y="71"/>
                  </a:cubicBezTo>
                  <a:cubicBezTo>
                    <a:pt x="278" y="52"/>
                    <a:pt x="226" y="15"/>
                    <a:pt x="167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14" name="Freeform 8"/>
            <p:cNvSpPr>
              <a:spLocks noEditPoints="1"/>
            </p:cNvSpPr>
            <p:nvPr/>
          </p:nvSpPr>
          <p:spPr bwMode="auto">
            <a:xfrm>
              <a:off x="3986213" y="6007100"/>
              <a:ext cx="796925" cy="833438"/>
            </a:xfrm>
            <a:custGeom>
              <a:avLst/>
              <a:gdLst>
                <a:gd name="T0" fmla="*/ 310 w 502"/>
                <a:gd name="T1" fmla="*/ 311 h 525"/>
                <a:gd name="T2" fmla="*/ 248 w 502"/>
                <a:gd name="T3" fmla="*/ 124 h 525"/>
                <a:gd name="T4" fmla="*/ 186 w 502"/>
                <a:gd name="T5" fmla="*/ 311 h 525"/>
                <a:gd name="T6" fmla="*/ 310 w 502"/>
                <a:gd name="T7" fmla="*/ 311 h 525"/>
                <a:gd name="T8" fmla="*/ 198 w 502"/>
                <a:gd name="T9" fmla="*/ 0 h 525"/>
                <a:gd name="T10" fmla="*/ 305 w 502"/>
                <a:gd name="T11" fmla="*/ 0 h 525"/>
                <a:gd name="T12" fmla="*/ 502 w 502"/>
                <a:gd name="T13" fmla="*/ 525 h 525"/>
                <a:gd name="T14" fmla="*/ 384 w 502"/>
                <a:gd name="T15" fmla="*/ 525 h 525"/>
                <a:gd name="T16" fmla="*/ 339 w 502"/>
                <a:gd name="T17" fmla="*/ 401 h 525"/>
                <a:gd name="T18" fmla="*/ 158 w 502"/>
                <a:gd name="T19" fmla="*/ 401 h 525"/>
                <a:gd name="T20" fmla="*/ 113 w 502"/>
                <a:gd name="T21" fmla="*/ 525 h 525"/>
                <a:gd name="T22" fmla="*/ 0 w 502"/>
                <a:gd name="T23" fmla="*/ 525 h 525"/>
                <a:gd name="T24" fmla="*/ 198 w 502"/>
                <a:gd name="T25" fmla="*/ 0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02" h="525">
                  <a:moveTo>
                    <a:pt x="310" y="311"/>
                  </a:moveTo>
                  <a:lnTo>
                    <a:pt x="248" y="124"/>
                  </a:lnTo>
                  <a:lnTo>
                    <a:pt x="186" y="311"/>
                  </a:lnTo>
                  <a:lnTo>
                    <a:pt x="310" y="311"/>
                  </a:lnTo>
                  <a:close/>
                  <a:moveTo>
                    <a:pt x="198" y="0"/>
                  </a:moveTo>
                  <a:lnTo>
                    <a:pt x="305" y="0"/>
                  </a:lnTo>
                  <a:lnTo>
                    <a:pt x="502" y="525"/>
                  </a:lnTo>
                  <a:lnTo>
                    <a:pt x="384" y="525"/>
                  </a:lnTo>
                  <a:lnTo>
                    <a:pt x="339" y="401"/>
                  </a:lnTo>
                  <a:lnTo>
                    <a:pt x="158" y="401"/>
                  </a:lnTo>
                  <a:lnTo>
                    <a:pt x="113" y="525"/>
                  </a:lnTo>
                  <a:lnTo>
                    <a:pt x="0" y="525"/>
                  </a:lnTo>
                  <a:lnTo>
                    <a:pt x="19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4881563" y="6007100"/>
              <a:ext cx="717550" cy="833438"/>
            </a:xfrm>
            <a:custGeom>
              <a:avLst/>
              <a:gdLst>
                <a:gd name="T0" fmla="*/ 32 w 80"/>
                <a:gd name="T1" fmla="*/ 76 h 93"/>
                <a:gd name="T2" fmla="*/ 45 w 80"/>
                <a:gd name="T3" fmla="*/ 74 h 93"/>
                <a:gd name="T4" fmla="*/ 53 w 80"/>
                <a:gd name="T5" fmla="*/ 68 h 93"/>
                <a:gd name="T6" fmla="*/ 58 w 80"/>
                <a:gd name="T7" fmla="*/ 58 h 93"/>
                <a:gd name="T8" fmla="*/ 60 w 80"/>
                <a:gd name="T9" fmla="*/ 46 h 93"/>
                <a:gd name="T10" fmla="*/ 59 w 80"/>
                <a:gd name="T11" fmla="*/ 34 h 93"/>
                <a:gd name="T12" fmla="*/ 54 w 80"/>
                <a:gd name="T13" fmla="*/ 24 h 93"/>
                <a:gd name="T14" fmla="*/ 46 w 80"/>
                <a:gd name="T15" fmla="*/ 18 h 93"/>
                <a:gd name="T16" fmla="*/ 35 w 80"/>
                <a:gd name="T17" fmla="*/ 16 h 93"/>
                <a:gd name="T18" fmla="*/ 19 w 80"/>
                <a:gd name="T19" fmla="*/ 16 h 93"/>
                <a:gd name="T20" fmla="*/ 19 w 80"/>
                <a:gd name="T21" fmla="*/ 76 h 93"/>
                <a:gd name="T22" fmla="*/ 32 w 80"/>
                <a:gd name="T23" fmla="*/ 76 h 93"/>
                <a:gd name="T24" fmla="*/ 0 w 80"/>
                <a:gd name="T25" fmla="*/ 0 h 93"/>
                <a:gd name="T26" fmla="*/ 35 w 80"/>
                <a:gd name="T27" fmla="*/ 0 h 93"/>
                <a:gd name="T28" fmla="*/ 68 w 80"/>
                <a:gd name="T29" fmla="*/ 11 h 93"/>
                <a:gd name="T30" fmla="*/ 80 w 80"/>
                <a:gd name="T31" fmla="*/ 46 h 93"/>
                <a:gd name="T32" fmla="*/ 77 w 80"/>
                <a:gd name="T33" fmla="*/ 66 h 93"/>
                <a:gd name="T34" fmla="*/ 67 w 80"/>
                <a:gd name="T35" fmla="*/ 81 h 93"/>
                <a:gd name="T36" fmla="*/ 52 w 80"/>
                <a:gd name="T37" fmla="*/ 90 h 93"/>
                <a:gd name="T38" fmla="*/ 31 w 80"/>
                <a:gd name="T39" fmla="*/ 93 h 93"/>
                <a:gd name="T40" fmla="*/ 0 w 80"/>
                <a:gd name="T41" fmla="*/ 93 h 93"/>
                <a:gd name="T42" fmla="*/ 0 w 80"/>
                <a:gd name="T43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0" h="93">
                  <a:moveTo>
                    <a:pt x="32" y="76"/>
                  </a:moveTo>
                  <a:cubicBezTo>
                    <a:pt x="37" y="76"/>
                    <a:pt x="41" y="76"/>
                    <a:pt x="45" y="74"/>
                  </a:cubicBezTo>
                  <a:cubicBezTo>
                    <a:pt x="48" y="73"/>
                    <a:pt x="51" y="71"/>
                    <a:pt x="53" y="68"/>
                  </a:cubicBezTo>
                  <a:cubicBezTo>
                    <a:pt x="56" y="65"/>
                    <a:pt x="57" y="62"/>
                    <a:pt x="58" y="58"/>
                  </a:cubicBezTo>
                  <a:cubicBezTo>
                    <a:pt x="59" y="55"/>
                    <a:pt x="60" y="51"/>
                    <a:pt x="60" y="46"/>
                  </a:cubicBezTo>
                  <a:cubicBezTo>
                    <a:pt x="60" y="41"/>
                    <a:pt x="59" y="37"/>
                    <a:pt x="59" y="34"/>
                  </a:cubicBezTo>
                  <a:cubicBezTo>
                    <a:pt x="58" y="30"/>
                    <a:pt x="56" y="27"/>
                    <a:pt x="54" y="24"/>
                  </a:cubicBezTo>
                  <a:cubicBezTo>
                    <a:pt x="52" y="22"/>
                    <a:pt x="50" y="20"/>
                    <a:pt x="46" y="18"/>
                  </a:cubicBezTo>
                  <a:cubicBezTo>
                    <a:pt x="43" y="17"/>
                    <a:pt x="39" y="16"/>
                    <a:pt x="35" y="16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19" y="76"/>
                    <a:pt x="19" y="76"/>
                    <a:pt x="19" y="76"/>
                  </a:cubicBezTo>
                  <a:lnTo>
                    <a:pt x="32" y="76"/>
                  </a:lnTo>
                  <a:close/>
                  <a:moveTo>
                    <a:pt x="0" y="0"/>
                  </a:moveTo>
                  <a:cubicBezTo>
                    <a:pt x="35" y="0"/>
                    <a:pt x="35" y="0"/>
                    <a:pt x="35" y="0"/>
                  </a:cubicBezTo>
                  <a:cubicBezTo>
                    <a:pt x="49" y="0"/>
                    <a:pt x="60" y="4"/>
                    <a:pt x="68" y="11"/>
                  </a:cubicBezTo>
                  <a:cubicBezTo>
                    <a:pt x="76" y="19"/>
                    <a:pt x="80" y="31"/>
                    <a:pt x="80" y="46"/>
                  </a:cubicBezTo>
                  <a:cubicBezTo>
                    <a:pt x="80" y="54"/>
                    <a:pt x="79" y="60"/>
                    <a:pt x="77" y="66"/>
                  </a:cubicBezTo>
                  <a:cubicBezTo>
                    <a:pt x="74" y="72"/>
                    <a:pt x="71" y="77"/>
                    <a:pt x="67" y="81"/>
                  </a:cubicBezTo>
                  <a:cubicBezTo>
                    <a:pt x="63" y="85"/>
                    <a:pt x="58" y="88"/>
                    <a:pt x="52" y="90"/>
                  </a:cubicBezTo>
                  <a:cubicBezTo>
                    <a:pt x="46" y="92"/>
                    <a:pt x="39" y="93"/>
                    <a:pt x="31" y="93"/>
                  </a:cubicBezTo>
                  <a:cubicBezTo>
                    <a:pt x="0" y="93"/>
                    <a:pt x="0" y="93"/>
                    <a:pt x="0" y="93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17" name="Freeform 10"/>
            <p:cNvSpPr>
              <a:spLocks/>
            </p:cNvSpPr>
            <p:nvPr/>
          </p:nvSpPr>
          <p:spPr bwMode="auto">
            <a:xfrm>
              <a:off x="5734051" y="6007100"/>
              <a:ext cx="671513" cy="833438"/>
            </a:xfrm>
            <a:custGeom>
              <a:avLst/>
              <a:gdLst>
                <a:gd name="T0" fmla="*/ 0 w 423"/>
                <a:gd name="T1" fmla="*/ 0 h 525"/>
                <a:gd name="T2" fmla="*/ 101 w 423"/>
                <a:gd name="T3" fmla="*/ 0 h 525"/>
                <a:gd name="T4" fmla="*/ 316 w 423"/>
                <a:gd name="T5" fmla="*/ 344 h 525"/>
                <a:gd name="T6" fmla="*/ 316 w 423"/>
                <a:gd name="T7" fmla="*/ 0 h 525"/>
                <a:gd name="T8" fmla="*/ 423 w 423"/>
                <a:gd name="T9" fmla="*/ 0 h 525"/>
                <a:gd name="T10" fmla="*/ 423 w 423"/>
                <a:gd name="T11" fmla="*/ 525 h 525"/>
                <a:gd name="T12" fmla="*/ 327 w 423"/>
                <a:gd name="T13" fmla="*/ 525 h 525"/>
                <a:gd name="T14" fmla="*/ 107 w 423"/>
                <a:gd name="T15" fmla="*/ 181 h 525"/>
                <a:gd name="T16" fmla="*/ 107 w 423"/>
                <a:gd name="T17" fmla="*/ 525 h 525"/>
                <a:gd name="T18" fmla="*/ 0 w 423"/>
                <a:gd name="T19" fmla="*/ 525 h 525"/>
                <a:gd name="T20" fmla="*/ 0 w 423"/>
                <a:gd name="T21" fmla="*/ 0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23" h="525">
                  <a:moveTo>
                    <a:pt x="0" y="0"/>
                  </a:moveTo>
                  <a:lnTo>
                    <a:pt x="101" y="0"/>
                  </a:lnTo>
                  <a:lnTo>
                    <a:pt x="316" y="344"/>
                  </a:lnTo>
                  <a:lnTo>
                    <a:pt x="316" y="0"/>
                  </a:lnTo>
                  <a:lnTo>
                    <a:pt x="423" y="0"/>
                  </a:lnTo>
                  <a:lnTo>
                    <a:pt x="423" y="525"/>
                  </a:lnTo>
                  <a:lnTo>
                    <a:pt x="327" y="525"/>
                  </a:lnTo>
                  <a:lnTo>
                    <a:pt x="107" y="181"/>
                  </a:lnTo>
                  <a:lnTo>
                    <a:pt x="107" y="525"/>
                  </a:lnTo>
                  <a:lnTo>
                    <a:pt x="0" y="52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18" name="Freeform 11"/>
            <p:cNvSpPr>
              <a:spLocks noEditPoints="1"/>
            </p:cNvSpPr>
            <p:nvPr/>
          </p:nvSpPr>
          <p:spPr bwMode="auto">
            <a:xfrm>
              <a:off x="6548438" y="5980113"/>
              <a:ext cx="796925" cy="877888"/>
            </a:xfrm>
            <a:custGeom>
              <a:avLst/>
              <a:gdLst>
                <a:gd name="T0" fmla="*/ 45 w 89"/>
                <a:gd name="T1" fmla="*/ 82 h 98"/>
                <a:gd name="T2" fmla="*/ 63 w 89"/>
                <a:gd name="T3" fmla="*/ 73 h 98"/>
                <a:gd name="T4" fmla="*/ 69 w 89"/>
                <a:gd name="T5" fmla="*/ 49 h 98"/>
                <a:gd name="T6" fmla="*/ 63 w 89"/>
                <a:gd name="T7" fmla="*/ 26 h 98"/>
                <a:gd name="T8" fmla="*/ 45 w 89"/>
                <a:gd name="T9" fmla="*/ 17 h 98"/>
                <a:gd name="T10" fmla="*/ 26 w 89"/>
                <a:gd name="T11" fmla="*/ 26 h 98"/>
                <a:gd name="T12" fmla="*/ 20 w 89"/>
                <a:gd name="T13" fmla="*/ 49 h 98"/>
                <a:gd name="T14" fmla="*/ 26 w 89"/>
                <a:gd name="T15" fmla="*/ 73 h 98"/>
                <a:gd name="T16" fmla="*/ 45 w 89"/>
                <a:gd name="T17" fmla="*/ 82 h 98"/>
                <a:gd name="T18" fmla="*/ 45 w 89"/>
                <a:gd name="T19" fmla="*/ 98 h 98"/>
                <a:gd name="T20" fmla="*/ 26 w 89"/>
                <a:gd name="T21" fmla="*/ 95 h 98"/>
                <a:gd name="T22" fmla="*/ 12 w 89"/>
                <a:gd name="T23" fmla="*/ 85 h 98"/>
                <a:gd name="T24" fmla="*/ 3 w 89"/>
                <a:gd name="T25" fmla="*/ 70 h 98"/>
                <a:gd name="T26" fmla="*/ 0 w 89"/>
                <a:gd name="T27" fmla="*/ 49 h 98"/>
                <a:gd name="T28" fmla="*/ 3 w 89"/>
                <a:gd name="T29" fmla="*/ 29 h 98"/>
                <a:gd name="T30" fmla="*/ 12 w 89"/>
                <a:gd name="T31" fmla="*/ 14 h 98"/>
                <a:gd name="T32" fmla="*/ 26 w 89"/>
                <a:gd name="T33" fmla="*/ 4 h 98"/>
                <a:gd name="T34" fmla="*/ 45 w 89"/>
                <a:gd name="T35" fmla="*/ 0 h 98"/>
                <a:gd name="T36" fmla="*/ 63 w 89"/>
                <a:gd name="T37" fmla="*/ 4 h 98"/>
                <a:gd name="T38" fmla="*/ 77 w 89"/>
                <a:gd name="T39" fmla="*/ 14 h 98"/>
                <a:gd name="T40" fmla="*/ 86 w 89"/>
                <a:gd name="T41" fmla="*/ 29 h 98"/>
                <a:gd name="T42" fmla="*/ 89 w 89"/>
                <a:gd name="T43" fmla="*/ 49 h 98"/>
                <a:gd name="T44" fmla="*/ 86 w 89"/>
                <a:gd name="T45" fmla="*/ 70 h 98"/>
                <a:gd name="T46" fmla="*/ 77 w 89"/>
                <a:gd name="T47" fmla="*/ 85 h 98"/>
                <a:gd name="T48" fmla="*/ 63 w 89"/>
                <a:gd name="T49" fmla="*/ 95 h 98"/>
                <a:gd name="T50" fmla="*/ 45 w 89"/>
                <a:gd name="T51" fmla="*/ 9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9" h="98">
                  <a:moveTo>
                    <a:pt x="45" y="82"/>
                  </a:moveTo>
                  <a:cubicBezTo>
                    <a:pt x="53" y="82"/>
                    <a:pt x="59" y="79"/>
                    <a:pt x="63" y="73"/>
                  </a:cubicBezTo>
                  <a:cubicBezTo>
                    <a:pt x="67" y="68"/>
                    <a:pt x="69" y="60"/>
                    <a:pt x="69" y="49"/>
                  </a:cubicBezTo>
                  <a:cubicBezTo>
                    <a:pt x="69" y="39"/>
                    <a:pt x="67" y="31"/>
                    <a:pt x="63" y="26"/>
                  </a:cubicBezTo>
                  <a:cubicBezTo>
                    <a:pt x="59" y="20"/>
                    <a:pt x="53" y="17"/>
                    <a:pt x="45" y="17"/>
                  </a:cubicBezTo>
                  <a:cubicBezTo>
                    <a:pt x="36" y="17"/>
                    <a:pt x="30" y="20"/>
                    <a:pt x="26" y="26"/>
                  </a:cubicBezTo>
                  <a:cubicBezTo>
                    <a:pt x="22" y="31"/>
                    <a:pt x="20" y="39"/>
                    <a:pt x="20" y="49"/>
                  </a:cubicBezTo>
                  <a:cubicBezTo>
                    <a:pt x="20" y="60"/>
                    <a:pt x="22" y="68"/>
                    <a:pt x="26" y="73"/>
                  </a:cubicBezTo>
                  <a:cubicBezTo>
                    <a:pt x="30" y="79"/>
                    <a:pt x="36" y="82"/>
                    <a:pt x="45" y="82"/>
                  </a:cubicBezTo>
                  <a:moveTo>
                    <a:pt x="45" y="98"/>
                  </a:moveTo>
                  <a:cubicBezTo>
                    <a:pt x="38" y="98"/>
                    <a:pt x="31" y="97"/>
                    <a:pt x="26" y="95"/>
                  </a:cubicBezTo>
                  <a:cubicBezTo>
                    <a:pt x="21" y="93"/>
                    <a:pt x="16" y="89"/>
                    <a:pt x="12" y="85"/>
                  </a:cubicBezTo>
                  <a:cubicBezTo>
                    <a:pt x="8" y="81"/>
                    <a:pt x="5" y="76"/>
                    <a:pt x="3" y="70"/>
                  </a:cubicBezTo>
                  <a:cubicBezTo>
                    <a:pt x="1" y="64"/>
                    <a:pt x="0" y="57"/>
                    <a:pt x="0" y="49"/>
                  </a:cubicBezTo>
                  <a:cubicBezTo>
                    <a:pt x="0" y="42"/>
                    <a:pt x="1" y="35"/>
                    <a:pt x="3" y="29"/>
                  </a:cubicBezTo>
                  <a:cubicBezTo>
                    <a:pt x="5" y="23"/>
                    <a:pt x="8" y="18"/>
                    <a:pt x="12" y="14"/>
                  </a:cubicBezTo>
                  <a:cubicBezTo>
                    <a:pt x="16" y="9"/>
                    <a:pt x="21" y="6"/>
                    <a:pt x="26" y="4"/>
                  </a:cubicBezTo>
                  <a:cubicBezTo>
                    <a:pt x="32" y="2"/>
                    <a:pt x="38" y="0"/>
                    <a:pt x="45" y="0"/>
                  </a:cubicBezTo>
                  <a:cubicBezTo>
                    <a:pt x="52" y="0"/>
                    <a:pt x="58" y="2"/>
                    <a:pt x="63" y="4"/>
                  </a:cubicBezTo>
                  <a:cubicBezTo>
                    <a:pt x="69" y="6"/>
                    <a:pt x="73" y="9"/>
                    <a:pt x="77" y="14"/>
                  </a:cubicBezTo>
                  <a:cubicBezTo>
                    <a:pt x="81" y="18"/>
                    <a:pt x="84" y="23"/>
                    <a:pt x="86" y="29"/>
                  </a:cubicBezTo>
                  <a:cubicBezTo>
                    <a:pt x="88" y="35"/>
                    <a:pt x="89" y="42"/>
                    <a:pt x="89" y="49"/>
                  </a:cubicBezTo>
                  <a:cubicBezTo>
                    <a:pt x="89" y="57"/>
                    <a:pt x="88" y="64"/>
                    <a:pt x="86" y="70"/>
                  </a:cubicBezTo>
                  <a:cubicBezTo>
                    <a:pt x="84" y="76"/>
                    <a:pt x="81" y="81"/>
                    <a:pt x="77" y="85"/>
                  </a:cubicBezTo>
                  <a:cubicBezTo>
                    <a:pt x="74" y="89"/>
                    <a:pt x="69" y="93"/>
                    <a:pt x="63" y="95"/>
                  </a:cubicBezTo>
                  <a:cubicBezTo>
                    <a:pt x="58" y="97"/>
                    <a:pt x="52" y="98"/>
                    <a:pt x="45" y="9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19" name="Freeform 12"/>
            <p:cNvSpPr>
              <a:spLocks/>
            </p:cNvSpPr>
            <p:nvPr/>
          </p:nvSpPr>
          <p:spPr bwMode="auto">
            <a:xfrm>
              <a:off x="7453313" y="5980113"/>
              <a:ext cx="742950" cy="877888"/>
            </a:xfrm>
            <a:custGeom>
              <a:avLst/>
              <a:gdLst>
                <a:gd name="T0" fmla="*/ 83 w 83"/>
                <a:gd name="T1" fmla="*/ 64 h 98"/>
                <a:gd name="T2" fmla="*/ 79 w 83"/>
                <a:gd name="T3" fmla="*/ 77 h 98"/>
                <a:gd name="T4" fmla="*/ 71 w 83"/>
                <a:gd name="T5" fmla="*/ 88 h 98"/>
                <a:gd name="T6" fmla="*/ 59 w 83"/>
                <a:gd name="T7" fmla="*/ 96 h 98"/>
                <a:gd name="T8" fmla="*/ 43 w 83"/>
                <a:gd name="T9" fmla="*/ 98 h 98"/>
                <a:gd name="T10" fmla="*/ 24 w 83"/>
                <a:gd name="T11" fmla="*/ 95 h 98"/>
                <a:gd name="T12" fmla="*/ 11 w 83"/>
                <a:gd name="T13" fmla="*/ 85 h 98"/>
                <a:gd name="T14" fmla="*/ 3 w 83"/>
                <a:gd name="T15" fmla="*/ 69 h 98"/>
                <a:gd name="T16" fmla="*/ 0 w 83"/>
                <a:gd name="T17" fmla="*/ 49 h 98"/>
                <a:gd name="T18" fmla="*/ 3 w 83"/>
                <a:gd name="T19" fmla="*/ 29 h 98"/>
                <a:gd name="T20" fmla="*/ 12 w 83"/>
                <a:gd name="T21" fmla="*/ 14 h 98"/>
                <a:gd name="T22" fmla="*/ 25 w 83"/>
                <a:gd name="T23" fmla="*/ 4 h 98"/>
                <a:gd name="T24" fmla="*/ 43 w 83"/>
                <a:gd name="T25" fmla="*/ 0 h 98"/>
                <a:gd name="T26" fmla="*/ 59 w 83"/>
                <a:gd name="T27" fmla="*/ 3 h 98"/>
                <a:gd name="T28" fmla="*/ 70 w 83"/>
                <a:gd name="T29" fmla="*/ 9 h 98"/>
                <a:gd name="T30" fmla="*/ 77 w 83"/>
                <a:gd name="T31" fmla="*/ 19 h 98"/>
                <a:gd name="T32" fmla="*/ 81 w 83"/>
                <a:gd name="T33" fmla="*/ 32 h 98"/>
                <a:gd name="T34" fmla="*/ 62 w 83"/>
                <a:gd name="T35" fmla="*/ 35 h 98"/>
                <a:gd name="T36" fmla="*/ 56 w 83"/>
                <a:gd name="T37" fmla="*/ 22 h 98"/>
                <a:gd name="T38" fmla="*/ 43 w 83"/>
                <a:gd name="T39" fmla="*/ 17 h 98"/>
                <a:gd name="T40" fmla="*/ 26 w 83"/>
                <a:gd name="T41" fmla="*/ 26 h 98"/>
                <a:gd name="T42" fmla="*/ 20 w 83"/>
                <a:gd name="T43" fmla="*/ 49 h 98"/>
                <a:gd name="T44" fmla="*/ 27 w 83"/>
                <a:gd name="T45" fmla="*/ 73 h 98"/>
                <a:gd name="T46" fmla="*/ 43 w 83"/>
                <a:gd name="T47" fmla="*/ 82 h 98"/>
                <a:gd name="T48" fmla="*/ 56 w 83"/>
                <a:gd name="T49" fmla="*/ 77 h 98"/>
                <a:gd name="T50" fmla="*/ 62 w 83"/>
                <a:gd name="T51" fmla="*/ 64 h 98"/>
                <a:gd name="T52" fmla="*/ 83 w 83"/>
                <a:gd name="T53" fmla="*/ 64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3" h="98">
                  <a:moveTo>
                    <a:pt x="83" y="64"/>
                  </a:moveTo>
                  <a:cubicBezTo>
                    <a:pt x="82" y="69"/>
                    <a:pt x="81" y="73"/>
                    <a:pt x="79" y="77"/>
                  </a:cubicBezTo>
                  <a:cubicBezTo>
                    <a:pt x="77" y="82"/>
                    <a:pt x="75" y="85"/>
                    <a:pt x="71" y="88"/>
                  </a:cubicBezTo>
                  <a:cubicBezTo>
                    <a:pt x="68" y="91"/>
                    <a:pt x="64" y="94"/>
                    <a:pt x="59" y="96"/>
                  </a:cubicBezTo>
                  <a:cubicBezTo>
                    <a:pt x="55" y="97"/>
                    <a:pt x="49" y="98"/>
                    <a:pt x="43" y="98"/>
                  </a:cubicBezTo>
                  <a:cubicBezTo>
                    <a:pt x="36" y="98"/>
                    <a:pt x="30" y="97"/>
                    <a:pt x="24" y="95"/>
                  </a:cubicBezTo>
                  <a:cubicBezTo>
                    <a:pt x="19" y="92"/>
                    <a:pt x="15" y="89"/>
                    <a:pt x="11" y="85"/>
                  </a:cubicBezTo>
                  <a:cubicBezTo>
                    <a:pt x="7" y="81"/>
                    <a:pt x="5" y="75"/>
                    <a:pt x="3" y="69"/>
                  </a:cubicBezTo>
                  <a:cubicBezTo>
                    <a:pt x="1" y="63"/>
                    <a:pt x="0" y="57"/>
                    <a:pt x="0" y="49"/>
                  </a:cubicBezTo>
                  <a:cubicBezTo>
                    <a:pt x="0" y="42"/>
                    <a:pt x="1" y="35"/>
                    <a:pt x="3" y="29"/>
                  </a:cubicBezTo>
                  <a:cubicBezTo>
                    <a:pt x="5" y="23"/>
                    <a:pt x="8" y="18"/>
                    <a:pt x="12" y="14"/>
                  </a:cubicBezTo>
                  <a:cubicBezTo>
                    <a:pt x="15" y="9"/>
                    <a:pt x="20" y="6"/>
                    <a:pt x="25" y="4"/>
                  </a:cubicBezTo>
                  <a:cubicBezTo>
                    <a:pt x="31" y="2"/>
                    <a:pt x="37" y="0"/>
                    <a:pt x="43" y="0"/>
                  </a:cubicBezTo>
                  <a:cubicBezTo>
                    <a:pt x="49" y="0"/>
                    <a:pt x="54" y="1"/>
                    <a:pt x="59" y="3"/>
                  </a:cubicBezTo>
                  <a:cubicBezTo>
                    <a:pt x="63" y="4"/>
                    <a:pt x="67" y="6"/>
                    <a:pt x="70" y="9"/>
                  </a:cubicBezTo>
                  <a:cubicBezTo>
                    <a:pt x="73" y="12"/>
                    <a:pt x="75" y="15"/>
                    <a:pt x="77" y="19"/>
                  </a:cubicBezTo>
                  <a:cubicBezTo>
                    <a:pt x="79" y="23"/>
                    <a:pt x="80" y="27"/>
                    <a:pt x="81" y="32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1" y="29"/>
                    <a:pt x="59" y="25"/>
                    <a:pt x="56" y="22"/>
                  </a:cubicBezTo>
                  <a:cubicBezTo>
                    <a:pt x="53" y="19"/>
                    <a:pt x="49" y="17"/>
                    <a:pt x="43" y="17"/>
                  </a:cubicBezTo>
                  <a:cubicBezTo>
                    <a:pt x="36" y="17"/>
                    <a:pt x="30" y="20"/>
                    <a:pt x="26" y="26"/>
                  </a:cubicBezTo>
                  <a:cubicBezTo>
                    <a:pt x="22" y="31"/>
                    <a:pt x="20" y="39"/>
                    <a:pt x="20" y="49"/>
                  </a:cubicBezTo>
                  <a:cubicBezTo>
                    <a:pt x="20" y="60"/>
                    <a:pt x="23" y="68"/>
                    <a:pt x="27" y="73"/>
                  </a:cubicBezTo>
                  <a:cubicBezTo>
                    <a:pt x="31" y="79"/>
                    <a:pt x="36" y="82"/>
                    <a:pt x="43" y="82"/>
                  </a:cubicBezTo>
                  <a:cubicBezTo>
                    <a:pt x="49" y="82"/>
                    <a:pt x="54" y="80"/>
                    <a:pt x="56" y="77"/>
                  </a:cubicBezTo>
                  <a:cubicBezTo>
                    <a:pt x="59" y="74"/>
                    <a:pt x="61" y="69"/>
                    <a:pt x="62" y="64"/>
                  </a:cubicBezTo>
                  <a:lnTo>
                    <a:pt x="83" y="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20" name="Freeform 13"/>
            <p:cNvSpPr>
              <a:spLocks noEditPoints="1"/>
            </p:cNvSpPr>
            <p:nvPr/>
          </p:nvSpPr>
          <p:spPr bwMode="auto">
            <a:xfrm>
              <a:off x="3986213" y="4735513"/>
              <a:ext cx="1066800" cy="887413"/>
            </a:xfrm>
            <a:custGeom>
              <a:avLst/>
              <a:gdLst>
                <a:gd name="T0" fmla="*/ 82 w 119"/>
                <a:gd name="T1" fmla="*/ 40 h 99"/>
                <a:gd name="T2" fmla="*/ 82 w 119"/>
                <a:gd name="T3" fmla="*/ 47 h 99"/>
                <a:gd name="T4" fmla="*/ 57 w 119"/>
                <a:gd name="T5" fmla="*/ 47 h 99"/>
                <a:gd name="T6" fmla="*/ 57 w 119"/>
                <a:gd name="T7" fmla="*/ 40 h 99"/>
                <a:gd name="T8" fmla="*/ 60 w 119"/>
                <a:gd name="T9" fmla="*/ 40 h 99"/>
                <a:gd name="T10" fmla="*/ 60 w 119"/>
                <a:gd name="T11" fmla="*/ 36 h 99"/>
                <a:gd name="T12" fmla="*/ 63 w 119"/>
                <a:gd name="T13" fmla="*/ 28 h 99"/>
                <a:gd name="T14" fmla="*/ 71 w 119"/>
                <a:gd name="T15" fmla="*/ 25 h 99"/>
                <a:gd name="T16" fmla="*/ 78 w 119"/>
                <a:gd name="T17" fmla="*/ 28 h 99"/>
                <a:gd name="T18" fmla="*/ 81 w 119"/>
                <a:gd name="T19" fmla="*/ 35 h 99"/>
                <a:gd name="T20" fmla="*/ 75 w 119"/>
                <a:gd name="T21" fmla="*/ 36 h 99"/>
                <a:gd name="T22" fmla="*/ 74 w 119"/>
                <a:gd name="T23" fmla="*/ 32 h 99"/>
                <a:gd name="T24" fmla="*/ 71 w 119"/>
                <a:gd name="T25" fmla="*/ 32 h 99"/>
                <a:gd name="T26" fmla="*/ 67 w 119"/>
                <a:gd name="T27" fmla="*/ 36 h 99"/>
                <a:gd name="T28" fmla="*/ 67 w 119"/>
                <a:gd name="T29" fmla="*/ 40 h 99"/>
                <a:gd name="T30" fmla="*/ 82 w 119"/>
                <a:gd name="T31" fmla="*/ 40 h 99"/>
                <a:gd name="T32" fmla="*/ 100 w 119"/>
                <a:gd name="T33" fmla="*/ 82 h 99"/>
                <a:gd name="T34" fmla="*/ 100 w 119"/>
                <a:gd name="T35" fmla="*/ 0 h 99"/>
                <a:gd name="T36" fmla="*/ 119 w 119"/>
                <a:gd name="T37" fmla="*/ 0 h 99"/>
                <a:gd name="T38" fmla="*/ 119 w 119"/>
                <a:gd name="T39" fmla="*/ 99 h 99"/>
                <a:gd name="T40" fmla="*/ 38 w 119"/>
                <a:gd name="T41" fmla="*/ 99 h 99"/>
                <a:gd name="T42" fmla="*/ 10 w 119"/>
                <a:gd name="T43" fmla="*/ 91 h 99"/>
                <a:gd name="T44" fmla="*/ 0 w 119"/>
                <a:gd name="T45" fmla="*/ 65 h 99"/>
                <a:gd name="T46" fmla="*/ 4 w 119"/>
                <a:gd name="T47" fmla="*/ 49 h 99"/>
                <a:gd name="T48" fmla="*/ 16 w 119"/>
                <a:gd name="T49" fmla="*/ 37 h 99"/>
                <a:gd name="T50" fmla="*/ 34 w 119"/>
                <a:gd name="T51" fmla="*/ 33 h 99"/>
                <a:gd name="T52" fmla="*/ 36 w 119"/>
                <a:gd name="T53" fmla="*/ 49 h 99"/>
                <a:gd name="T54" fmla="*/ 23 w 119"/>
                <a:gd name="T55" fmla="*/ 54 h 99"/>
                <a:gd name="T56" fmla="*/ 19 w 119"/>
                <a:gd name="T57" fmla="*/ 65 h 99"/>
                <a:gd name="T58" fmla="*/ 23 w 119"/>
                <a:gd name="T59" fmla="*/ 78 h 99"/>
                <a:gd name="T60" fmla="*/ 38 w 119"/>
                <a:gd name="T61" fmla="*/ 82 h 99"/>
                <a:gd name="T62" fmla="*/ 100 w 119"/>
                <a:gd name="T63" fmla="*/ 82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19" h="99">
                  <a:moveTo>
                    <a:pt x="82" y="40"/>
                  </a:moveTo>
                  <a:cubicBezTo>
                    <a:pt x="82" y="47"/>
                    <a:pt x="82" y="47"/>
                    <a:pt x="82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60" y="33"/>
                    <a:pt x="61" y="30"/>
                    <a:pt x="63" y="28"/>
                  </a:cubicBezTo>
                  <a:cubicBezTo>
                    <a:pt x="65" y="26"/>
                    <a:pt x="67" y="25"/>
                    <a:pt x="71" y="25"/>
                  </a:cubicBezTo>
                  <a:cubicBezTo>
                    <a:pt x="74" y="25"/>
                    <a:pt x="77" y="26"/>
                    <a:pt x="78" y="28"/>
                  </a:cubicBezTo>
                  <a:cubicBezTo>
                    <a:pt x="80" y="29"/>
                    <a:pt x="81" y="31"/>
                    <a:pt x="81" y="35"/>
                  </a:cubicBezTo>
                  <a:cubicBezTo>
                    <a:pt x="75" y="36"/>
                    <a:pt x="75" y="36"/>
                    <a:pt x="75" y="36"/>
                  </a:cubicBezTo>
                  <a:cubicBezTo>
                    <a:pt x="75" y="34"/>
                    <a:pt x="75" y="33"/>
                    <a:pt x="74" y="32"/>
                  </a:cubicBezTo>
                  <a:cubicBezTo>
                    <a:pt x="74" y="32"/>
                    <a:pt x="73" y="32"/>
                    <a:pt x="71" y="32"/>
                  </a:cubicBezTo>
                  <a:cubicBezTo>
                    <a:pt x="68" y="32"/>
                    <a:pt x="67" y="33"/>
                    <a:pt x="67" y="36"/>
                  </a:cubicBezTo>
                  <a:cubicBezTo>
                    <a:pt x="67" y="40"/>
                    <a:pt x="67" y="40"/>
                    <a:pt x="67" y="40"/>
                  </a:cubicBezTo>
                  <a:lnTo>
                    <a:pt x="82" y="40"/>
                  </a:lnTo>
                  <a:close/>
                  <a:moveTo>
                    <a:pt x="100" y="82"/>
                  </a:moveTo>
                  <a:cubicBezTo>
                    <a:pt x="100" y="0"/>
                    <a:pt x="100" y="0"/>
                    <a:pt x="100" y="0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99"/>
                    <a:pt x="119" y="99"/>
                    <a:pt x="119" y="99"/>
                  </a:cubicBezTo>
                  <a:cubicBezTo>
                    <a:pt x="38" y="99"/>
                    <a:pt x="38" y="99"/>
                    <a:pt x="38" y="99"/>
                  </a:cubicBezTo>
                  <a:cubicBezTo>
                    <a:pt x="25" y="99"/>
                    <a:pt x="16" y="96"/>
                    <a:pt x="10" y="91"/>
                  </a:cubicBezTo>
                  <a:cubicBezTo>
                    <a:pt x="3" y="85"/>
                    <a:pt x="0" y="77"/>
                    <a:pt x="0" y="65"/>
                  </a:cubicBezTo>
                  <a:cubicBezTo>
                    <a:pt x="0" y="59"/>
                    <a:pt x="2" y="54"/>
                    <a:pt x="4" y="49"/>
                  </a:cubicBezTo>
                  <a:cubicBezTo>
                    <a:pt x="7" y="44"/>
                    <a:pt x="11" y="40"/>
                    <a:pt x="16" y="37"/>
                  </a:cubicBezTo>
                  <a:cubicBezTo>
                    <a:pt x="21" y="34"/>
                    <a:pt x="27" y="33"/>
                    <a:pt x="34" y="33"/>
                  </a:cubicBezTo>
                  <a:cubicBezTo>
                    <a:pt x="36" y="49"/>
                    <a:pt x="36" y="49"/>
                    <a:pt x="36" y="49"/>
                  </a:cubicBezTo>
                  <a:cubicBezTo>
                    <a:pt x="30" y="50"/>
                    <a:pt x="25" y="51"/>
                    <a:pt x="23" y="54"/>
                  </a:cubicBezTo>
                  <a:cubicBezTo>
                    <a:pt x="20" y="56"/>
                    <a:pt x="19" y="60"/>
                    <a:pt x="19" y="65"/>
                  </a:cubicBezTo>
                  <a:cubicBezTo>
                    <a:pt x="19" y="71"/>
                    <a:pt x="20" y="76"/>
                    <a:pt x="23" y="78"/>
                  </a:cubicBezTo>
                  <a:cubicBezTo>
                    <a:pt x="26" y="81"/>
                    <a:pt x="31" y="82"/>
                    <a:pt x="38" y="82"/>
                  </a:cubicBezTo>
                  <a:lnTo>
                    <a:pt x="100" y="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21" name="Freeform 14"/>
            <p:cNvSpPr>
              <a:spLocks noEditPoints="1"/>
            </p:cNvSpPr>
            <p:nvPr/>
          </p:nvSpPr>
          <p:spPr bwMode="auto">
            <a:xfrm>
              <a:off x="5195888" y="5005388"/>
              <a:ext cx="1684338" cy="903288"/>
            </a:xfrm>
            <a:custGeom>
              <a:avLst/>
              <a:gdLst>
                <a:gd name="T0" fmla="*/ 44 w 188"/>
                <a:gd name="T1" fmla="*/ 52 h 101"/>
                <a:gd name="T2" fmla="*/ 38 w 188"/>
                <a:gd name="T3" fmla="*/ 52 h 101"/>
                <a:gd name="T4" fmla="*/ 19 w 188"/>
                <a:gd name="T5" fmla="*/ 32 h 101"/>
                <a:gd name="T6" fmla="*/ 22 w 188"/>
                <a:gd name="T7" fmla="*/ 20 h 101"/>
                <a:gd name="T8" fmla="*/ 32 w 188"/>
                <a:gd name="T9" fmla="*/ 16 h 101"/>
                <a:gd name="T10" fmla="*/ 39 w 188"/>
                <a:gd name="T11" fmla="*/ 17 h 101"/>
                <a:gd name="T12" fmla="*/ 43 w 188"/>
                <a:gd name="T13" fmla="*/ 23 h 101"/>
                <a:gd name="T14" fmla="*/ 44 w 188"/>
                <a:gd name="T15" fmla="*/ 37 h 101"/>
                <a:gd name="T16" fmla="*/ 44 w 188"/>
                <a:gd name="T17" fmla="*/ 52 h 101"/>
                <a:gd name="T18" fmla="*/ 170 w 188"/>
                <a:gd name="T19" fmla="*/ 0 h 101"/>
                <a:gd name="T20" fmla="*/ 170 w 188"/>
                <a:gd name="T21" fmla="*/ 52 h 101"/>
                <a:gd name="T22" fmla="*/ 63 w 188"/>
                <a:gd name="T23" fmla="*/ 52 h 101"/>
                <a:gd name="T24" fmla="*/ 63 w 188"/>
                <a:gd name="T25" fmla="*/ 32 h 101"/>
                <a:gd name="T26" fmla="*/ 55 w 188"/>
                <a:gd name="T27" fmla="*/ 8 h 101"/>
                <a:gd name="T28" fmla="*/ 32 w 188"/>
                <a:gd name="T29" fmla="*/ 0 h 101"/>
                <a:gd name="T30" fmla="*/ 8 w 188"/>
                <a:gd name="T31" fmla="*/ 9 h 101"/>
                <a:gd name="T32" fmla="*/ 0 w 188"/>
                <a:gd name="T33" fmla="*/ 32 h 101"/>
                <a:gd name="T34" fmla="*/ 11 w 188"/>
                <a:gd name="T35" fmla="*/ 60 h 101"/>
                <a:gd name="T36" fmla="*/ 42 w 188"/>
                <a:gd name="T37" fmla="*/ 69 h 101"/>
                <a:gd name="T38" fmla="*/ 44 w 188"/>
                <a:gd name="T39" fmla="*/ 69 h 101"/>
                <a:gd name="T40" fmla="*/ 44 w 188"/>
                <a:gd name="T41" fmla="*/ 72 h 101"/>
                <a:gd name="T42" fmla="*/ 41 w 188"/>
                <a:gd name="T43" fmla="*/ 86 h 101"/>
                <a:gd name="T44" fmla="*/ 51 w 188"/>
                <a:gd name="T45" fmla="*/ 101 h 101"/>
                <a:gd name="T46" fmla="*/ 55 w 188"/>
                <a:gd name="T47" fmla="*/ 97 h 101"/>
                <a:gd name="T48" fmla="*/ 63 w 188"/>
                <a:gd name="T49" fmla="*/ 69 h 101"/>
                <a:gd name="T50" fmla="*/ 188 w 188"/>
                <a:gd name="T51" fmla="*/ 69 h 101"/>
                <a:gd name="T52" fmla="*/ 188 w 188"/>
                <a:gd name="T53" fmla="*/ 0 h 101"/>
                <a:gd name="T54" fmla="*/ 170 w 188"/>
                <a:gd name="T55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8" h="101">
                  <a:moveTo>
                    <a:pt x="44" y="52"/>
                  </a:moveTo>
                  <a:cubicBezTo>
                    <a:pt x="38" y="52"/>
                    <a:pt x="38" y="52"/>
                    <a:pt x="38" y="52"/>
                  </a:cubicBezTo>
                  <a:cubicBezTo>
                    <a:pt x="25" y="52"/>
                    <a:pt x="19" y="45"/>
                    <a:pt x="19" y="32"/>
                  </a:cubicBezTo>
                  <a:cubicBezTo>
                    <a:pt x="19" y="27"/>
                    <a:pt x="20" y="23"/>
                    <a:pt x="22" y="20"/>
                  </a:cubicBezTo>
                  <a:cubicBezTo>
                    <a:pt x="24" y="17"/>
                    <a:pt x="27" y="16"/>
                    <a:pt x="32" y="16"/>
                  </a:cubicBezTo>
                  <a:cubicBezTo>
                    <a:pt x="35" y="16"/>
                    <a:pt x="37" y="16"/>
                    <a:pt x="39" y="17"/>
                  </a:cubicBezTo>
                  <a:cubicBezTo>
                    <a:pt x="41" y="19"/>
                    <a:pt x="42" y="20"/>
                    <a:pt x="43" y="23"/>
                  </a:cubicBezTo>
                  <a:cubicBezTo>
                    <a:pt x="44" y="26"/>
                    <a:pt x="44" y="32"/>
                    <a:pt x="44" y="37"/>
                  </a:cubicBezTo>
                  <a:lnTo>
                    <a:pt x="44" y="52"/>
                  </a:lnTo>
                  <a:close/>
                  <a:moveTo>
                    <a:pt x="170" y="0"/>
                  </a:moveTo>
                  <a:cubicBezTo>
                    <a:pt x="170" y="52"/>
                    <a:pt x="170" y="52"/>
                    <a:pt x="170" y="52"/>
                  </a:cubicBezTo>
                  <a:cubicBezTo>
                    <a:pt x="63" y="52"/>
                    <a:pt x="63" y="52"/>
                    <a:pt x="63" y="52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22"/>
                    <a:pt x="60" y="13"/>
                    <a:pt x="55" y="8"/>
                  </a:cubicBezTo>
                  <a:cubicBezTo>
                    <a:pt x="50" y="3"/>
                    <a:pt x="42" y="0"/>
                    <a:pt x="32" y="0"/>
                  </a:cubicBezTo>
                  <a:cubicBezTo>
                    <a:pt x="22" y="0"/>
                    <a:pt x="14" y="3"/>
                    <a:pt x="8" y="9"/>
                  </a:cubicBezTo>
                  <a:cubicBezTo>
                    <a:pt x="3" y="14"/>
                    <a:pt x="0" y="22"/>
                    <a:pt x="0" y="32"/>
                  </a:cubicBezTo>
                  <a:cubicBezTo>
                    <a:pt x="0" y="44"/>
                    <a:pt x="3" y="54"/>
                    <a:pt x="11" y="60"/>
                  </a:cubicBezTo>
                  <a:cubicBezTo>
                    <a:pt x="18" y="66"/>
                    <a:pt x="28" y="69"/>
                    <a:pt x="42" y="69"/>
                  </a:cubicBezTo>
                  <a:cubicBezTo>
                    <a:pt x="44" y="69"/>
                    <a:pt x="44" y="69"/>
                    <a:pt x="44" y="69"/>
                  </a:cubicBezTo>
                  <a:cubicBezTo>
                    <a:pt x="44" y="72"/>
                    <a:pt x="44" y="72"/>
                    <a:pt x="44" y="72"/>
                  </a:cubicBezTo>
                  <a:cubicBezTo>
                    <a:pt x="44" y="79"/>
                    <a:pt x="43" y="83"/>
                    <a:pt x="41" y="86"/>
                  </a:cubicBezTo>
                  <a:cubicBezTo>
                    <a:pt x="51" y="101"/>
                    <a:pt x="51" y="101"/>
                    <a:pt x="51" y="101"/>
                  </a:cubicBezTo>
                  <a:cubicBezTo>
                    <a:pt x="53" y="100"/>
                    <a:pt x="54" y="99"/>
                    <a:pt x="55" y="97"/>
                  </a:cubicBezTo>
                  <a:cubicBezTo>
                    <a:pt x="60" y="92"/>
                    <a:pt x="63" y="80"/>
                    <a:pt x="63" y="69"/>
                  </a:cubicBezTo>
                  <a:cubicBezTo>
                    <a:pt x="188" y="69"/>
                    <a:pt x="188" y="69"/>
                    <a:pt x="188" y="69"/>
                  </a:cubicBezTo>
                  <a:cubicBezTo>
                    <a:pt x="188" y="0"/>
                    <a:pt x="188" y="0"/>
                    <a:pt x="188" y="0"/>
                  </a:cubicBezTo>
                  <a:lnTo>
                    <a:pt x="17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22" name="Rectangle 15"/>
            <p:cNvSpPr>
              <a:spLocks noChangeArrowheads="1"/>
            </p:cNvSpPr>
            <p:nvPr/>
          </p:nvSpPr>
          <p:spPr bwMode="auto">
            <a:xfrm>
              <a:off x="6718301" y="4754563"/>
              <a:ext cx="161925" cy="169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23" name="Freeform 16"/>
            <p:cNvSpPr>
              <a:spLocks/>
            </p:cNvSpPr>
            <p:nvPr/>
          </p:nvSpPr>
          <p:spPr bwMode="auto">
            <a:xfrm>
              <a:off x="7013576" y="5005388"/>
              <a:ext cx="833438" cy="617538"/>
            </a:xfrm>
            <a:custGeom>
              <a:avLst/>
              <a:gdLst>
                <a:gd name="T0" fmla="*/ 74 w 93"/>
                <a:gd name="T1" fmla="*/ 52 h 69"/>
                <a:gd name="T2" fmla="*/ 74 w 93"/>
                <a:gd name="T3" fmla="*/ 42 h 69"/>
                <a:gd name="T4" fmla="*/ 70 w 93"/>
                <a:gd name="T5" fmla="*/ 23 h 69"/>
                <a:gd name="T6" fmla="*/ 55 w 93"/>
                <a:gd name="T7" fmla="*/ 17 h 69"/>
                <a:gd name="T8" fmla="*/ 41 w 93"/>
                <a:gd name="T9" fmla="*/ 20 h 69"/>
                <a:gd name="T10" fmla="*/ 36 w 93"/>
                <a:gd name="T11" fmla="*/ 3 h 69"/>
                <a:gd name="T12" fmla="*/ 56 w 93"/>
                <a:gd name="T13" fmla="*/ 0 h 69"/>
                <a:gd name="T14" fmla="*/ 84 w 93"/>
                <a:gd name="T15" fmla="*/ 10 h 69"/>
                <a:gd name="T16" fmla="*/ 93 w 93"/>
                <a:gd name="T17" fmla="*/ 40 h 69"/>
                <a:gd name="T18" fmla="*/ 93 w 93"/>
                <a:gd name="T19" fmla="*/ 69 h 69"/>
                <a:gd name="T20" fmla="*/ 0 w 93"/>
                <a:gd name="T21" fmla="*/ 69 h 69"/>
                <a:gd name="T22" fmla="*/ 0 w 93"/>
                <a:gd name="T23" fmla="*/ 52 h 69"/>
                <a:gd name="T24" fmla="*/ 74 w 93"/>
                <a:gd name="T25" fmla="*/ 52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3" h="69">
                  <a:moveTo>
                    <a:pt x="74" y="52"/>
                  </a:moveTo>
                  <a:cubicBezTo>
                    <a:pt x="74" y="42"/>
                    <a:pt x="74" y="42"/>
                    <a:pt x="74" y="42"/>
                  </a:cubicBezTo>
                  <a:cubicBezTo>
                    <a:pt x="74" y="34"/>
                    <a:pt x="73" y="27"/>
                    <a:pt x="70" y="23"/>
                  </a:cubicBezTo>
                  <a:cubicBezTo>
                    <a:pt x="66" y="19"/>
                    <a:pt x="61" y="17"/>
                    <a:pt x="55" y="17"/>
                  </a:cubicBezTo>
                  <a:cubicBezTo>
                    <a:pt x="50" y="17"/>
                    <a:pt x="46" y="18"/>
                    <a:pt x="41" y="20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42" y="1"/>
                    <a:pt x="49" y="0"/>
                    <a:pt x="56" y="0"/>
                  </a:cubicBezTo>
                  <a:cubicBezTo>
                    <a:pt x="68" y="0"/>
                    <a:pt x="77" y="3"/>
                    <a:pt x="84" y="10"/>
                  </a:cubicBezTo>
                  <a:cubicBezTo>
                    <a:pt x="90" y="17"/>
                    <a:pt x="93" y="27"/>
                    <a:pt x="93" y="40"/>
                  </a:cubicBezTo>
                  <a:cubicBezTo>
                    <a:pt x="93" y="69"/>
                    <a:pt x="93" y="69"/>
                    <a:pt x="93" y="69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74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24" name="Freeform 17"/>
            <p:cNvSpPr>
              <a:spLocks/>
            </p:cNvSpPr>
            <p:nvPr/>
          </p:nvSpPr>
          <p:spPr bwMode="auto">
            <a:xfrm>
              <a:off x="7972426" y="4565650"/>
              <a:ext cx="223838" cy="188913"/>
            </a:xfrm>
            <a:custGeom>
              <a:avLst/>
              <a:gdLst>
                <a:gd name="T0" fmla="*/ 25 w 25"/>
                <a:gd name="T1" fmla="*/ 14 h 21"/>
                <a:gd name="T2" fmla="*/ 25 w 25"/>
                <a:gd name="T3" fmla="*/ 21 h 21"/>
                <a:gd name="T4" fmla="*/ 0 w 25"/>
                <a:gd name="T5" fmla="*/ 21 h 21"/>
                <a:gd name="T6" fmla="*/ 0 w 25"/>
                <a:gd name="T7" fmla="*/ 14 h 21"/>
                <a:gd name="T8" fmla="*/ 3 w 25"/>
                <a:gd name="T9" fmla="*/ 14 h 21"/>
                <a:gd name="T10" fmla="*/ 3 w 25"/>
                <a:gd name="T11" fmla="*/ 10 h 21"/>
                <a:gd name="T12" fmla="*/ 6 w 25"/>
                <a:gd name="T13" fmla="*/ 2 h 21"/>
                <a:gd name="T14" fmla="*/ 14 w 25"/>
                <a:gd name="T15" fmla="*/ 0 h 21"/>
                <a:gd name="T16" fmla="*/ 21 w 25"/>
                <a:gd name="T17" fmla="*/ 2 h 21"/>
                <a:gd name="T18" fmla="*/ 24 w 25"/>
                <a:gd name="T19" fmla="*/ 9 h 21"/>
                <a:gd name="T20" fmla="*/ 18 w 25"/>
                <a:gd name="T21" fmla="*/ 10 h 21"/>
                <a:gd name="T22" fmla="*/ 17 w 25"/>
                <a:gd name="T23" fmla="*/ 7 h 21"/>
                <a:gd name="T24" fmla="*/ 14 w 25"/>
                <a:gd name="T25" fmla="*/ 6 h 21"/>
                <a:gd name="T26" fmla="*/ 10 w 25"/>
                <a:gd name="T27" fmla="*/ 11 h 21"/>
                <a:gd name="T28" fmla="*/ 10 w 25"/>
                <a:gd name="T29" fmla="*/ 14 h 21"/>
                <a:gd name="T30" fmla="*/ 25 w 25"/>
                <a:gd name="T31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5" h="21">
                  <a:moveTo>
                    <a:pt x="25" y="14"/>
                  </a:moveTo>
                  <a:cubicBezTo>
                    <a:pt x="25" y="21"/>
                    <a:pt x="25" y="21"/>
                    <a:pt x="25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3" y="7"/>
                    <a:pt x="4" y="4"/>
                    <a:pt x="6" y="2"/>
                  </a:cubicBezTo>
                  <a:cubicBezTo>
                    <a:pt x="8" y="1"/>
                    <a:pt x="10" y="0"/>
                    <a:pt x="14" y="0"/>
                  </a:cubicBezTo>
                  <a:cubicBezTo>
                    <a:pt x="17" y="0"/>
                    <a:pt x="20" y="0"/>
                    <a:pt x="21" y="2"/>
                  </a:cubicBezTo>
                  <a:cubicBezTo>
                    <a:pt x="23" y="3"/>
                    <a:pt x="24" y="6"/>
                    <a:pt x="24" y="9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8"/>
                    <a:pt x="17" y="7"/>
                    <a:pt x="17" y="7"/>
                  </a:cubicBezTo>
                  <a:cubicBezTo>
                    <a:pt x="16" y="6"/>
                    <a:pt x="15" y="6"/>
                    <a:pt x="14" y="6"/>
                  </a:cubicBezTo>
                  <a:cubicBezTo>
                    <a:pt x="11" y="6"/>
                    <a:pt x="10" y="7"/>
                    <a:pt x="10" y="11"/>
                  </a:cubicBezTo>
                  <a:cubicBezTo>
                    <a:pt x="10" y="14"/>
                    <a:pt x="10" y="14"/>
                    <a:pt x="10" y="14"/>
                  </a:cubicBezTo>
                  <a:lnTo>
                    <a:pt x="25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25" name="Rectangle 18"/>
            <p:cNvSpPr>
              <a:spLocks noChangeArrowheads="1"/>
            </p:cNvSpPr>
            <p:nvPr/>
          </p:nvSpPr>
          <p:spPr bwMode="auto">
            <a:xfrm>
              <a:off x="7991476" y="4816475"/>
              <a:ext cx="169863" cy="8064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</p:grp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820B125-6366-4323-A287-39A0472EAB2B}"/>
              </a:ext>
            </a:extLst>
          </p:cNvPr>
          <p:cNvCxnSpPr>
            <a:cxnSpLocks/>
          </p:cNvCxnSpPr>
          <p:nvPr userDrawn="1"/>
        </p:nvCxnSpPr>
        <p:spPr>
          <a:xfrm>
            <a:off x="946807" y="6138000"/>
            <a:ext cx="10522887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D37BEDD-DE22-453C-BDA6-052325CFC0E3}"/>
              </a:ext>
            </a:extLst>
          </p:cNvPr>
          <p:cNvSpPr txBox="1"/>
          <p:nvPr userDrawn="1"/>
        </p:nvSpPr>
        <p:spPr>
          <a:xfrm>
            <a:off x="7750803" y="6181206"/>
            <a:ext cx="3719733" cy="37586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defTabSz="914106">
              <a:spcBef>
                <a:spcPts val="800"/>
              </a:spcBef>
            </a:pPr>
            <a:r>
              <a:rPr lang="en-GB" sz="1600" b="1">
                <a:solidFill>
                  <a:prstClr val="white"/>
                </a:solidFill>
              </a:rPr>
              <a:t>ADNOC ONSHORE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47743" y="5499315"/>
            <a:ext cx="5148261" cy="252000"/>
          </a:xfrm>
        </p:spPr>
        <p:txBody>
          <a:bodyPr/>
          <a:lstStyle>
            <a:lvl1pPr>
              <a:defRPr sz="1600" b="1" cap="all" baseline="0">
                <a:solidFill>
                  <a:schemeClr val="bg1"/>
                </a:solidFill>
              </a:defRPr>
            </a:lvl1pPr>
          </a:lstStyle>
          <a:p>
            <a:endParaRPr lang="en-GB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778764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9273063-0DF6-4043-B522-0B02E7572AC0}"/>
              </a:ext>
            </a:extLst>
          </p:cNvPr>
          <p:cNvSpPr/>
          <p:nvPr userDrawn="1"/>
        </p:nvSpPr>
        <p:spPr>
          <a:xfrm>
            <a:off x="240604" y="239401"/>
            <a:ext cx="11710800" cy="6379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5" tIns="45707" rIns="91415" bIns="45707" rtlCol="0" anchor="ctr"/>
          <a:lstStyle/>
          <a:p>
            <a:pPr algn="ctr" defTabSz="914106"/>
            <a:endParaRPr lang="en-GB" sz="1867">
              <a:solidFill>
                <a:prstClr val="white"/>
              </a:solidFill>
            </a:endParaRPr>
          </a:p>
        </p:txBody>
      </p:sp>
      <p:sp>
        <p:nvSpPr>
          <p:cNvPr id="4" name="Rectangle 3"/>
          <p:cNvSpPr/>
          <p:nvPr userDrawn="1"/>
        </p:nvSpPr>
        <p:spPr bwMode="white">
          <a:xfrm>
            <a:off x="10546432" y="4"/>
            <a:ext cx="923259" cy="16275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5" tIns="45707" rIns="91415" bIns="45707" rtlCol="0" anchor="ctr"/>
          <a:lstStyle/>
          <a:p>
            <a:pPr algn="ctr" defTabSz="914106"/>
            <a:endParaRPr lang="en-GB" sz="1867">
              <a:solidFill>
                <a:prstClr val="white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8844D0-934B-47B2-976A-5DC706F184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7749" y="2420940"/>
            <a:ext cx="8921751" cy="2418263"/>
          </a:xfrm>
        </p:spPr>
        <p:txBody>
          <a:bodyPr anchor="t"/>
          <a:lstStyle>
            <a:lvl1pPr algn="l">
              <a:defRPr sz="6667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EAD42DE-DDCB-4B3A-8426-83D77A703FC9}"/>
              </a:ext>
            </a:extLst>
          </p:cNvPr>
          <p:cNvCxnSpPr>
            <a:cxnSpLocks/>
          </p:cNvCxnSpPr>
          <p:nvPr userDrawn="1"/>
        </p:nvCxnSpPr>
        <p:spPr>
          <a:xfrm>
            <a:off x="725489" y="6138000"/>
            <a:ext cx="10746515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/>
          <p:cNvGrpSpPr>
            <a:grpSpLocks noChangeAspect="1"/>
          </p:cNvGrpSpPr>
          <p:nvPr userDrawn="1"/>
        </p:nvGrpSpPr>
        <p:grpSpPr>
          <a:xfrm>
            <a:off x="10639084" y="333832"/>
            <a:ext cx="767941" cy="1201995"/>
            <a:chOff x="3986213" y="0"/>
            <a:chExt cx="4381501" cy="6858001"/>
          </a:xfrm>
          <a:solidFill>
            <a:schemeClr val="tx2"/>
          </a:solidFill>
        </p:grpSpPr>
        <p:sp>
          <p:nvSpPr>
            <p:cNvPr id="10" name="Freeform 5"/>
            <p:cNvSpPr>
              <a:spLocks/>
            </p:cNvSpPr>
            <p:nvPr/>
          </p:nvSpPr>
          <p:spPr bwMode="auto">
            <a:xfrm>
              <a:off x="6521451" y="1746250"/>
              <a:ext cx="1846263" cy="2443163"/>
            </a:xfrm>
            <a:custGeom>
              <a:avLst/>
              <a:gdLst>
                <a:gd name="T0" fmla="*/ 113 w 206"/>
                <a:gd name="T1" fmla="*/ 196 h 273"/>
                <a:gd name="T2" fmla="*/ 70 w 206"/>
                <a:gd name="T3" fmla="*/ 273 h 273"/>
                <a:gd name="T4" fmla="*/ 184 w 206"/>
                <a:gd name="T5" fmla="*/ 273 h 273"/>
                <a:gd name="T6" fmla="*/ 0 w 206"/>
                <a:gd name="T7" fmla="*/ 0 h 273"/>
                <a:gd name="T8" fmla="*/ 113 w 206"/>
                <a:gd name="T9" fmla="*/ 196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6" h="273">
                  <a:moveTo>
                    <a:pt x="113" y="196"/>
                  </a:moveTo>
                  <a:cubicBezTo>
                    <a:pt x="106" y="226"/>
                    <a:pt x="91" y="252"/>
                    <a:pt x="70" y="273"/>
                  </a:cubicBezTo>
                  <a:cubicBezTo>
                    <a:pt x="184" y="273"/>
                    <a:pt x="184" y="273"/>
                    <a:pt x="184" y="273"/>
                  </a:cubicBezTo>
                  <a:cubicBezTo>
                    <a:pt x="206" y="154"/>
                    <a:pt x="128" y="28"/>
                    <a:pt x="0" y="0"/>
                  </a:cubicBezTo>
                  <a:cubicBezTo>
                    <a:pt x="26" y="7"/>
                    <a:pt x="138" y="60"/>
                    <a:pt x="113" y="19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11" name="Freeform 6"/>
            <p:cNvSpPr>
              <a:spLocks/>
            </p:cNvSpPr>
            <p:nvPr/>
          </p:nvSpPr>
          <p:spPr bwMode="auto">
            <a:xfrm>
              <a:off x="3986213" y="0"/>
              <a:ext cx="4219575" cy="4189413"/>
            </a:xfrm>
            <a:custGeom>
              <a:avLst/>
              <a:gdLst>
                <a:gd name="T0" fmla="*/ 0 w 471"/>
                <a:gd name="T1" fmla="*/ 0 h 468"/>
                <a:gd name="T2" fmla="*/ 0 w 471"/>
                <a:gd name="T3" fmla="*/ 468 h 468"/>
                <a:gd name="T4" fmla="*/ 50 w 471"/>
                <a:gd name="T5" fmla="*/ 468 h 468"/>
                <a:gd name="T6" fmla="*/ 104 w 471"/>
                <a:gd name="T7" fmla="*/ 466 h 468"/>
                <a:gd name="T8" fmla="*/ 247 w 471"/>
                <a:gd name="T9" fmla="*/ 346 h 468"/>
                <a:gd name="T10" fmla="*/ 161 w 471"/>
                <a:gd name="T11" fmla="*/ 219 h 468"/>
                <a:gd name="T12" fmla="*/ 157 w 471"/>
                <a:gd name="T13" fmla="*/ 218 h 468"/>
                <a:gd name="T14" fmla="*/ 100 w 471"/>
                <a:gd name="T15" fmla="*/ 212 h 468"/>
                <a:gd name="T16" fmla="*/ 92 w 471"/>
                <a:gd name="T17" fmla="*/ 243 h 468"/>
                <a:gd name="T18" fmla="*/ 81 w 471"/>
                <a:gd name="T19" fmla="*/ 165 h 468"/>
                <a:gd name="T20" fmla="*/ 124 w 471"/>
                <a:gd name="T21" fmla="*/ 123 h 468"/>
                <a:gd name="T22" fmla="*/ 124 w 471"/>
                <a:gd name="T23" fmla="*/ 122 h 468"/>
                <a:gd name="T24" fmla="*/ 186 w 471"/>
                <a:gd name="T25" fmla="*/ 78 h 468"/>
                <a:gd name="T26" fmla="*/ 259 w 471"/>
                <a:gd name="T27" fmla="*/ 58 h 468"/>
                <a:gd name="T28" fmla="*/ 471 w 471"/>
                <a:gd name="T29" fmla="*/ 151 h 468"/>
                <a:gd name="T30" fmla="*/ 471 w 471"/>
                <a:gd name="T31" fmla="*/ 0 h 468"/>
                <a:gd name="T32" fmla="*/ 0 w 471"/>
                <a:gd name="T3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71" h="468">
                  <a:moveTo>
                    <a:pt x="0" y="0"/>
                  </a:moveTo>
                  <a:cubicBezTo>
                    <a:pt x="0" y="468"/>
                    <a:pt x="0" y="468"/>
                    <a:pt x="0" y="468"/>
                  </a:cubicBezTo>
                  <a:cubicBezTo>
                    <a:pt x="50" y="468"/>
                    <a:pt x="50" y="468"/>
                    <a:pt x="50" y="468"/>
                  </a:cubicBezTo>
                  <a:cubicBezTo>
                    <a:pt x="80" y="468"/>
                    <a:pt x="87" y="468"/>
                    <a:pt x="104" y="466"/>
                  </a:cubicBezTo>
                  <a:cubicBezTo>
                    <a:pt x="175" y="455"/>
                    <a:pt x="240" y="397"/>
                    <a:pt x="247" y="346"/>
                  </a:cubicBezTo>
                  <a:cubicBezTo>
                    <a:pt x="258" y="285"/>
                    <a:pt x="225" y="232"/>
                    <a:pt x="161" y="219"/>
                  </a:cubicBezTo>
                  <a:cubicBezTo>
                    <a:pt x="160" y="219"/>
                    <a:pt x="159" y="218"/>
                    <a:pt x="157" y="218"/>
                  </a:cubicBezTo>
                  <a:cubicBezTo>
                    <a:pt x="155" y="218"/>
                    <a:pt x="124" y="218"/>
                    <a:pt x="100" y="212"/>
                  </a:cubicBezTo>
                  <a:cubicBezTo>
                    <a:pt x="100" y="212"/>
                    <a:pt x="87" y="223"/>
                    <a:pt x="92" y="243"/>
                  </a:cubicBezTo>
                  <a:cubicBezTo>
                    <a:pt x="92" y="243"/>
                    <a:pt x="61" y="210"/>
                    <a:pt x="81" y="165"/>
                  </a:cubicBezTo>
                  <a:cubicBezTo>
                    <a:pt x="81" y="165"/>
                    <a:pt x="90" y="144"/>
                    <a:pt x="124" y="123"/>
                  </a:cubicBezTo>
                  <a:cubicBezTo>
                    <a:pt x="124" y="123"/>
                    <a:pt x="124" y="122"/>
                    <a:pt x="124" y="122"/>
                  </a:cubicBezTo>
                  <a:cubicBezTo>
                    <a:pt x="133" y="111"/>
                    <a:pt x="155" y="93"/>
                    <a:pt x="186" y="78"/>
                  </a:cubicBezTo>
                  <a:cubicBezTo>
                    <a:pt x="201" y="71"/>
                    <a:pt x="228" y="61"/>
                    <a:pt x="259" y="58"/>
                  </a:cubicBezTo>
                  <a:cubicBezTo>
                    <a:pt x="397" y="45"/>
                    <a:pt x="471" y="151"/>
                    <a:pt x="471" y="151"/>
                  </a:cubicBezTo>
                  <a:cubicBezTo>
                    <a:pt x="471" y="0"/>
                    <a:pt x="471" y="0"/>
                    <a:pt x="471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5545138" y="939800"/>
              <a:ext cx="2660650" cy="1011238"/>
            </a:xfrm>
            <a:custGeom>
              <a:avLst/>
              <a:gdLst>
                <a:gd name="T0" fmla="*/ 167 w 297"/>
                <a:gd name="T1" fmla="*/ 9 h 113"/>
                <a:gd name="T2" fmla="*/ 0 w 297"/>
                <a:gd name="T3" fmla="*/ 48 h 113"/>
                <a:gd name="T4" fmla="*/ 33 w 297"/>
                <a:gd name="T5" fmla="*/ 33 h 113"/>
                <a:gd name="T6" fmla="*/ 61 w 297"/>
                <a:gd name="T7" fmla="*/ 60 h 113"/>
                <a:gd name="T8" fmla="*/ 103 w 297"/>
                <a:gd name="T9" fmla="*/ 34 h 113"/>
                <a:gd name="T10" fmla="*/ 103 w 297"/>
                <a:gd name="T11" fmla="*/ 20 h 113"/>
                <a:gd name="T12" fmla="*/ 297 w 297"/>
                <a:gd name="T13" fmla="*/ 113 h 113"/>
                <a:gd name="T14" fmla="*/ 297 w 297"/>
                <a:gd name="T15" fmla="*/ 71 h 113"/>
                <a:gd name="T16" fmla="*/ 167 w 297"/>
                <a:gd name="T17" fmla="*/ 9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7" h="113">
                  <a:moveTo>
                    <a:pt x="167" y="9"/>
                  </a:moveTo>
                  <a:cubicBezTo>
                    <a:pt x="100" y="0"/>
                    <a:pt x="44" y="17"/>
                    <a:pt x="0" y="48"/>
                  </a:cubicBezTo>
                  <a:cubicBezTo>
                    <a:pt x="0" y="48"/>
                    <a:pt x="13" y="40"/>
                    <a:pt x="33" y="33"/>
                  </a:cubicBezTo>
                  <a:cubicBezTo>
                    <a:pt x="36" y="46"/>
                    <a:pt x="47" y="57"/>
                    <a:pt x="61" y="60"/>
                  </a:cubicBezTo>
                  <a:cubicBezTo>
                    <a:pt x="81" y="64"/>
                    <a:pt x="100" y="52"/>
                    <a:pt x="103" y="34"/>
                  </a:cubicBezTo>
                  <a:cubicBezTo>
                    <a:pt x="104" y="30"/>
                    <a:pt x="104" y="25"/>
                    <a:pt x="103" y="20"/>
                  </a:cubicBezTo>
                  <a:cubicBezTo>
                    <a:pt x="230" y="16"/>
                    <a:pt x="297" y="113"/>
                    <a:pt x="297" y="113"/>
                  </a:cubicBezTo>
                  <a:cubicBezTo>
                    <a:pt x="297" y="71"/>
                    <a:pt x="297" y="71"/>
                    <a:pt x="297" y="71"/>
                  </a:cubicBezTo>
                  <a:cubicBezTo>
                    <a:pt x="278" y="52"/>
                    <a:pt x="226" y="15"/>
                    <a:pt x="167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14" name="Freeform 8"/>
            <p:cNvSpPr>
              <a:spLocks noEditPoints="1"/>
            </p:cNvSpPr>
            <p:nvPr/>
          </p:nvSpPr>
          <p:spPr bwMode="auto">
            <a:xfrm>
              <a:off x="3986213" y="6007100"/>
              <a:ext cx="796925" cy="833438"/>
            </a:xfrm>
            <a:custGeom>
              <a:avLst/>
              <a:gdLst>
                <a:gd name="T0" fmla="*/ 310 w 502"/>
                <a:gd name="T1" fmla="*/ 311 h 525"/>
                <a:gd name="T2" fmla="*/ 248 w 502"/>
                <a:gd name="T3" fmla="*/ 124 h 525"/>
                <a:gd name="T4" fmla="*/ 186 w 502"/>
                <a:gd name="T5" fmla="*/ 311 h 525"/>
                <a:gd name="T6" fmla="*/ 310 w 502"/>
                <a:gd name="T7" fmla="*/ 311 h 525"/>
                <a:gd name="T8" fmla="*/ 198 w 502"/>
                <a:gd name="T9" fmla="*/ 0 h 525"/>
                <a:gd name="T10" fmla="*/ 305 w 502"/>
                <a:gd name="T11" fmla="*/ 0 h 525"/>
                <a:gd name="T12" fmla="*/ 502 w 502"/>
                <a:gd name="T13" fmla="*/ 525 h 525"/>
                <a:gd name="T14" fmla="*/ 384 w 502"/>
                <a:gd name="T15" fmla="*/ 525 h 525"/>
                <a:gd name="T16" fmla="*/ 339 w 502"/>
                <a:gd name="T17" fmla="*/ 401 h 525"/>
                <a:gd name="T18" fmla="*/ 158 w 502"/>
                <a:gd name="T19" fmla="*/ 401 h 525"/>
                <a:gd name="T20" fmla="*/ 113 w 502"/>
                <a:gd name="T21" fmla="*/ 525 h 525"/>
                <a:gd name="T22" fmla="*/ 0 w 502"/>
                <a:gd name="T23" fmla="*/ 525 h 525"/>
                <a:gd name="T24" fmla="*/ 198 w 502"/>
                <a:gd name="T25" fmla="*/ 0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02" h="525">
                  <a:moveTo>
                    <a:pt x="310" y="311"/>
                  </a:moveTo>
                  <a:lnTo>
                    <a:pt x="248" y="124"/>
                  </a:lnTo>
                  <a:lnTo>
                    <a:pt x="186" y="311"/>
                  </a:lnTo>
                  <a:lnTo>
                    <a:pt x="310" y="311"/>
                  </a:lnTo>
                  <a:close/>
                  <a:moveTo>
                    <a:pt x="198" y="0"/>
                  </a:moveTo>
                  <a:lnTo>
                    <a:pt x="305" y="0"/>
                  </a:lnTo>
                  <a:lnTo>
                    <a:pt x="502" y="525"/>
                  </a:lnTo>
                  <a:lnTo>
                    <a:pt x="384" y="525"/>
                  </a:lnTo>
                  <a:lnTo>
                    <a:pt x="339" y="401"/>
                  </a:lnTo>
                  <a:lnTo>
                    <a:pt x="158" y="401"/>
                  </a:lnTo>
                  <a:lnTo>
                    <a:pt x="113" y="525"/>
                  </a:lnTo>
                  <a:lnTo>
                    <a:pt x="0" y="525"/>
                  </a:lnTo>
                  <a:lnTo>
                    <a:pt x="19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4881563" y="6007100"/>
              <a:ext cx="717550" cy="833438"/>
            </a:xfrm>
            <a:custGeom>
              <a:avLst/>
              <a:gdLst>
                <a:gd name="T0" fmla="*/ 32 w 80"/>
                <a:gd name="T1" fmla="*/ 76 h 93"/>
                <a:gd name="T2" fmla="*/ 45 w 80"/>
                <a:gd name="T3" fmla="*/ 74 h 93"/>
                <a:gd name="T4" fmla="*/ 53 w 80"/>
                <a:gd name="T5" fmla="*/ 68 h 93"/>
                <a:gd name="T6" fmla="*/ 58 w 80"/>
                <a:gd name="T7" fmla="*/ 58 h 93"/>
                <a:gd name="T8" fmla="*/ 60 w 80"/>
                <a:gd name="T9" fmla="*/ 46 h 93"/>
                <a:gd name="T10" fmla="*/ 59 w 80"/>
                <a:gd name="T11" fmla="*/ 34 h 93"/>
                <a:gd name="T12" fmla="*/ 54 w 80"/>
                <a:gd name="T13" fmla="*/ 24 h 93"/>
                <a:gd name="T14" fmla="*/ 46 w 80"/>
                <a:gd name="T15" fmla="*/ 18 h 93"/>
                <a:gd name="T16" fmla="*/ 35 w 80"/>
                <a:gd name="T17" fmla="*/ 16 h 93"/>
                <a:gd name="T18" fmla="*/ 19 w 80"/>
                <a:gd name="T19" fmla="*/ 16 h 93"/>
                <a:gd name="T20" fmla="*/ 19 w 80"/>
                <a:gd name="T21" fmla="*/ 76 h 93"/>
                <a:gd name="T22" fmla="*/ 32 w 80"/>
                <a:gd name="T23" fmla="*/ 76 h 93"/>
                <a:gd name="T24" fmla="*/ 0 w 80"/>
                <a:gd name="T25" fmla="*/ 0 h 93"/>
                <a:gd name="T26" fmla="*/ 35 w 80"/>
                <a:gd name="T27" fmla="*/ 0 h 93"/>
                <a:gd name="T28" fmla="*/ 68 w 80"/>
                <a:gd name="T29" fmla="*/ 11 h 93"/>
                <a:gd name="T30" fmla="*/ 80 w 80"/>
                <a:gd name="T31" fmla="*/ 46 h 93"/>
                <a:gd name="T32" fmla="*/ 77 w 80"/>
                <a:gd name="T33" fmla="*/ 66 h 93"/>
                <a:gd name="T34" fmla="*/ 67 w 80"/>
                <a:gd name="T35" fmla="*/ 81 h 93"/>
                <a:gd name="T36" fmla="*/ 52 w 80"/>
                <a:gd name="T37" fmla="*/ 90 h 93"/>
                <a:gd name="T38" fmla="*/ 31 w 80"/>
                <a:gd name="T39" fmla="*/ 93 h 93"/>
                <a:gd name="T40" fmla="*/ 0 w 80"/>
                <a:gd name="T41" fmla="*/ 93 h 93"/>
                <a:gd name="T42" fmla="*/ 0 w 80"/>
                <a:gd name="T43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0" h="93">
                  <a:moveTo>
                    <a:pt x="32" y="76"/>
                  </a:moveTo>
                  <a:cubicBezTo>
                    <a:pt x="37" y="76"/>
                    <a:pt x="41" y="76"/>
                    <a:pt x="45" y="74"/>
                  </a:cubicBezTo>
                  <a:cubicBezTo>
                    <a:pt x="48" y="73"/>
                    <a:pt x="51" y="71"/>
                    <a:pt x="53" y="68"/>
                  </a:cubicBezTo>
                  <a:cubicBezTo>
                    <a:pt x="56" y="65"/>
                    <a:pt x="57" y="62"/>
                    <a:pt x="58" y="58"/>
                  </a:cubicBezTo>
                  <a:cubicBezTo>
                    <a:pt x="59" y="55"/>
                    <a:pt x="60" y="51"/>
                    <a:pt x="60" y="46"/>
                  </a:cubicBezTo>
                  <a:cubicBezTo>
                    <a:pt x="60" y="41"/>
                    <a:pt x="59" y="37"/>
                    <a:pt x="59" y="34"/>
                  </a:cubicBezTo>
                  <a:cubicBezTo>
                    <a:pt x="58" y="30"/>
                    <a:pt x="56" y="27"/>
                    <a:pt x="54" y="24"/>
                  </a:cubicBezTo>
                  <a:cubicBezTo>
                    <a:pt x="52" y="22"/>
                    <a:pt x="50" y="20"/>
                    <a:pt x="46" y="18"/>
                  </a:cubicBezTo>
                  <a:cubicBezTo>
                    <a:pt x="43" y="17"/>
                    <a:pt x="39" y="16"/>
                    <a:pt x="35" y="16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19" y="76"/>
                    <a:pt x="19" y="76"/>
                    <a:pt x="19" y="76"/>
                  </a:cubicBezTo>
                  <a:lnTo>
                    <a:pt x="32" y="76"/>
                  </a:lnTo>
                  <a:close/>
                  <a:moveTo>
                    <a:pt x="0" y="0"/>
                  </a:moveTo>
                  <a:cubicBezTo>
                    <a:pt x="35" y="0"/>
                    <a:pt x="35" y="0"/>
                    <a:pt x="35" y="0"/>
                  </a:cubicBezTo>
                  <a:cubicBezTo>
                    <a:pt x="49" y="0"/>
                    <a:pt x="60" y="4"/>
                    <a:pt x="68" y="11"/>
                  </a:cubicBezTo>
                  <a:cubicBezTo>
                    <a:pt x="76" y="19"/>
                    <a:pt x="80" y="31"/>
                    <a:pt x="80" y="46"/>
                  </a:cubicBezTo>
                  <a:cubicBezTo>
                    <a:pt x="80" y="54"/>
                    <a:pt x="79" y="60"/>
                    <a:pt x="77" y="66"/>
                  </a:cubicBezTo>
                  <a:cubicBezTo>
                    <a:pt x="74" y="72"/>
                    <a:pt x="71" y="77"/>
                    <a:pt x="67" y="81"/>
                  </a:cubicBezTo>
                  <a:cubicBezTo>
                    <a:pt x="63" y="85"/>
                    <a:pt x="58" y="88"/>
                    <a:pt x="52" y="90"/>
                  </a:cubicBezTo>
                  <a:cubicBezTo>
                    <a:pt x="46" y="92"/>
                    <a:pt x="39" y="93"/>
                    <a:pt x="31" y="93"/>
                  </a:cubicBezTo>
                  <a:cubicBezTo>
                    <a:pt x="0" y="93"/>
                    <a:pt x="0" y="93"/>
                    <a:pt x="0" y="93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17" name="Freeform 10"/>
            <p:cNvSpPr>
              <a:spLocks/>
            </p:cNvSpPr>
            <p:nvPr/>
          </p:nvSpPr>
          <p:spPr bwMode="auto">
            <a:xfrm>
              <a:off x="5734051" y="6007100"/>
              <a:ext cx="671513" cy="833438"/>
            </a:xfrm>
            <a:custGeom>
              <a:avLst/>
              <a:gdLst>
                <a:gd name="T0" fmla="*/ 0 w 423"/>
                <a:gd name="T1" fmla="*/ 0 h 525"/>
                <a:gd name="T2" fmla="*/ 101 w 423"/>
                <a:gd name="T3" fmla="*/ 0 h 525"/>
                <a:gd name="T4" fmla="*/ 316 w 423"/>
                <a:gd name="T5" fmla="*/ 344 h 525"/>
                <a:gd name="T6" fmla="*/ 316 w 423"/>
                <a:gd name="T7" fmla="*/ 0 h 525"/>
                <a:gd name="T8" fmla="*/ 423 w 423"/>
                <a:gd name="T9" fmla="*/ 0 h 525"/>
                <a:gd name="T10" fmla="*/ 423 w 423"/>
                <a:gd name="T11" fmla="*/ 525 h 525"/>
                <a:gd name="T12" fmla="*/ 327 w 423"/>
                <a:gd name="T13" fmla="*/ 525 h 525"/>
                <a:gd name="T14" fmla="*/ 107 w 423"/>
                <a:gd name="T15" fmla="*/ 181 h 525"/>
                <a:gd name="T16" fmla="*/ 107 w 423"/>
                <a:gd name="T17" fmla="*/ 525 h 525"/>
                <a:gd name="T18" fmla="*/ 0 w 423"/>
                <a:gd name="T19" fmla="*/ 525 h 525"/>
                <a:gd name="T20" fmla="*/ 0 w 423"/>
                <a:gd name="T21" fmla="*/ 0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23" h="525">
                  <a:moveTo>
                    <a:pt x="0" y="0"/>
                  </a:moveTo>
                  <a:lnTo>
                    <a:pt x="101" y="0"/>
                  </a:lnTo>
                  <a:lnTo>
                    <a:pt x="316" y="344"/>
                  </a:lnTo>
                  <a:lnTo>
                    <a:pt x="316" y="0"/>
                  </a:lnTo>
                  <a:lnTo>
                    <a:pt x="423" y="0"/>
                  </a:lnTo>
                  <a:lnTo>
                    <a:pt x="423" y="525"/>
                  </a:lnTo>
                  <a:lnTo>
                    <a:pt x="327" y="525"/>
                  </a:lnTo>
                  <a:lnTo>
                    <a:pt x="107" y="181"/>
                  </a:lnTo>
                  <a:lnTo>
                    <a:pt x="107" y="525"/>
                  </a:lnTo>
                  <a:lnTo>
                    <a:pt x="0" y="52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18" name="Freeform 11"/>
            <p:cNvSpPr>
              <a:spLocks noEditPoints="1"/>
            </p:cNvSpPr>
            <p:nvPr/>
          </p:nvSpPr>
          <p:spPr bwMode="auto">
            <a:xfrm>
              <a:off x="6548438" y="5980113"/>
              <a:ext cx="796925" cy="877888"/>
            </a:xfrm>
            <a:custGeom>
              <a:avLst/>
              <a:gdLst>
                <a:gd name="T0" fmla="*/ 45 w 89"/>
                <a:gd name="T1" fmla="*/ 82 h 98"/>
                <a:gd name="T2" fmla="*/ 63 w 89"/>
                <a:gd name="T3" fmla="*/ 73 h 98"/>
                <a:gd name="T4" fmla="*/ 69 w 89"/>
                <a:gd name="T5" fmla="*/ 49 h 98"/>
                <a:gd name="T6" fmla="*/ 63 w 89"/>
                <a:gd name="T7" fmla="*/ 26 h 98"/>
                <a:gd name="T8" fmla="*/ 45 w 89"/>
                <a:gd name="T9" fmla="*/ 17 h 98"/>
                <a:gd name="T10" fmla="*/ 26 w 89"/>
                <a:gd name="T11" fmla="*/ 26 h 98"/>
                <a:gd name="T12" fmla="*/ 20 w 89"/>
                <a:gd name="T13" fmla="*/ 49 h 98"/>
                <a:gd name="T14" fmla="*/ 26 w 89"/>
                <a:gd name="T15" fmla="*/ 73 h 98"/>
                <a:gd name="T16" fmla="*/ 45 w 89"/>
                <a:gd name="T17" fmla="*/ 82 h 98"/>
                <a:gd name="T18" fmla="*/ 45 w 89"/>
                <a:gd name="T19" fmla="*/ 98 h 98"/>
                <a:gd name="T20" fmla="*/ 26 w 89"/>
                <a:gd name="T21" fmla="*/ 95 h 98"/>
                <a:gd name="T22" fmla="*/ 12 w 89"/>
                <a:gd name="T23" fmla="*/ 85 h 98"/>
                <a:gd name="T24" fmla="*/ 3 w 89"/>
                <a:gd name="T25" fmla="*/ 70 h 98"/>
                <a:gd name="T26" fmla="*/ 0 w 89"/>
                <a:gd name="T27" fmla="*/ 49 h 98"/>
                <a:gd name="T28" fmla="*/ 3 w 89"/>
                <a:gd name="T29" fmla="*/ 29 h 98"/>
                <a:gd name="T30" fmla="*/ 12 w 89"/>
                <a:gd name="T31" fmla="*/ 14 h 98"/>
                <a:gd name="T32" fmla="*/ 26 w 89"/>
                <a:gd name="T33" fmla="*/ 4 h 98"/>
                <a:gd name="T34" fmla="*/ 45 w 89"/>
                <a:gd name="T35" fmla="*/ 0 h 98"/>
                <a:gd name="T36" fmla="*/ 63 w 89"/>
                <a:gd name="T37" fmla="*/ 4 h 98"/>
                <a:gd name="T38" fmla="*/ 77 w 89"/>
                <a:gd name="T39" fmla="*/ 14 h 98"/>
                <a:gd name="T40" fmla="*/ 86 w 89"/>
                <a:gd name="T41" fmla="*/ 29 h 98"/>
                <a:gd name="T42" fmla="*/ 89 w 89"/>
                <a:gd name="T43" fmla="*/ 49 h 98"/>
                <a:gd name="T44" fmla="*/ 86 w 89"/>
                <a:gd name="T45" fmla="*/ 70 h 98"/>
                <a:gd name="T46" fmla="*/ 77 w 89"/>
                <a:gd name="T47" fmla="*/ 85 h 98"/>
                <a:gd name="T48" fmla="*/ 63 w 89"/>
                <a:gd name="T49" fmla="*/ 95 h 98"/>
                <a:gd name="T50" fmla="*/ 45 w 89"/>
                <a:gd name="T51" fmla="*/ 9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9" h="98">
                  <a:moveTo>
                    <a:pt x="45" y="82"/>
                  </a:moveTo>
                  <a:cubicBezTo>
                    <a:pt x="53" y="82"/>
                    <a:pt x="59" y="79"/>
                    <a:pt x="63" y="73"/>
                  </a:cubicBezTo>
                  <a:cubicBezTo>
                    <a:pt x="67" y="68"/>
                    <a:pt x="69" y="60"/>
                    <a:pt x="69" y="49"/>
                  </a:cubicBezTo>
                  <a:cubicBezTo>
                    <a:pt x="69" y="39"/>
                    <a:pt x="67" y="31"/>
                    <a:pt x="63" y="26"/>
                  </a:cubicBezTo>
                  <a:cubicBezTo>
                    <a:pt x="59" y="20"/>
                    <a:pt x="53" y="17"/>
                    <a:pt x="45" y="17"/>
                  </a:cubicBezTo>
                  <a:cubicBezTo>
                    <a:pt x="36" y="17"/>
                    <a:pt x="30" y="20"/>
                    <a:pt x="26" y="26"/>
                  </a:cubicBezTo>
                  <a:cubicBezTo>
                    <a:pt x="22" y="31"/>
                    <a:pt x="20" y="39"/>
                    <a:pt x="20" y="49"/>
                  </a:cubicBezTo>
                  <a:cubicBezTo>
                    <a:pt x="20" y="60"/>
                    <a:pt x="22" y="68"/>
                    <a:pt x="26" y="73"/>
                  </a:cubicBezTo>
                  <a:cubicBezTo>
                    <a:pt x="30" y="79"/>
                    <a:pt x="36" y="82"/>
                    <a:pt x="45" y="82"/>
                  </a:cubicBezTo>
                  <a:moveTo>
                    <a:pt x="45" y="98"/>
                  </a:moveTo>
                  <a:cubicBezTo>
                    <a:pt x="38" y="98"/>
                    <a:pt x="31" y="97"/>
                    <a:pt x="26" y="95"/>
                  </a:cubicBezTo>
                  <a:cubicBezTo>
                    <a:pt x="21" y="93"/>
                    <a:pt x="16" y="89"/>
                    <a:pt x="12" y="85"/>
                  </a:cubicBezTo>
                  <a:cubicBezTo>
                    <a:pt x="8" y="81"/>
                    <a:pt x="5" y="76"/>
                    <a:pt x="3" y="70"/>
                  </a:cubicBezTo>
                  <a:cubicBezTo>
                    <a:pt x="1" y="64"/>
                    <a:pt x="0" y="57"/>
                    <a:pt x="0" y="49"/>
                  </a:cubicBezTo>
                  <a:cubicBezTo>
                    <a:pt x="0" y="42"/>
                    <a:pt x="1" y="35"/>
                    <a:pt x="3" y="29"/>
                  </a:cubicBezTo>
                  <a:cubicBezTo>
                    <a:pt x="5" y="23"/>
                    <a:pt x="8" y="18"/>
                    <a:pt x="12" y="14"/>
                  </a:cubicBezTo>
                  <a:cubicBezTo>
                    <a:pt x="16" y="9"/>
                    <a:pt x="21" y="6"/>
                    <a:pt x="26" y="4"/>
                  </a:cubicBezTo>
                  <a:cubicBezTo>
                    <a:pt x="32" y="2"/>
                    <a:pt x="38" y="0"/>
                    <a:pt x="45" y="0"/>
                  </a:cubicBezTo>
                  <a:cubicBezTo>
                    <a:pt x="52" y="0"/>
                    <a:pt x="58" y="2"/>
                    <a:pt x="63" y="4"/>
                  </a:cubicBezTo>
                  <a:cubicBezTo>
                    <a:pt x="69" y="6"/>
                    <a:pt x="73" y="9"/>
                    <a:pt x="77" y="14"/>
                  </a:cubicBezTo>
                  <a:cubicBezTo>
                    <a:pt x="81" y="18"/>
                    <a:pt x="84" y="23"/>
                    <a:pt x="86" y="29"/>
                  </a:cubicBezTo>
                  <a:cubicBezTo>
                    <a:pt x="88" y="35"/>
                    <a:pt x="89" y="42"/>
                    <a:pt x="89" y="49"/>
                  </a:cubicBezTo>
                  <a:cubicBezTo>
                    <a:pt x="89" y="57"/>
                    <a:pt x="88" y="64"/>
                    <a:pt x="86" y="70"/>
                  </a:cubicBezTo>
                  <a:cubicBezTo>
                    <a:pt x="84" y="76"/>
                    <a:pt x="81" y="81"/>
                    <a:pt x="77" y="85"/>
                  </a:cubicBezTo>
                  <a:cubicBezTo>
                    <a:pt x="74" y="89"/>
                    <a:pt x="69" y="93"/>
                    <a:pt x="63" y="95"/>
                  </a:cubicBezTo>
                  <a:cubicBezTo>
                    <a:pt x="58" y="97"/>
                    <a:pt x="52" y="98"/>
                    <a:pt x="45" y="9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19" name="Freeform 12"/>
            <p:cNvSpPr>
              <a:spLocks/>
            </p:cNvSpPr>
            <p:nvPr/>
          </p:nvSpPr>
          <p:spPr bwMode="auto">
            <a:xfrm>
              <a:off x="7453313" y="5980113"/>
              <a:ext cx="742950" cy="877888"/>
            </a:xfrm>
            <a:custGeom>
              <a:avLst/>
              <a:gdLst>
                <a:gd name="T0" fmla="*/ 83 w 83"/>
                <a:gd name="T1" fmla="*/ 64 h 98"/>
                <a:gd name="T2" fmla="*/ 79 w 83"/>
                <a:gd name="T3" fmla="*/ 77 h 98"/>
                <a:gd name="T4" fmla="*/ 71 w 83"/>
                <a:gd name="T5" fmla="*/ 88 h 98"/>
                <a:gd name="T6" fmla="*/ 59 w 83"/>
                <a:gd name="T7" fmla="*/ 96 h 98"/>
                <a:gd name="T8" fmla="*/ 43 w 83"/>
                <a:gd name="T9" fmla="*/ 98 h 98"/>
                <a:gd name="T10" fmla="*/ 24 w 83"/>
                <a:gd name="T11" fmla="*/ 95 h 98"/>
                <a:gd name="T12" fmla="*/ 11 w 83"/>
                <a:gd name="T13" fmla="*/ 85 h 98"/>
                <a:gd name="T14" fmla="*/ 3 w 83"/>
                <a:gd name="T15" fmla="*/ 69 h 98"/>
                <a:gd name="T16" fmla="*/ 0 w 83"/>
                <a:gd name="T17" fmla="*/ 49 h 98"/>
                <a:gd name="T18" fmla="*/ 3 w 83"/>
                <a:gd name="T19" fmla="*/ 29 h 98"/>
                <a:gd name="T20" fmla="*/ 12 w 83"/>
                <a:gd name="T21" fmla="*/ 14 h 98"/>
                <a:gd name="T22" fmla="*/ 25 w 83"/>
                <a:gd name="T23" fmla="*/ 4 h 98"/>
                <a:gd name="T24" fmla="*/ 43 w 83"/>
                <a:gd name="T25" fmla="*/ 0 h 98"/>
                <a:gd name="T26" fmla="*/ 59 w 83"/>
                <a:gd name="T27" fmla="*/ 3 h 98"/>
                <a:gd name="T28" fmla="*/ 70 w 83"/>
                <a:gd name="T29" fmla="*/ 9 h 98"/>
                <a:gd name="T30" fmla="*/ 77 w 83"/>
                <a:gd name="T31" fmla="*/ 19 h 98"/>
                <a:gd name="T32" fmla="*/ 81 w 83"/>
                <a:gd name="T33" fmla="*/ 32 h 98"/>
                <a:gd name="T34" fmla="*/ 62 w 83"/>
                <a:gd name="T35" fmla="*/ 35 h 98"/>
                <a:gd name="T36" fmla="*/ 56 w 83"/>
                <a:gd name="T37" fmla="*/ 22 h 98"/>
                <a:gd name="T38" fmla="*/ 43 w 83"/>
                <a:gd name="T39" fmla="*/ 17 h 98"/>
                <a:gd name="T40" fmla="*/ 26 w 83"/>
                <a:gd name="T41" fmla="*/ 26 h 98"/>
                <a:gd name="T42" fmla="*/ 20 w 83"/>
                <a:gd name="T43" fmla="*/ 49 h 98"/>
                <a:gd name="T44" fmla="*/ 27 w 83"/>
                <a:gd name="T45" fmla="*/ 73 h 98"/>
                <a:gd name="T46" fmla="*/ 43 w 83"/>
                <a:gd name="T47" fmla="*/ 82 h 98"/>
                <a:gd name="T48" fmla="*/ 56 w 83"/>
                <a:gd name="T49" fmla="*/ 77 h 98"/>
                <a:gd name="T50" fmla="*/ 62 w 83"/>
                <a:gd name="T51" fmla="*/ 64 h 98"/>
                <a:gd name="T52" fmla="*/ 83 w 83"/>
                <a:gd name="T53" fmla="*/ 64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3" h="98">
                  <a:moveTo>
                    <a:pt x="83" y="64"/>
                  </a:moveTo>
                  <a:cubicBezTo>
                    <a:pt x="82" y="69"/>
                    <a:pt x="81" y="73"/>
                    <a:pt x="79" y="77"/>
                  </a:cubicBezTo>
                  <a:cubicBezTo>
                    <a:pt x="77" y="82"/>
                    <a:pt x="75" y="85"/>
                    <a:pt x="71" y="88"/>
                  </a:cubicBezTo>
                  <a:cubicBezTo>
                    <a:pt x="68" y="91"/>
                    <a:pt x="64" y="94"/>
                    <a:pt x="59" y="96"/>
                  </a:cubicBezTo>
                  <a:cubicBezTo>
                    <a:pt x="55" y="97"/>
                    <a:pt x="49" y="98"/>
                    <a:pt x="43" y="98"/>
                  </a:cubicBezTo>
                  <a:cubicBezTo>
                    <a:pt x="36" y="98"/>
                    <a:pt x="30" y="97"/>
                    <a:pt x="24" y="95"/>
                  </a:cubicBezTo>
                  <a:cubicBezTo>
                    <a:pt x="19" y="92"/>
                    <a:pt x="15" y="89"/>
                    <a:pt x="11" y="85"/>
                  </a:cubicBezTo>
                  <a:cubicBezTo>
                    <a:pt x="7" y="81"/>
                    <a:pt x="5" y="75"/>
                    <a:pt x="3" y="69"/>
                  </a:cubicBezTo>
                  <a:cubicBezTo>
                    <a:pt x="1" y="63"/>
                    <a:pt x="0" y="57"/>
                    <a:pt x="0" y="49"/>
                  </a:cubicBezTo>
                  <a:cubicBezTo>
                    <a:pt x="0" y="42"/>
                    <a:pt x="1" y="35"/>
                    <a:pt x="3" y="29"/>
                  </a:cubicBezTo>
                  <a:cubicBezTo>
                    <a:pt x="5" y="23"/>
                    <a:pt x="8" y="18"/>
                    <a:pt x="12" y="14"/>
                  </a:cubicBezTo>
                  <a:cubicBezTo>
                    <a:pt x="15" y="9"/>
                    <a:pt x="20" y="6"/>
                    <a:pt x="25" y="4"/>
                  </a:cubicBezTo>
                  <a:cubicBezTo>
                    <a:pt x="31" y="2"/>
                    <a:pt x="37" y="0"/>
                    <a:pt x="43" y="0"/>
                  </a:cubicBezTo>
                  <a:cubicBezTo>
                    <a:pt x="49" y="0"/>
                    <a:pt x="54" y="1"/>
                    <a:pt x="59" y="3"/>
                  </a:cubicBezTo>
                  <a:cubicBezTo>
                    <a:pt x="63" y="4"/>
                    <a:pt x="67" y="6"/>
                    <a:pt x="70" y="9"/>
                  </a:cubicBezTo>
                  <a:cubicBezTo>
                    <a:pt x="73" y="12"/>
                    <a:pt x="75" y="15"/>
                    <a:pt x="77" y="19"/>
                  </a:cubicBezTo>
                  <a:cubicBezTo>
                    <a:pt x="79" y="23"/>
                    <a:pt x="80" y="27"/>
                    <a:pt x="81" y="32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1" y="29"/>
                    <a:pt x="59" y="25"/>
                    <a:pt x="56" y="22"/>
                  </a:cubicBezTo>
                  <a:cubicBezTo>
                    <a:pt x="53" y="19"/>
                    <a:pt x="49" y="17"/>
                    <a:pt x="43" y="17"/>
                  </a:cubicBezTo>
                  <a:cubicBezTo>
                    <a:pt x="36" y="17"/>
                    <a:pt x="30" y="20"/>
                    <a:pt x="26" y="26"/>
                  </a:cubicBezTo>
                  <a:cubicBezTo>
                    <a:pt x="22" y="31"/>
                    <a:pt x="20" y="39"/>
                    <a:pt x="20" y="49"/>
                  </a:cubicBezTo>
                  <a:cubicBezTo>
                    <a:pt x="20" y="60"/>
                    <a:pt x="23" y="68"/>
                    <a:pt x="27" y="73"/>
                  </a:cubicBezTo>
                  <a:cubicBezTo>
                    <a:pt x="31" y="79"/>
                    <a:pt x="36" y="82"/>
                    <a:pt x="43" y="82"/>
                  </a:cubicBezTo>
                  <a:cubicBezTo>
                    <a:pt x="49" y="82"/>
                    <a:pt x="54" y="80"/>
                    <a:pt x="56" y="77"/>
                  </a:cubicBezTo>
                  <a:cubicBezTo>
                    <a:pt x="59" y="74"/>
                    <a:pt x="61" y="69"/>
                    <a:pt x="62" y="64"/>
                  </a:cubicBezTo>
                  <a:lnTo>
                    <a:pt x="83" y="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20" name="Freeform 13"/>
            <p:cNvSpPr>
              <a:spLocks noEditPoints="1"/>
            </p:cNvSpPr>
            <p:nvPr/>
          </p:nvSpPr>
          <p:spPr bwMode="auto">
            <a:xfrm>
              <a:off x="3986213" y="4735513"/>
              <a:ext cx="1066800" cy="887413"/>
            </a:xfrm>
            <a:custGeom>
              <a:avLst/>
              <a:gdLst>
                <a:gd name="T0" fmla="*/ 82 w 119"/>
                <a:gd name="T1" fmla="*/ 40 h 99"/>
                <a:gd name="T2" fmla="*/ 82 w 119"/>
                <a:gd name="T3" fmla="*/ 47 h 99"/>
                <a:gd name="T4" fmla="*/ 57 w 119"/>
                <a:gd name="T5" fmla="*/ 47 h 99"/>
                <a:gd name="T6" fmla="*/ 57 w 119"/>
                <a:gd name="T7" fmla="*/ 40 h 99"/>
                <a:gd name="T8" fmla="*/ 60 w 119"/>
                <a:gd name="T9" fmla="*/ 40 h 99"/>
                <a:gd name="T10" fmla="*/ 60 w 119"/>
                <a:gd name="T11" fmla="*/ 36 h 99"/>
                <a:gd name="T12" fmla="*/ 63 w 119"/>
                <a:gd name="T13" fmla="*/ 28 h 99"/>
                <a:gd name="T14" fmla="*/ 71 w 119"/>
                <a:gd name="T15" fmla="*/ 25 h 99"/>
                <a:gd name="T16" fmla="*/ 78 w 119"/>
                <a:gd name="T17" fmla="*/ 28 h 99"/>
                <a:gd name="T18" fmla="*/ 81 w 119"/>
                <a:gd name="T19" fmla="*/ 35 h 99"/>
                <a:gd name="T20" fmla="*/ 75 w 119"/>
                <a:gd name="T21" fmla="*/ 36 h 99"/>
                <a:gd name="T22" fmla="*/ 74 w 119"/>
                <a:gd name="T23" fmla="*/ 32 h 99"/>
                <a:gd name="T24" fmla="*/ 71 w 119"/>
                <a:gd name="T25" fmla="*/ 32 h 99"/>
                <a:gd name="T26" fmla="*/ 67 w 119"/>
                <a:gd name="T27" fmla="*/ 36 h 99"/>
                <a:gd name="T28" fmla="*/ 67 w 119"/>
                <a:gd name="T29" fmla="*/ 40 h 99"/>
                <a:gd name="T30" fmla="*/ 82 w 119"/>
                <a:gd name="T31" fmla="*/ 40 h 99"/>
                <a:gd name="T32" fmla="*/ 100 w 119"/>
                <a:gd name="T33" fmla="*/ 82 h 99"/>
                <a:gd name="T34" fmla="*/ 100 w 119"/>
                <a:gd name="T35" fmla="*/ 0 h 99"/>
                <a:gd name="T36" fmla="*/ 119 w 119"/>
                <a:gd name="T37" fmla="*/ 0 h 99"/>
                <a:gd name="T38" fmla="*/ 119 w 119"/>
                <a:gd name="T39" fmla="*/ 99 h 99"/>
                <a:gd name="T40" fmla="*/ 38 w 119"/>
                <a:gd name="T41" fmla="*/ 99 h 99"/>
                <a:gd name="T42" fmla="*/ 10 w 119"/>
                <a:gd name="T43" fmla="*/ 91 h 99"/>
                <a:gd name="T44" fmla="*/ 0 w 119"/>
                <a:gd name="T45" fmla="*/ 65 h 99"/>
                <a:gd name="T46" fmla="*/ 4 w 119"/>
                <a:gd name="T47" fmla="*/ 49 h 99"/>
                <a:gd name="T48" fmla="*/ 16 w 119"/>
                <a:gd name="T49" fmla="*/ 37 h 99"/>
                <a:gd name="T50" fmla="*/ 34 w 119"/>
                <a:gd name="T51" fmla="*/ 33 h 99"/>
                <a:gd name="T52" fmla="*/ 36 w 119"/>
                <a:gd name="T53" fmla="*/ 49 h 99"/>
                <a:gd name="T54" fmla="*/ 23 w 119"/>
                <a:gd name="T55" fmla="*/ 54 h 99"/>
                <a:gd name="T56" fmla="*/ 19 w 119"/>
                <a:gd name="T57" fmla="*/ 65 h 99"/>
                <a:gd name="T58" fmla="*/ 23 w 119"/>
                <a:gd name="T59" fmla="*/ 78 h 99"/>
                <a:gd name="T60" fmla="*/ 38 w 119"/>
                <a:gd name="T61" fmla="*/ 82 h 99"/>
                <a:gd name="T62" fmla="*/ 100 w 119"/>
                <a:gd name="T63" fmla="*/ 82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19" h="99">
                  <a:moveTo>
                    <a:pt x="82" y="40"/>
                  </a:moveTo>
                  <a:cubicBezTo>
                    <a:pt x="82" y="47"/>
                    <a:pt x="82" y="47"/>
                    <a:pt x="82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60" y="33"/>
                    <a:pt x="61" y="30"/>
                    <a:pt x="63" y="28"/>
                  </a:cubicBezTo>
                  <a:cubicBezTo>
                    <a:pt x="65" y="26"/>
                    <a:pt x="67" y="25"/>
                    <a:pt x="71" y="25"/>
                  </a:cubicBezTo>
                  <a:cubicBezTo>
                    <a:pt x="74" y="25"/>
                    <a:pt x="77" y="26"/>
                    <a:pt x="78" y="28"/>
                  </a:cubicBezTo>
                  <a:cubicBezTo>
                    <a:pt x="80" y="29"/>
                    <a:pt x="81" y="31"/>
                    <a:pt x="81" y="35"/>
                  </a:cubicBezTo>
                  <a:cubicBezTo>
                    <a:pt x="75" y="36"/>
                    <a:pt x="75" y="36"/>
                    <a:pt x="75" y="36"/>
                  </a:cubicBezTo>
                  <a:cubicBezTo>
                    <a:pt x="75" y="34"/>
                    <a:pt x="75" y="33"/>
                    <a:pt x="74" y="32"/>
                  </a:cubicBezTo>
                  <a:cubicBezTo>
                    <a:pt x="74" y="32"/>
                    <a:pt x="73" y="32"/>
                    <a:pt x="71" y="32"/>
                  </a:cubicBezTo>
                  <a:cubicBezTo>
                    <a:pt x="68" y="32"/>
                    <a:pt x="67" y="33"/>
                    <a:pt x="67" y="36"/>
                  </a:cubicBezTo>
                  <a:cubicBezTo>
                    <a:pt x="67" y="40"/>
                    <a:pt x="67" y="40"/>
                    <a:pt x="67" y="40"/>
                  </a:cubicBezTo>
                  <a:lnTo>
                    <a:pt x="82" y="40"/>
                  </a:lnTo>
                  <a:close/>
                  <a:moveTo>
                    <a:pt x="100" y="82"/>
                  </a:moveTo>
                  <a:cubicBezTo>
                    <a:pt x="100" y="0"/>
                    <a:pt x="100" y="0"/>
                    <a:pt x="100" y="0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99"/>
                    <a:pt x="119" y="99"/>
                    <a:pt x="119" y="99"/>
                  </a:cubicBezTo>
                  <a:cubicBezTo>
                    <a:pt x="38" y="99"/>
                    <a:pt x="38" y="99"/>
                    <a:pt x="38" y="99"/>
                  </a:cubicBezTo>
                  <a:cubicBezTo>
                    <a:pt x="25" y="99"/>
                    <a:pt x="16" y="96"/>
                    <a:pt x="10" y="91"/>
                  </a:cubicBezTo>
                  <a:cubicBezTo>
                    <a:pt x="3" y="85"/>
                    <a:pt x="0" y="77"/>
                    <a:pt x="0" y="65"/>
                  </a:cubicBezTo>
                  <a:cubicBezTo>
                    <a:pt x="0" y="59"/>
                    <a:pt x="2" y="54"/>
                    <a:pt x="4" y="49"/>
                  </a:cubicBezTo>
                  <a:cubicBezTo>
                    <a:pt x="7" y="44"/>
                    <a:pt x="11" y="40"/>
                    <a:pt x="16" y="37"/>
                  </a:cubicBezTo>
                  <a:cubicBezTo>
                    <a:pt x="21" y="34"/>
                    <a:pt x="27" y="33"/>
                    <a:pt x="34" y="33"/>
                  </a:cubicBezTo>
                  <a:cubicBezTo>
                    <a:pt x="36" y="49"/>
                    <a:pt x="36" y="49"/>
                    <a:pt x="36" y="49"/>
                  </a:cubicBezTo>
                  <a:cubicBezTo>
                    <a:pt x="30" y="50"/>
                    <a:pt x="25" y="51"/>
                    <a:pt x="23" y="54"/>
                  </a:cubicBezTo>
                  <a:cubicBezTo>
                    <a:pt x="20" y="56"/>
                    <a:pt x="19" y="60"/>
                    <a:pt x="19" y="65"/>
                  </a:cubicBezTo>
                  <a:cubicBezTo>
                    <a:pt x="19" y="71"/>
                    <a:pt x="20" y="76"/>
                    <a:pt x="23" y="78"/>
                  </a:cubicBezTo>
                  <a:cubicBezTo>
                    <a:pt x="26" y="81"/>
                    <a:pt x="31" y="82"/>
                    <a:pt x="38" y="82"/>
                  </a:cubicBezTo>
                  <a:lnTo>
                    <a:pt x="100" y="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21" name="Freeform 14"/>
            <p:cNvSpPr>
              <a:spLocks noEditPoints="1"/>
            </p:cNvSpPr>
            <p:nvPr/>
          </p:nvSpPr>
          <p:spPr bwMode="auto">
            <a:xfrm>
              <a:off x="5195888" y="5005388"/>
              <a:ext cx="1684338" cy="903288"/>
            </a:xfrm>
            <a:custGeom>
              <a:avLst/>
              <a:gdLst>
                <a:gd name="T0" fmla="*/ 44 w 188"/>
                <a:gd name="T1" fmla="*/ 52 h 101"/>
                <a:gd name="T2" fmla="*/ 38 w 188"/>
                <a:gd name="T3" fmla="*/ 52 h 101"/>
                <a:gd name="T4" fmla="*/ 19 w 188"/>
                <a:gd name="T5" fmla="*/ 32 h 101"/>
                <a:gd name="T6" fmla="*/ 22 w 188"/>
                <a:gd name="T7" fmla="*/ 20 h 101"/>
                <a:gd name="T8" fmla="*/ 32 w 188"/>
                <a:gd name="T9" fmla="*/ 16 h 101"/>
                <a:gd name="T10" fmla="*/ 39 w 188"/>
                <a:gd name="T11" fmla="*/ 17 h 101"/>
                <a:gd name="T12" fmla="*/ 43 w 188"/>
                <a:gd name="T13" fmla="*/ 23 h 101"/>
                <a:gd name="T14" fmla="*/ 44 w 188"/>
                <a:gd name="T15" fmla="*/ 37 h 101"/>
                <a:gd name="T16" fmla="*/ 44 w 188"/>
                <a:gd name="T17" fmla="*/ 52 h 101"/>
                <a:gd name="T18" fmla="*/ 170 w 188"/>
                <a:gd name="T19" fmla="*/ 0 h 101"/>
                <a:gd name="T20" fmla="*/ 170 w 188"/>
                <a:gd name="T21" fmla="*/ 52 h 101"/>
                <a:gd name="T22" fmla="*/ 63 w 188"/>
                <a:gd name="T23" fmla="*/ 52 h 101"/>
                <a:gd name="T24" fmla="*/ 63 w 188"/>
                <a:gd name="T25" fmla="*/ 32 h 101"/>
                <a:gd name="T26" fmla="*/ 55 w 188"/>
                <a:gd name="T27" fmla="*/ 8 h 101"/>
                <a:gd name="T28" fmla="*/ 32 w 188"/>
                <a:gd name="T29" fmla="*/ 0 h 101"/>
                <a:gd name="T30" fmla="*/ 8 w 188"/>
                <a:gd name="T31" fmla="*/ 9 h 101"/>
                <a:gd name="T32" fmla="*/ 0 w 188"/>
                <a:gd name="T33" fmla="*/ 32 h 101"/>
                <a:gd name="T34" fmla="*/ 11 w 188"/>
                <a:gd name="T35" fmla="*/ 60 h 101"/>
                <a:gd name="T36" fmla="*/ 42 w 188"/>
                <a:gd name="T37" fmla="*/ 69 h 101"/>
                <a:gd name="T38" fmla="*/ 44 w 188"/>
                <a:gd name="T39" fmla="*/ 69 h 101"/>
                <a:gd name="T40" fmla="*/ 44 w 188"/>
                <a:gd name="T41" fmla="*/ 72 h 101"/>
                <a:gd name="T42" fmla="*/ 41 w 188"/>
                <a:gd name="T43" fmla="*/ 86 h 101"/>
                <a:gd name="T44" fmla="*/ 51 w 188"/>
                <a:gd name="T45" fmla="*/ 101 h 101"/>
                <a:gd name="T46" fmla="*/ 55 w 188"/>
                <a:gd name="T47" fmla="*/ 97 h 101"/>
                <a:gd name="T48" fmla="*/ 63 w 188"/>
                <a:gd name="T49" fmla="*/ 69 h 101"/>
                <a:gd name="T50" fmla="*/ 188 w 188"/>
                <a:gd name="T51" fmla="*/ 69 h 101"/>
                <a:gd name="T52" fmla="*/ 188 w 188"/>
                <a:gd name="T53" fmla="*/ 0 h 101"/>
                <a:gd name="T54" fmla="*/ 170 w 188"/>
                <a:gd name="T55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8" h="101">
                  <a:moveTo>
                    <a:pt x="44" y="52"/>
                  </a:moveTo>
                  <a:cubicBezTo>
                    <a:pt x="38" y="52"/>
                    <a:pt x="38" y="52"/>
                    <a:pt x="38" y="52"/>
                  </a:cubicBezTo>
                  <a:cubicBezTo>
                    <a:pt x="25" y="52"/>
                    <a:pt x="19" y="45"/>
                    <a:pt x="19" y="32"/>
                  </a:cubicBezTo>
                  <a:cubicBezTo>
                    <a:pt x="19" y="27"/>
                    <a:pt x="20" y="23"/>
                    <a:pt x="22" y="20"/>
                  </a:cubicBezTo>
                  <a:cubicBezTo>
                    <a:pt x="24" y="17"/>
                    <a:pt x="27" y="16"/>
                    <a:pt x="32" y="16"/>
                  </a:cubicBezTo>
                  <a:cubicBezTo>
                    <a:pt x="35" y="16"/>
                    <a:pt x="37" y="16"/>
                    <a:pt x="39" y="17"/>
                  </a:cubicBezTo>
                  <a:cubicBezTo>
                    <a:pt x="41" y="19"/>
                    <a:pt x="42" y="20"/>
                    <a:pt x="43" y="23"/>
                  </a:cubicBezTo>
                  <a:cubicBezTo>
                    <a:pt x="44" y="26"/>
                    <a:pt x="44" y="32"/>
                    <a:pt x="44" y="37"/>
                  </a:cubicBezTo>
                  <a:lnTo>
                    <a:pt x="44" y="52"/>
                  </a:lnTo>
                  <a:close/>
                  <a:moveTo>
                    <a:pt x="170" y="0"/>
                  </a:moveTo>
                  <a:cubicBezTo>
                    <a:pt x="170" y="52"/>
                    <a:pt x="170" y="52"/>
                    <a:pt x="170" y="52"/>
                  </a:cubicBezTo>
                  <a:cubicBezTo>
                    <a:pt x="63" y="52"/>
                    <a:pt x="63" y="52"/>
                    <a:pt x="63" y="52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22"/>
                    <a:pt x="60" y="13"/>
                    <a:pt x="55" y="8"/>
                  </a:cubicBezTo>
                  <a:cubicBezTo>
                    <a:pt x="50" y="3"/>
                    <a:pt x="42" y="0"/>
                    <a:pt x="32" y="0"/>
                  </a:cubicBezTo>
                  <a:cubicBezTo>
                    <a:pt x="22" y="0"/>
                    <a:pt x="14" y="3"/>
                    <a:pt x="8" y="9"/>
                  </a:cubicBezTo>
                  <a:cubicBezTo>
                    <a:pt x="3" y="14"/>
                    <a:pt x="0" y="22"/>
                    <a:pt x="0" y="32"/>
                  </a:cubicBezTo>
                  <a:cubicBezTo>
                    <a:pt x="0" y="44"/>
                    <a:pt x="3" y="54"/>
                    <a:pt x="11" y="60"/>
                  </a:cubicBezTo>
                  <a:cubicBezTo>
                    <a:pt x="18" y="66"/>
                    <a:pt x="28" y="69"/>
                    <a:pt x="42" y="69"/>
                  </a:cubicBezTo>
                  <a:cubicBezTo>
                    <a:pt x="44" y="69"/>
                    <a:pt x="44" y="69"/>
                    <a:pt x="44" y="69"/>
                  </a:cubicBezTo>
                  <a:cubicBezTo>
                    <a:pt x="44" y="72"/>
                    <a:pt x="44" y="72"/>
                    <a:pt x="44" y="72"/>
                  </a:cubicBezTo>
                  <a:cubicBezTo>
                    <a:pt x="44" y="79"/>
                    <a:pt x="43" y="83"/>
                    <a:pt x="41" y="86"/>
                  </a:cubicBezTo>
                  <a:cubicBezTo>
                    <a:pt x="51" y="101"/>
                    <a:pt x="51" y="101"/>
                    <a:pt x="51" y="101"/>
                  </a:cubicBezTo>
                  <a:cubicBezTo>
                    <a:pt x="53" y="100"/>
                    <a:pt x="54" y="99"/>
                    <a:pt x="55" y="97"/>
                  </a:cubicBezTo>
                  <a:cubicBezTo>
                    <a:pt x="60" y="92"/>
                    <a:pt x="63" y="80"/>
                    <a:pt x="63" y="69"/>
                  </a:cubicBezTo>
                  <a:cubicBezTo>
                    <a:pt x="188" y="69"/>
                    <a:pt x="188" y="69"/>
                    <a:pt x="188" y="69"/>
                  </a:cubicBezTo>
                  <a:cubicBezTo>
                    <a:pt x="188" y="0"/>
                    <a:pt x="188" y="0"/>
                    <a:pt x="188" y="0"/>
                  </a:cubicBezTo>
                  <a:lnTo>
                    <a:pt x="17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22" name="Rectangle 15"/>
            <p:cNvSpPr>
              <a:spLocks noChangeArrowheads="1"/>
            </p:cNvSpPr>
            <p:nvPr/>
          </p:nvSpPr>
          <p:spPr bwMode="auto">
            <a:xfrm>
              <a:off x="6718301" y="4754563"/>
              <a:ext cx="161925" cy="169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23" name="Freeform 16"/>
            <p:cNvSpPr>
              <a:spLocks/>
            </p:cNvSpPr>
            <p:nvPr/>
          </p:nvSpPr>
          <p:spPr bwMode="auto">
            <a:xfrm>
              <a:off x="7013576" y="5005388"/>
              <a:ext cx="833438" cy="617538"/>
            </a:xfrm>
            <a:custGeom>
              <a:avLst/>
              <a:gdLst>
                <a:gd name="T0" fmla="*/ 74 w 93"/>
                <a:gd name="T1" fmla="*/ 52 h 69"/>
                <a:gd name="T2" fmla="*/ 74 w 93"/>
                <a:gd name="T3" fmla="*/ 42 h 69"/>
                <a:gd name="T4" fmla="*/ 70 w 93"/>
                <a:gd name="T5" fmla="*/ 23 h 69"/>
                <a:gd name="T6" fmla="*/ 55 w 93"/>
                <a:gd name="T7" fmla="*/ 17 h 69"/>
                <a:gd name="T8" fmla="*/ 41 w 93"/>
                <a:gd name="T9" fmla="*/ 20 h 69"/>
                <a:gd name="T10" fmla="*/ 36 w 93"/>
                <a:gd name="T11" fmla="*/ 3 h 69"/>
                <a:gd name="T12" fmla="*/ 56 w 93"/>
                <a:gd name="T13" fmla="*/ 0 h 69"/>
                <a:gd name="T14" fmla="*/ 84 w 93"/>
                <a:gd name="T15" fmla="*/ 10 h 69"/>
                <a:gd name="T16" fmla="*/ 93 w 93"/>
                <a:gd name="T17" fmla="*/ 40 h 69"/>
                <a:gd name="T18" fmla="*/ 93 w 93"/>
                <a:gd name="T19" fmla="*/ 69 h 69"/>
                <a:gd name="T20" fmla="*/ 0 w 93"/>
                <a:gd name="T21" fmla="*/ 69 h 69"/>
                <a:gd name="T22" fmla="*/ 0 w 93"/>
                <a:gd name="T23" fmla="*/ 52 h 69"/>
                <a:gd name="T24" fmla="*/ 74 w 93"/>
                <a:gd name="T25" fmla="*/ 52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3" h="69">
                  <a:moveTo>
                    <a:pt x="74" y="52"/>
                  </a:moveTo>
                  <a:cubicBezTo>
                    <a:pt x="74" y="42"/>
                    <a:pt x="74" y="42"/>
                    <a:pt x="74" y="42"/>
                  </a:cubicBezTo>
                  <a:cubicBezTo>
                    <a:pt x="74" y="34"/>
                    <a:pt x="73" y="27"/>
                    <a:pt x="70" y="23"/>
                  </a:cubicBezTo>
                  <a:cubicBezTo>
                    <a:pt x="66" y="19"/>
                    <a:pt x="61" y="17"/>
                    <a:pt x="55" y="17"/>
                  </a:cubicBezTo>
                  <a:cubicBezTo>
                    <a:pt x="50" y="17"/>
                    <a:pt x="46" y="18"/>
                    <a:pt x="41" y="20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42" y="1"/>
                    <a:pt x="49" y="0"/>
                    <a:pt x="56" y="0"/>
                  </a:cubicBezTo>
                  <a:cubicBezTo>
                    <a:pt x="68" y="0"/>
                    <a:pt x="77" y="3"/>
                    <a:pt x="84" y="10"/>
                  </a:cubicBezTo>
                  <a:cubicBezTo>
                    <a:pt x="90" y="17"/>
                    <a:pt x="93" y="27"/>
                    <a:pt x="93" y="40"/>
                  </a:cubicBezTo>
                  <a:cubicBezTo>
                    <a:pt x="93" y="69"/>
                    <a:pt x="93" y="69"/>
                    <a:pt x="93" y="69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74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24" name="Freeform 17"/>
            <p:cNvSpPr>
              <a:spLocks/>
            </p:cNvSpPr>
            <p:nvPr/>
          </p:nvSpPr>
          <p:spPr bwMode="auto">
            <a:xfrm>
              <a:off x="7972426" y="4565650"/>
              <a:ext cx="223838" cy="188913"/>
            </a:xfrm>
            <a:custGeom>
              <a:avLst/>
              <a:gdLst>
                <a:gd name="T0" fmla="*/ 25 w 25"/>
                <a:gd name="T1" fmla="*/ 14 h 21"/>
                <a:gd name="T2" fmla="*/ 25 w 25"/>
                <a:gd name="T3" fmla="*/ 21 h 21"/>
                <a:gd name="T4" fmla="*/ 0 w 25"/>
                <a:gd name="T5" fmla="*/ 21 h 21"/>
                <a:gd name="T6" fmla="*/ 0 w 25"/>
                <a:gd name="T7" fmla="*/ 14 h 21"/>
                <a:gd name="T8" fmla="*/ 3 w 25"/>
                <a:gd name="T9" fmla="*/ 14 h 21"/>
                <a:gd name="T10" fmla="*/ 3 w 25"/>
                <a:gd name="T11" fmla="*/ 10 h 21"/>
                <a:gd name="T12" fmla="*/ 6 w 25"/>
                <a:gd name="T13" fmla="*/ 2 h 21"/>
                <a:gd name="T14" fmla="*/ 14 w 25"/>
                <a:gd name="T15" fmla="*/ 0 h 21"/>
                <a:gd name="T16" fmla="*/ 21 w 25"/>
                <a:gd name="T17" fmla="*/ 2 h 21"/>
                <a:gd name="T18" fmla="*/ 24 w 25"/>
                <a:gd name="T19" fmla="*/ 9 h 21"/>
                <a:gd name="T20" fmla="*/ 18 w 25"/>
                <a:gd name="T21" fmla="*/ 10 h 21"/>
                <a:gd name="T22" fmla="*/ 17 w 25"/>
                <a:gd name="T23" fmla="*/ 7 h 21"/>
                <a:gd name="T24" fmla="*/ 14 w 25"/>
                <a:gd name="T25" fmla="*/ 6 h 21"/>
                <a:gd name="T26" fmla="*/ 10 w 25"/>
                <a:gd name="T27" fmla="*/ 11 h 21"/>
                <a:gd name="T28" fmla="*/ 10 w 25"/>
                <a:gd name="T29" fmla="*/ 14 h 21"/>
                <a:gd name="T30" fmla="*/ 25 w 25"/>
                <a:gd name="T31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5" h="21">
                  <a:moveTo>
                    <a:pt x="25" y="14"/>
                  </a:moveTo>
                  <a:cubicBezTo>
                    <a:pt x="25" y="21"/>
                    <a:pt x="25" y="21"/>
                    <a:pt x="25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3" y="7"/>
                    <a:pt x="4" y="4"/>
                    <a:pt x="6" y="2"/>
                  </a:cubicBezTo>
                  <a:cubicBezTo>
                    <a:pt x="8" y="1"/>
                    <a:pt x="10" y="0"/>
                    <a:pt x="14" y="0"/>
                  </a:cubicBezTo>
                  <a:cubicBezTo>
                    <a:pt x="17" y="0"/>
                    <a:pt x="20" y="0"/>
                    <a:pt x="21" y="2"/>
                  </a:cubicBezTo>
                  <a:cubicBezTo>
                    <a:pt x="23" y="3"/>
                    <a:pt x="24" y="6"/>
                    <a:pt x="24" y="9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8"/>
                    <a:pt x="17" y="7"/>
                    <a:pt x="17" y="7"/>
                  </a:cubicBezTo>
                  <a:cubicBezTo>
                    <a:pt x="16" y="6"/>
                    <a:pt x="15" y="6"/>
                    <a:pt x="14" y="6"/>
                  </a:cubicBezTo>
                  <a:cubicBezTo>
                    <a:pt x="11" y="6"/>
                    <a:pt x="10" y="7"/>
                    <a:pt x="10" y="11"/>
                  </a:cubicBezTo>
                  <a:cubicBezTo>
                    <a:pt x="10" y="14"/>
                    <a:pt x="10" y="14"/>
                    <a:pt x="10" y="14"/>
                  </a:cubicBezTo>
                  <a:lnTo>
                    <a:pt x="25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25" name="Rectangle 18"/>
            <p:cNvSpPr>
              <a:spLocks noChangeArrowheads="1"/>
            </p:cNvSpPr>
            <p:nvPr/>
          </p:nvSpPr>
          <p:spPr bwMode="auto">
            <a:xfrm>
              <a:off x="7991476" y="4816475"/>
              <a:ext cx="169863" cy="8064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</p:grp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820B125-6366-4323-A287-39A0472EAB2B}"/>
              </a:ext>
            </a:extLst>
          </p:cNvPr>
          <p:cNvCxnSpPr>
            <a:cxnSpLocks/>
          </p:cNvCxnSpPr>
          <p:nvPr userDrawn="1"/>
        </p:nvCxnSpPr>
        <p:spPr>
          <a:xfrm>
            <a:off x="946807" y="6138000"/>
            <a:ext cx="10522887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Subtitle 2">
            <a:extLst>
              <a:ext uri="{FF2B5EF4-FFF2-40B4-BE49-F238E27FC236}">
                <a16:creationId xmlns:a16="http://schemas.microsoft.com/office/drawing/2014/main" id="{84DE0155-5A26-4810-BD12-030B4D7030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6810" y="5787109"/>
            <a:ext cx="5149199" cy="2520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600" b="1" cap="all" baseline="0">
                <a:solidFill>
                  <a:schemeClr val="bg1"/>
                </a:solidFill>
              </a:defRPr>
            </a:lvl1pPr>
            <a:lvl2pPr marL="457053" indent="0" algn="ctr">
              <a:buNone/>
              <a:defRPr sz="2000"/>
            </a:lvl2pPr>
            <a:lvl3pPr marL="914106" indent="0" algn="ctr">
              <a:buNone/>
              <a:defRPr sz="1867"/>
            </a:lvl3pPr>
            <a:lvl4pPr marL="1371156" indent="0" algn="ctr">
              <a:buNone/>
              <a:defRPr sz="1600"/>
            </a:lvl4pPr>
            <a:lvl5pPr marL="1828209" indent="0" algn="ctr">
              <a:buNone/>
              <a:defRPr sz="1600"/>
            </a:lvl5pPr>
            <a:lvl6pPr marL="2285262" indent="0" algn="ctr">
              <a:buNone/>
              <a:defRPr sz="1600"/>
            </a:lvl6pPr>
            <a:lvl7pPr marL="2742311" indent="0" algn="ctr">
              <a:buNone/>
              <a:defRPr sz="1600"/>
            </a:lvl7pPr>
            <a:lvl8pPr marL="3199364" indent="0" algn="ctr">
              <a:buNone/>
              <a:defRPr sz="1600"/>
            </a:lvl8pPr>
            <a:lvl9pPr marL="3656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27" name="Date Placeholder 4"/>
          <p:cNvSpPr>
            <a:spLocks noGrp="1"/>
          </p:cNvSpPr>
          <p:nvPr>
            <p:ph type="dt" sz="half" idx="10"/>
          </p:nvPr>
        </p:nvSpPr>
        <p:spPr>
          <a:xfrm>
            <a:off x="947743" y="5499315"/>
            <a:ext cx="5148261" cy="252000"/>
          </a:xfrm>
        </p:spPr>
        <p:txBody>
          <a:bodyPr/>
          <a:lstStyle>
            <a:lvl1pPr>
              <a:defRPr sz="1600" b="1" cap="all" baseline="0">
                <a:solidFill>
                  <a:schemeClr val="bg1"/>
                </a:solidFill>
              </a:defRPr>
            </a:lvl1pPr>
          </a:lstStyle>
          <a:p>
            <a:endParaRPr lang="en-GB">
              <a:solidFill>
                <a:prstClr val="white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D37BEDD-DE22-453C-BDA6-052325CFC0E3}"/>
              </a:ext>
            </a:extLst>
          </p:cNvPr>
          <p:cNvSpPr txBox="1"/>
          <p:nvPr userDrawn="1"/>
        </p:nvSpPr>
        <p:spPr>
          <a:xfrm>
            <a:off x="7750803" y="6181206"/>
            <a:ext cx="3719733" cy="37586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defTabSz="914106">
              <a:spcBef>
                <a:spcPts val="800"/>
              </a:spcBef>
              <a:defRPr/>
            </a:pPr>
            <a:r>
              <a:rPr lang="en-GB" sz="1600" b="1">
                <a:solidFill>
                  <a:prstClr val="white"/>
                </a:solidFill>
              </a:rPr>
              <a:t>ADNOC ONSHORE</a:t>
            </a:r>
          </a:p>
          <a:p>
            <a:pPr algn="r" defTabSz="914106">
              <a:spcBef>
                <a:spcPts val="800"/>
              </a:spcBef>
            </a:pPr>
            <a:endParaRPr lang="en-GB" sz="1600" b="1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062235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9273063-0DF6-4043-B522-0B02E7572AC0}"/>
              </a:ext>
            </a:extLst>
          </p:cNvPr>
          <p:cNvSpPr/>
          <p:nvPr userDrawn="1"/>
        </p:nvSpPr>
        <p:spPr>
          <a:xfrm>
            <a:off x="240604" y="239401"/>
            <a:ext cx="11710800" cy="6379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5" tIns="45707" rIns="91415" bIns="45707" rtlCol="0" anchor="ctr"/>
          <a:lstStyle/>
          <a:p>
            <a:pPr algn="ctr" defTabSz="914106"/>
            <a:endParaRPr lang="en-GB" sz="1867">
              <a:solidFill>
                <a:prstClr val="white"/>
              </a:solidFill>
            </a:endParaRPr>
          </a:p>
        </p:txBody>
      </p:sp>
      <p:sp>
        <p:nvSpPr>
          <p:cNvPr id="4" name="Rectangle 3"/>
          <p:cNvSpPr/>
          <p:nvPr userDrawn="1"/>
        </p:nvSpPr>
        <p:spPr bwMode="white">
          <a:xfrm>
            <a:off x="10546432" y="4"/>
            <a:ext cx="923259" cy="16275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5" tIns="45707" rIns="91415" bIns="45707" rtlCol="0" anchor="ctr"/>
          <a:lstStyle/>
          <a:p>
            <a:pPr algn="ctr" defTabSz="914106"/>
            <a:endParaRPr lang="en-GB" sz="1867">
              <a:solidFill>
                <a:prstClr val="white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8844D0-934B-47B2-976A-5DC706F184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7749" y="2420940"/>
            <a:ext cx="8921751" cy="2418263"/>
          </a:xfrm>
        </p:spPr>
        <p:txBody>
          <a:bodyPr anchor="t"/>
          <a:lstStyle>
            <a:lvl1pPr algn="l">
              <a:defRPr sz="6667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19BBB8-DB32-437A-919F-970F1C8615B6}"/>
              </a:ext>
            </a:extLst>
          </p:cNvPr>
          <p:cNvSpPr txBox="1"/>
          <p:nvPr userDrawn="1"/>
        </p:nvSpPr>
        <p:spPr>
          <a:xfrm>
            <a:off x="7749956" y="6180254"/>
            <a:ext cx="3719733" cy="37586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defTabSz="914106">
              <a:spcBef>
                <a:spcPts val="800"/>
              </a:spcBef>
              <a:defRPr/>
            </a:pPr>
            <a:r>
              <a:rPr lang="en-GB" sz="1600" b="1">
                <a:solidFill>
                  <a:srgbClr val="1859A9"/>
                </a:solidFill>
              </a:rPr>
              <a:t>ADNOC ONSHORE</a:t>
            </a:r>
          </a:p>
          <a:p>
            <a:pPr algn="r" defTabSz="914106">
              <a:spcBef>
                <a:spcPts val="800"/>
              </a:spcBef>
            </a:pPr>
            <a:endParaRPr lang="en-GB" sz="1600" b="1">
              <a:solidFill>
                <a:srgbClr val="1859A9"/>
              </a:solidFill>
            </a:endParaRPr>
          </a:p>
        </p:txBody>
      </p:sp>
      <p:grpSp>
        <p:nvGrpSpPr>
          <p:cNvPr id="9" name="Group 8"/>
          <p:cNvGrpSpPr>
            <a:grpSpLocks noChangeAspect="1"/>
          </p:cNvGrpSpPr>
          <p:nvPr userDrawn="1"/>
        </p:nvGrpSpPr>
        <p:grpSpPr>
          <a:xfrm>
            <a:off x="10639084" y="333832"/>
            <a:ext cx="767941" cy="1201995"/>
            <a:chOff x="3986213" y="0"/>
            <a:chExt cx="4381501" cy="6858001"/>
          </a:xfrm>
          <a:solidFill>
            <a:schemeClr val="tx2"/>
          </a:solidFill>
        </p:grpSpPr>
        <p:sp>
          <p:nvSpPr>
            <p:cNvPr id="10" name="Freeform 5"/>
            <p:cNvSpPr>
              <a:spLocks/>
            </p:cNvSpPr>
            <p:nvPr/>
          </p:nvSpPr>
          <p:spPr bwMode="auto">
            <a:xfrm>
              <a:off x="6521451" y="1746250"/>
              <a:ext cx="1846263" cy="2443163"/>
            </a:xfrm>
            <a:custGeom>
              <a:avLst/>
              <a:gdLst>
                <a:gd name="T0" fmla="*/ 113 w 206"/>
                <a:gd name="T1" fmla="*/ 196 h 273"/>
                <a:gd name="T2" fmla="*/ 70 w 206"/>
                <a:gd name="T3" fmla="*/ 273 h 273"/>
                <a:gd name="T4" fmla="*/ 184 w 206"/>
                <a:gd name="T5" fmla="*/ 273 h 273"/>
                <a:gd name="T6" fmla="*/ 0 w 206"/>
                <a:gd name="T7" fmla="*/ 0 h 273"/>
                <a:gd name="T8" fmla="*/ 113 w 206"/>
                <a:gd name="T9" fmla="*/ 196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6" h="273">
                  <a:moveTo>
                    <a:pt x="113" y="196"/>
                  </a:moveTo>
                  <a:cubicBezTo>
                    <a:pt x="106" y="226"/>
                    <a:pt x="91" y="252"/>
                    <a:pt x="70" y="273"/>
                  </a:cubicBezTo>
                  <a:cubicBezTo>
                    <a:pt x="184" y="273"/>
                    <a:pt x="184" y="273"/>
                    <a:pt x="184" y="273"/>
                  </a:cubicBezTo>
                  <a:cubicBezTo>
                    <a:pt x="206" y="154"/>
                    <a:pt x="128" y="28"/>
                    <a:pt x="0" y="0"/>
                  </a:cubicBezTo>
                  <a:cubicBezTo>
                    <a:pt x="26" y="7"/>
                    <a:pt x="138" y="60"/>
                    <a:pt x="113" y="19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11" name="Freeform 6"/>
            <p:cNvSpPr>
              <a:spLocks/>
            </p:cNvSpPr>
            <p:nvPr/>
          </p:nvSpPr>
          <p:spPr bwMode="auto">
            <a:xfrm>
              <a:off x="3986213" y="0"/>
              <a:ext cx="4219575" cy="4189413"/>
            </a:xfrm>
            <a:custGeom>
              <a:avLst/>
              <a:gdLst>
                <a:gd name="T0" fmla="*/ 0 w 471"/>
                <a:gd name="T1" fmla="*/ 0 h 468"/>
                <a:gd name="T2" fmla="*/ 0 w 471"/>
                <a:gd name="T3" fmla="*/ 468 h 468"/>
                <a:gd name="T4" fmla="*/ 50 w 471"/>
                <a:gd name="T5" fmla="*/ 468 h 468"/>
                <a:gd name="T6" fmla="*/ 104 w 471"/>
                <a:gd name="T7" fmla="*/ 466 h 468"/>
                <a:gd name="T8" fmla="*/ 247 w 471"/>
                <a:gd name="T9" fmla="*/ 346 h 468"/>
                <a:gd name="T10" fmla="*/ 161 w 471"/>
                <a:gd name="T11" fmla="*/ 219 h 468"/>
                <a:gd name="T12" fmla="*/ 157 w 471"/>
                <a:gd name="T13" fmla="*/ 218 h 468"/>
                <a:gd name="T14" fmla="*/ 100 w 471"/>
                <a:gd name="T15" fmla="*/ 212 h 468"/>
                <a:gd name="T16" fmla="*/ 92 w 471"/>
                <a:gd name="T17" fmla="*/ 243 h 468"/>
                <a:gd name="T18" fmla="*/ 81 w 471"/>
                <a:gd name="T19" fmla="*/ 165 h 468"/>
                <a:gd name="T20" fmla="*/ 124 w 471"/>
                <a:gd name="T21" fmla="*/ 123 h 468"/>
                <a:gd name="T22" fmla="*/ 124 w 471"/>
                <a:gd name="T23" fmla="*/ 122 h 468"/>
                <a:gd name="T24" fmla="*/ 186 w 471"/>
                <a:gd name="T25" fmla="*/ 78 h 468"/>
                <a:gd name="T26" fmla="*/ 259 w 471"/>
                <a:gd name="T27" fmla="*/ 58 h 468"/>
                <a:gd name="T28" fmla="*/ 471 w 471"/>
                <a:gd name="T29" fmla="*/ 151 h 468"/>
                <a:gd name="T30" fmla="*/ 471 w 471"/>
                <a:gd name="T31" fmla="*/ 0 h 468"/>
                <a:gd name="T32" fmla="*/ 0 w 471"/>
                <a:gd name="T3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71" h="468">
                  <a:moveTo>
                    <a:pt x="0" y="0"/>
                  </a:moveTo>
                  <a:cubicBezTo>
                    <a:pt x="0" y="468"/>
                    <a:pt x="0" y="468"/>
                    <a:pt x="0" y="468"/>
                  </a:cubicBezTo>
                  <a:cubicBezTo>
                    <a:pt x="50" y="468"/>
                    <a:pt x="50" y="468"/>
                    <a:pt x="50" y="468"/>
                  </a:cubicBezTo>
                  <a:cubicBezTo>
                    <a:pt x="80" y="468"/>
                    <a:pt x="87" y="468"/>
                    <a:pt x="104" y="466"/>
                  </a:cubicBezTo>
                  <a:cubicBezTo>
                    <a:pt x="175" y="455"/>
                    <a:pt x="240" y="397"/>
                    <a:pt x="247" y="346"/>
                  </a:cubicBezTo>
                  <a:cubicBezTo>
                    <a:pt x="258" y="285"/>
                    <a:pt x="225" y="232"/>
                    <a:pt x="161" y="219"/>
                  </a:cubicBezTo>
                  <a:cubicBezTo>
                    <a:pt x="160" y="219"/>
                    <a:pt x="159" y="218"/>
                    <a:pt x="157" y="218"/>
                  </a:cubicBezTo>
                  <a:cubicBezTo>
                    <a:pt x="155" y="218"/>
                    <a:pt x="124" y="218"/>
                    <a:pt x="100" y="212"/>
                  </a:cubicBezTo>
                  <a:cubicBezTo>
                    <a:pt x="100" y="212"/>
                    <a:pt x="87" y="223"/>
                    <a:pt x="92" y="243"/>
                  </a:cubicBezTo>
                  <a:cubicBezTo>
                    <a:pt x="92" y="243"/>
                    <a:pt x="61" y="210"/>
                    <a:pt x="81" y="165"/>
                  </a:cubicBezTo>
                  <a:cubicBezTo>
                    <a:pt x="81" y="165"/>
                    <a:pt x="90" y="144"/>
                    <a:pt x="124" y="123"/>
                  </a:cubicBezTo>
                  <a:cubicBezTo>
                    <a:pt x="124" y="123"/>
                    <a:pt x="124" y="122"/>
                    <a:pt x="124" y="122"/>
                  </a:cubicBezTo>
                  <a:cubicBezTo>
                    <a:pt x="133" y="111"/>
                    <a:pt x="155" y="93"/>
                    <a:pt x="186" y="78"/>
                  </a:cubicBezTo>
                  <a:cubicBezTo>
                    <a:pt x="201" y="71"/>
                    <a:pt x="228" y="61"/>
                    <a:pt x="259" y="58"/>
                  </a:cubicBezTo>
                  <a:cubicBezTo>
                    <a:pt x="397" y="45"/>
                    <a:pt x="471" y="151"/>
                    <a:pt x="471" y="151"/>
                  </a:cubicBezTo>
                  <a:cubicBezTo>
                    <a:pt x="471" y="0"/>
                    <a:pt x="471" y="0"/>
                    <a:pt x="471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5545138" y="939800"/>
              <a:ext cx="2660650" cy="1011238"/>
            </a:xfrm>
            <a:custGeom>
              <a:avLst/>
              <a:gdLst>
                <a:gd name="T0" fmla="*/ 167 w 297"/>
                <a:gd name="T1" fmla="*/ 9 h 113"/>
                <a:gd name="T2" fmla="*/ 0 w 297"/>
                <a:gd name="T3" fmla="*/ 48 h 113"/>
                <a:gd name="T4" fmla="*/ 33 w 297"/>
                <a:gd name="T5" fmla="*/ 33 h 113"/>
                <a:gd name="T6" fmla="*/ 61 w 297"/>
                <a:gd name="T7" fmla="*/ 60 h 113"/>
                <a:gd name="T8" fmla="*/ 103 w 297"/>
                <a:gd name="T9" fmla="*/ 34 h 113"/>
                <a:gd name="T10" fmla="*/ 103 w 297"/>
                <a:gd name="T11" fmla="*/ 20 h 113"/>
                <a:gd name="T12" fmla="*/ 297 w 297"/>
                <a:gd name="T13" fmla="*/ 113 h 113"/>
                <a:gd name="T14" fmla="*/ 297 w 297"/>
                <a:gd name="T15" fmla="*/ 71 h 113"/>
                <a:gd name="T16" fmla="*/ 167 w 297"/>
                <a:gd name="T17" fmla="*/ 9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7" h="113">
                  <a:moveTo>
                    <a:pt x="167" y="9"/>
                  </a:moveTo>
                  <a:cubicBezTo>
                    <a:pt x="100" y="0"/>
                    <a:pt x="44" y="17"/>
                    <a:pt x="0" y="48"/>
                  </a:cubicBezTo>
                  <a:cubicBezTo>
                    <a:pt x="0" y="48"/>
                    <a:pt x="13" y="40"/>
                    <a:pt x="33" y="33"/>
                  </a:cubicBezTo>
                  <a:cubicBezTo>
                    <a:pt x="36" y="46"/>
                    <a:pt x="47" y="57"/>
                    <a:pt x="61" y="60"/>
                  </a:cubicBezTo>
                  <a:cubicBezTo>
                    <a:pt x="81" y="64"/>
                    <a:pt x="100" y="52"/>
                    <a:pt x="103" y="34"/>
                  </a:cubicBezTo>
                  <a:cubicBezTo>
                    <a:pt x="104" y="30"/>
                    <a:pt x="104" y="25"/>
                    <a:pt x="103" y="20"/>
                  </a:cubicBezTo>
                  <a:cubicBezTo>
                    <a:pt x="230" y="16"/>
                    <a:pt x="297" y="113"/>
                    <a:pt x="297" y="113"/>
                  </a:cubicBezTo>
                  <a:cubicBezTo>
                    <a:pt x="297" y="71"/>
                    <a:pt x="297" y="71"/>
                    <a:pt x="297" y="71"/>
                  </a:cubicBezTo>
                  <a:cubicBezTo>
                    <a:pt x="278" y="52"/>
                    <a:pt x="226" y="15"/>
                    <a:pt x="167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14" name="Freeform 8"/>
            <p:cNvSpPr>
              <a:spLocks noEditPoints="1"/>
            </p:cNvSpPr>
            <p:nvPr/>
          </p:nvSpPr>
          <p:spPr bwMode="auto">
            <a:xfrm>
              <a:off x="3986213" y="6007100"/>
              <a:ext cx="796925" cy="833438"/>
            </a:xfrm>
            <a:custGeom>
              <a:avLst/>
              <a:gdLst>
                <a:gd name="T0" fmla="*/ 310 w 502"/>
                <a:gd name="T1" fmla="*/ 311 h 525"/>
                <a:gd name="T2" fmla="*/ 248 w 502"/>
                <a:gd name="T3" fmla="*/ 124 h 525"/>
                <a:gd name="T4" fmla="*/ 186 w 502"/>
                <a:gd name="T5" fmla="*/ 311 h 525"/>
                <a:gd name="T6" fmla="*/ 310 w 502"/>
                <a:gd name="T7" fmla="*/ 311 h 525"/>
                <a:gd name="T8" fmla="*/ 198 w 502"/>
                <a:gd name="T9" fmla="*/ 0 h 525"/>
                <a:gd name="T10" fmla="*/ 305 w 502"/>
                <a:gd name="T11" fmla="*/ 0 h 525"/>
                <a:gd name="T12" fmla="*/ 502 w 502"/>
                <a:gd name="T13" fmla="*/ 525 h 525"/>
                <a:gd name="T14" fmla="*/ 384 w 502"/>
                <a:gd name="T15" fmla="*/ 525 h 525"/>
                <a:gd name="T16" fmla="*/ 339 w 502"/>
                <a:gd name="T17" fmla="*/ 401 h 525"/>
                <a:gd name="T18" fmla="*/ 158 w 502"/>
                <a:gd name="T19" fmla="*/ 401 h 525"/>
                <a:gd name="T20" fmla="*/ 113 w 502"/>
                <a:gd name="T21" fmla="*/ 525 h 525"/>
                <a:gd name="T22" fmla="*/ 0 w 502"/>
                <a:gd name="T23" fmla="*/ 525 h 525"/>
                <a:gd name="T24" fmla="*/ 198 w 502"/>
                <a:gd name="T25" fmla="*/ 0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02" h="525">
                  <a:moveTo>
                    <a:pt x="310" y="311"/>
                  </a:moveTo>
                  <a:lnTo>
                    <a:pt x="248" y="124"/>
                  </a:lnTo>
                  <a:lnTo>
                    <a:pt x="186" y="311"/>
                  </a:lnTo>
                  <a:lnTo>
                    <a:pt x="310" y="311"/>
                  </a:lnTo>
                  <a:close/>
                  <a:moveTo>
                    <a:pt x="198" y="0"/>
                  </a:moveTo>
                  <a:lnTo>
                    <a:pt x="305" y="0"/>
                  </a:lnTo>
                  <a:lnTo>
                    <a:pt x="502" y="525"/>
                  </a:lnTo>
                  <a:lnTo>
                    <a:pt x="384" y="525"/>
                  </a:lnTo>
                  <a:lnTo>
                    <a:pt x="339" y="401"/>
                  </a:lnTo>
                  <a:lnTo>
                    <a:pt x="158" y="401"/>
                  </a:lnTo>
                  <a:lnTo>
                    <a:pt x="113" y="525"/>
                  </a:lnTo>
                  <a:lnTo>
                    <a:pt x="0" y="525"/>
                  </a:lnTo>
                  <a:lnTo>
                    <a:pt x="19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4881563" y="6007100"/>
              <a:ext cx="717550" cy="833438"/>
            </a:xfrm>
            <a:custGeom>
              <a:avLst/>
              <a:gdLst>
                <a:gd name="T0" fmla="*/ 32 w 80"/>
                <a:gd name="T1" fmla="*/ 76 h 93"/>
                <a:gd name="T2" fmla="*/ 45 w 80"/>
                <a:gd name="T3" fmla="*/ 74 h 93"/>
                <a:gd name="T4" fmla="*/ 53 w 80"/>
                <a:gd name="T5" fmla="*/ 68 h 93"/>
                <a:gd name="T6" fmla="*/ 58 w 80"/>
                <a:gd name="T7" fmla="*/ 58 h 93"/>
                <a:gd name="T8" fmla="*/ 60 w 80"/>
                <a:gd name="T9" fmla="*/ 46 h 93"/>
                <a:gd name="T10" fmla="*/ 59 w 80"/>
                <a:gd name="T11" fmla="*/ 34 h 93"/>
                <a:gd name="T12" fmla="*/ 54 w 80"/>
                <a:gd name="T13" fmla="*/ 24 h 93"/>
                <a:gd name="T14" fmla="*/ 46 w 80"/>
                <a:gd name="T15" fmla="*/ 18 h 93"/>
                <a:gd name="T16" fmla="*/ 35 w 80"/>
                <a:gd name="T17" fmla="*/ 16 h 93"/>
                <a:gd name="T18" fmla="*/ 19 w 80"/>
                <a:gd name="T19" fmla="*/ 16 h 93"/>
                <a:gd name="T20" fmla="*/ 19 w 80"/>
                <a:gd name="T21" fmla="*/ 76 h 93"/>
                <a:gd name="T22" fmla="*/ 32 w 80"/>
                <a:gd name="T23" fmla="*/ 76 h 93"/>
                <a:gd name="T24" fmla="*/ 0 w 80"/>
                <a:gd name="T25" fmla="*/ 0 h 93"/>
                <a:gd name="T26" fmla="*/ 35 w 80"/>
                <a:gd name="T27" fmla="*/ 0 h 93"/>
                <a:gd name="T28" fmla="*/ 68 w 80"/>
                <a:gd name="T29" fmla="*/ 11 h 93"/>
                <a:gd name="T30" fmla="*/ 80 w 80"/>
                <a:gd name="T31" fmla="*/ 46 h 93"/>
                <a:gd name="T32" fmla="*/ 77 w 80"/>
                <a:gd name="T33" fmla="*/ 66 h 93"/>
                <a:gd name="T34" fmla="*/ 67 w 80"/>
                <a:gd name="T35" fmla="*/ 81 h 93"/>
                <a:gd name="T36" fmla="*/ 52 w 80"/>
                <a:gd name="T37" fmla="*/ 90 h 93"/>
                <a:gd name="T38" fmla="*/ 31 w 80"/>
                <a:gd name="T39" fmla="*/ 93 h 93"/>
                <a:gd name="T40" fmla="*/ 0 w 80"/>
                <a:gd name="T41" fmla="*/ 93 h 93"/>
                <a:gd name="T42" fmla="*/ 0 w 80"/>
                <a:gd name="T43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0" h="93">
                  <a:moveTo>
                    <a:pt x="32" y="76"/>
                  </a:moveTo>
                  <a:cubicBezTo>
                    <a:pt x="37" y="76"/>
                    <a:pt x="41" y="76"/>
                    <a:pt x="45" y="74"/>
                  </a:cubicBezTo>
                  <a:cubicBezTo>
                    <a:pt x="48" y="73"/>
                    <a:pt x="51" y="71"/>
                    <a:pt x="53" y="68"/>
                  </a:cubicBezTo>
                  <a:cubicBezTo>
                    <a:pt x="56" y="65"/>
                    <a:pt x="57" y="62"/>
                    <a:pt x="58" y="58"/>
                  </a:cubicBezTo>
                  <a:cubicBezTo>
                    <a:pt x="59" y="55"/>
                    <a:pt x="60" y="51"/>
                    <a:pt x="60" y="46"/>
                  </a:cubicBezTo>
                  <a:cubicBezTo>
                    <a:pt x="60" y="41"/>
                    <a:pt x="59" y="37"/>
                    <a:pt x="59" y="34"/>
                  </a:cubicBezTo>
                  <a:cubicBezTo>
                    <a:pt x="58" y="30"/>
                    <a:pt x="56" y="27"/>
                    <a:pt x="54" y="24"/>
                  </a:cubicBezTo>
                  <a:cubicBezTo>
                    <a:pt x="52" y="22"/>
                    <a:pt x="50" y="20"/>
                    <a:pt x="46" y="18"/>
                  </a:cubicBezTo>
                  <a:cubicBezTo>
                    <a:pt x="43" y="17"/>
                    <a:pt x="39" y="16"/>
                    <a:pt x="35" y="16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19" y="76"/>
                    <a:pt x="19" y="76"/>
                    <a:pt x="19" y="76"/>
                  </a:cubicBezTo>
                  <a:lnTo>
                    <a:pt x="32" y="76"/>
                  </a:lnTo>
                  <a:close/>
                  <a:moveTo>
                    <a:pt x="0" y="0"/>
                  </a:moveTo>
                  <a:cubicBezTo>
                    <a:pt x="35" y="0"/>
                    <a:pt x="35" y="0"/>
                    <a:pt x="35" y="0"/>
                  </a:cubicBezTo>
                  <a:cubicBezTo>
                    <a:pt x="49" y="0"/>
                    <a:pt x="60" y="4"/>
                    <a:pt x="68" y="11"/>
                  </a:cubicBezTo>
                  <a:cubicBezTo>
                    <a:pt x="76" y="19"/>
                    <a:pt x="80" y="31"/>
                    <a:pt x="80" y="46"/>
                  </a:cubicBezTo>
                  <a:cubicBezTo>
                    <a:pt x="80" y="54"/>
                    <a:pt x="79" y="60"/>
                    <a:pt x="77" y="66"/>
                  </a:cubicBezTo>
                  <a:cubicBezTo>
                    <a:pt x="74" y="72"/>
                    <a:pt x="71" y="77"/>
                    <a:pt x="67" y="81"/>
                  </a:cubicBezTo>
                  <a:cubicBezTo>
                    <a:pt x="63" y="85"/>
                    <a:pt x="58" y="88"/>
                    <a:pt x="52" y="90"/>
                  </a:cubicBezTo>
                  <a:cubicBezTo>
                    <a:pt x="46" y="92"/>
                    <a:pt x="39" y="93"/>
                    <a:pt x="31" y="93"/>
                  </a:cubicBezTo>
                  <a:cubicBezTo>
                    <a:pt x="0" y="93"/>
                    <a:pt x="0" y="93"/>
                    <a:pt x="0" y="93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17" name="Freeform 10"/>
            <p:cNvSpPr>
              <a:spLocks/>
            </p:cNvSpPr>
            <p:nvPr/>
          </p:nvSpPr>
          <p:spPr bwMode="auto">
            <a:xfrm>
              <a:off x="5734051" y="6007100"/>
              <a:ext cx="671513" cy="833438"/>
            </a:xfrm>
            <a:custGeom>
              <a:avLst/>
              <a:gdLst>
                <a:gd name="T0" fmla="*/ 0 w 423"/>
                <a:gd name="T1" fmla="*/ 0 h 525"/>
                <a:gd name="T2" fmla="*/ 101 w 423"/>
                <a:gd name="T3" fmla="*/ 0 h 525"/>
                <a:gd name="T4" fmla="*/ 316 w 423"/>
                <a:gd name="T5" fmla="*/ 344 h 525"/>
                <a:gd name="T6" fmla="*/ 316 w 423"/>
                <a:gd name="T7" fmla="*/ 0 h 525"/>
                <a:gd name="T8" fmla="*/ 423 w 423"/>
                <a:gd name="T9" fmla="*/ 0 h 525"/>
                <a:gd name="T10" fmla="*/ 423 w 423"/>
                <a:gd name="T11" fmla="*/ 525 h 525"/>
                <a:gd name="T12" fmla="*/ 327 w 423"/>
                <a:gd name="T13" fmla="*/ 525 h 525"/>
                <a:gd name="T14" fmla="*/ 107 w 423"/>
                <a:gd name="T15" fmla="*/ 181 h 525"/>
                <a:gd name="T16" fmla="*/ 107 w 423"/>
                <a:gd name="T17" fmla="*/ 525 h 525"/>
                <a:gd name="T18" fmla="*/ 0 w 423"/>
                <a:gd name="T19" fmla="*/ 525 h 525"/>
                <a:gd name="T20" fmla="*/ 0 w 423"/>
                <a:gd name="T21" fmla="*/ 0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23" h="525">
                  <a:moveTo>
                    <a:pt x="0" y="0"/>
                  </a:moveTo>
                  <a:lnTo>
                    <a:pt x="101" y="0"/>
                  </a:lnTo>
                  <a:lnTo>
                    <a:pt x="316" y="344"/>
                  </a:lnTo>
                  <a:lnTo>
                    <a:pt x="316" y="0"/>
                  </a:lnTo>
                  <a:lnTo>
                    <a:pt x="423" y="0"/>
                  </a:lnTo>
                  <a:lnTo>
                    <a:pt x="423" y="525"/>
                  </a:lnTo>
                  <a:lnTo>
                    <a:pt x="327" y="525"/>
                  </a:lnTo>
                  <a:lnTo>
                    <a:pt x="107" y="181"/>
                  </a:lnTo>
                  <a:lnTo>
                    <a:pt x="107" y="525"/>
                  </a:lnTo>
                  <a:lnTo>
                    <a:pt x="0" y="52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18" name="Freeform 11"/>
            <p:cNvSpPr>
              <a:spLocks noEditPoints="1"/>
            </p:cNvSpPr>
            <p:nvPr/>
          </p:nvSpPr>
          <p:spPr bwMode="auto">
            <a:xfrm>
              <a:off x="6548438" y="5980113"/>
              <a:ext cx="796925" cy="877888"/>
            </a:xfrm>
            <a:custGeom>
              <a:avLst/>
              <a:gdLst>
                <a:gd name="T0" fmla="*/ 45 w 89"/>
                <a:gd name="T1" fmla="*/ 82 h 98"/>
                <a:gd name="T2" fmla="*/ 63 w 89"/>
                <a:gd name="T3" fmla="*/ 73 h 98"/>
                <a:gd name="T4" fmla="*/ 69 w 89"/>
                <a:gd name="T5" fmla="*/ 49 h 98"/>
                <a:gd name="T6" fmla="*/ 63 w 89"/>
                <a:gd name="T7" fmla="*/ 26 h 98"/>
                <a:gd name="T8" fmla="*/ 45 w 89"/>
                <a:gd name="T9" fmla="*/ 17 h 98"/>
                <a:gd name="T10" fmla="*/ 26 w 89"/>
                <a:gd name="T11" fmla="*/ 26 h 98"/>
                <a:gd name="T12" fmla="*/ 20 w 89"/>
                <a:gd name="T13" fmla="*/ 49 h 98"/>
                <a:gd name="T14" fmla="*/ 26 w 89"/>
                <a:gd name="T15" fmla="*/ 73 h 98"/>
                <a:gd name="T16" fmla="*/ 45 w 89"/>
                <a:gd name="T17" fmla="*/ 82 h 98"/>
                <a:gd name="T18" fmla="*/ 45 w 89"/>
                <a:gd name="T19" fmla="*/ 98 h 98"/>
                <a:gd name="T20" fmla="*/ 26 w 89"/>
                <a:gd name="T21" fmla="*/ 95 h 98"/>
                <a:gd name="T22" fmla="*/ 12 w 89"/>
                <a:gd name="T23" fmla="*/ 85 h 98"/>
                <a:gd name="T24" fmla="*/ 3 w 89"/>
                <a:gd name="T25" fmla="*/ 70 h 98"/>
                <a:gd name="T26" fmla="*/ 0 w 89"/>
                <a:gd name="T27" fmla="*/ 49 h 98"/>
                <a:gd name="T28" fmla="*/ 3 w 89"/>
                <a:gd name="T29" fmla="*/ 29 h 98"/>
                <a:gd name="T30" fmla="*/ 12 w 89"/>
                <a:gd name="T31" fmla="*/ 14 h 98"/>
                <a:gd name="T32" fmla="*/ 26 w 89"/>
                <a:gd name="T33" fmla="*/ 4 h 98"/>
                <a:gd name="T34" fmla="*/ 45 w 89"/>
                <a:gd name="T35" fmla="*/ 0 h 98"/>
                <a:gd name="T36" fmla="*/ 63 w 89"/>
                <a:gd name="T37" fmla="*/ 4 h 98"/>
                <a:gd name="T38" fmla="*/ 77 w 89"/>
                <a:gd name="T39" fmla="*/ 14 h 98"/>
                <a:gd name="T40" fmla="*/ 86 w 89"/>
                <a:gd name="T41" fmla="*/ 29 h 98"/>
                <a:gd name="T42" fmla="*/ 89 w 89"/>
                <a:gd name="T43" fmla="*/ 49 h 98"/>
                <a:gd name="T44" fmla="*/ 86 w 89"/>
                <a:gd name="T45" fmla="*/ 70 h 98"/>
                <a:gd name="T46" fmla="*/ 77 w 89"/>
                <a:gd name="T47" fmla="*/ 85 h 98"/>
                <a:gd name="T48" fmla="*/ 63 w 89"/>
                <a:gd name="T49" fmla="*/ 95 h 98"/>
                <a:gd name="T50" fmla="*/ 45 w 89"/>
                <a:gd name="T51" fmla="*/ 9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9" h="98">
                  <a:moveTo>
                    <a:pt x="45" y="82"/>
                  </a:moveTo>
                  <a:cubicBezTo>
                    <a:pt x="53" y="82"/>
                    <a:pt x="59" y="79"/>
                    <a:pt x="63" y="73"/>
                  </a:cubicBezTo>
                  <a:cubicBezTo>
                    <a:pt x="67" y="68"/>
                    <a:pt x="69" y="60"/>
                    <a:pt x="69" y="49"/>
                  </a:cubicBezTo>
                  <a:cubicBezTo>
                    <a:pt x="69" y="39"/>
                    <a:pt x="67" y="31"/>
                    <a:pt x="63" y="26"/>
                  </a:cubicBezTo>
                  <a:cubicBezTo>
                    <a:pt x="59" y="20"/>
                    <a:pt x="53" y="17"/>
                    <a:pt x="45" y="17"/>
                  </a:cubicBezTo>
                  <a:cubicBezTo>
                    <a:pt x="36" y="17"/>
                    <a:pt x="30" y="20"/>
                    <a:pt x="26" y="26"/>
                  </a:cubicBezTo>
                  <a:cubicBezTo>
                    <a:pt x="22" y="31"/>
                    <a:pt x="20" y="39"/>
                    <a:pt x="20" y="49"/>
                  </a:cubicBezTo>
                  <a:cubicBezTo>
                    <a:pt x="20" y="60"/>
                    <a:pt x="22" y="68"/>
                    <a:pt x="26" y="73"/>
                  </a:cubicBezTo>
                  <a:cubicBezTo>
                    <a:pt x="30" y="79"/>
                    <a:pt x="36" y="82"/>
                    <a:pt x="45" y="82"/>
                  </a:cubicBezTo>
                  <a:moveTo>
                    <a:pt x="45" y="98"/>
                  </a:moveTo>
                  <a:cubicBezTo>
                    <a:pt x="38" y="98"/>
                    <a:pt x="31" y="97"/>
                    <a:pt x="26" y="95"/>
                  </a:cubicBezTo>
                  <a:cubicBezTo>
                    <a:pt x="21" y="93"/>
                    <a:pt x="16" y="89"/>
                    <a:pt x="12" y="85"/>
                  </a:cubicBezTo>
                  <a:cubicBezTo>
                    <a:pt x="8" y="81"/>
                    <a:pt x="5" y="76"/>
                    <a:pt x="3" y="70"/>
                  </a:cubicBezTo>
                  <a:cubicBezTo>
                    <a:pt x="1" y="64"/>
                    <a:pt x="0" y="57"/>
                    <a:pt x="0" y="49"/>
                  </a:cubicBezTo>
                  <a:cubicBezTo>
                    <a:pt x="0" y="42"/>
                    <a:pt x="1" y="35"/>
                    <a:pt x="3" y="29"/>
                  </a:cubicBezTo>
                  <a:cubicBezTo>
                    <a:pt x="5" y="23"/>
                    <a:pt x="8" y="18"/>
                    <a:pt x="12" y="14"/>
                  </a:cubicBezTo>
                  <a:cubicBezTo>
                    <a:pt x="16" y="9"/>
                    <a:pt x="21" y="6"/>
                    <a:pt x="26" y="4"/>
                  </a:cubicBezTo>
                  <a:cubicBezTo>
                    <a:pt x="32" y="2"/>
                    <a:pt x="38" y="0"/>
                    <a:pt x="45" y="0"/>
                  </a:cubicBezTo>
                  <a:cubicBezTo>
                    <a:pt x="52" y="0"/>
                    <a:pt x="58" y="2"/>
                    <a:pt x="63" y="4"/>
                  </a:cubicBezTo>
                  <a:cubicBezTo>
                    <a:pt x="69" y="6"/>
                    <a:pt x="73" y="9"/>
                    <a:pt x="77" y="14"/>
                  </a:cubicBezTo>
                  <a:cubicBezTo>
                    <a:pt x="81" y="18"/>
                    <a:pt x="84" y="23"/>
                    <a:pt x="86" y="29"/>
                  </a:cubicBezTo>
                  <a:cubicBezTo>
                    <a:pt x="88" y="35"/>
                    <a:pt x="89" y="42"/>
                    <a:pt x="89" y="49"/>
                  </a:cubicBezTo>
                  <a:cubicBezTo>
                    <a:pt x="89" y="57"/>
                    <a:pt x="88" y="64"/>
                    <a:pt x="86" y="70"/>
                  </a:cubicBezTo>
                  <a:cubicBezTo>
                    <a:pt x="84" y="76"/>
                    <a:pt x="81" y="81"/>
                    <a:pt x="77" y="85"/>
                  </a:cubicBezTo>
                  <a:cubicBezTo>
                    <a:pt x="74" y="89"/>
                    <a:pt x="69" y="93"/>
                    <a:pt x="63" y="95"/>
                  </a:cubicBezTo>
                  <a:cubicBezTo>
                    <a:pt x="58" y="97"/>
                    <a:pt x="52" y="98"/>
                    <a:pt x="45" y="9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19" name="Freeform 12"/>
            <p:cNvSpPr>
              <a:spLocks/>
            </p:cNvSpPr>
            <p:nvPr/>
          </p:nvSpPr>
          <p:spPr bwMode="auto">
            <a:xfrm>
              <a:off x="7453313" y="5980113"/>
              <a:ext cx="742950" cy="877888"/>
            </a:xfrm>
            <a:custGeom>
              <a:avLst/>
              <a:gdLst>
                <a:gd name="T0" fmla="*/ 83 w 83"/>
                <a:gd name="T1" fmla="*/ 64 h 98"/>
                <a:gd name="T2" fmla="*/ 79 w 83"/>
                <a:gd name="T3" fmla="*/ 77 h 98"/>
                <a:gd name="T4" fmla="*/ 71 w 83"/>
                <a:gd name="T5" fmla="*/ 88 h 98"/>
                <a:gd name="T6" fmla="*/ 59 w 83"/>
                <a:gd name="T7" fmla="*/ 96 h 98"/>
                <a:gd name="T8" fmla="*/ 43 w 83"/>
                <a:gd name="T9" fmla="*/ 98 h 98"/>
                <a:gd name="T10" fmla="*/ 24 w 83"/>
                <a:gd name="T11" fmla="*/ 95 h 98"/>
                <a:gd name="T12" fmla="*/ 11 w 83"/>
                <a:gd name="T13" fmla="*/ 85 h 98"/>
                <a:gd name="T14" fmla="*/ 3 w 83"/>
                <a:gd name="T15" fmla="*/ 69 h 98"/>
                <a:gd name="T16" fmla="*/ 0 w 83"/>
                <a:gd name="T17" fmla="*/ 49 h 98"/>
                <a:gd name="T18" fmla="*/ 3 w 83"/>
                <a:gd name="T19" fmla="*/ 29 h 98"/>
                <a:gd name="T20" fmla="*/ 12 w 83"/>
                <a:gd name="T21" fmla="*/ 14 h 98"/>
                <a:gd name="T22" fmla="*/ 25 w 83"/>
                <a:gd name="T23" fmla="*/ 4 h 98"/>
                <a:gd name="T24" fmla="*/ 43 w 83"/>
                <a:gd name="T25" fmla="*/ 0 h 98"/>
                <a:gd name="T26" fmla="*/ 59 w 83"/>
                <a:gd name="T27" fmla="*/ 3 h 98"/>
                <a:gd name="T28" fmla="*/ 70 w 83"/>
                <a:gd name="T29" fmla="*/ 9 h 98"/>
                <a:gd name="T30" fmla="*/ 77 w 83"/>
                <a:gd name="T31" fmla="*/ 19 h 98"/>
                <a:gd name="T32" fmla="*/ 81 w 83"/>
                <a:gd name="T33" fmla="*/ 32 h 98"/>
                <a:gd name="T34" fmla="*/ 62 w 83"/>
                <a:gd name="T35" fmla="*/ 35 h 98"/>
                <a:gd name="T36" fmla="*/ 56 w 83"/>
                <a:gd name="T37" fmla="*/ 22 h 98"/>
                <a:gd name="T38" fmla="*/ 43 w 83"/>
                <a:gd name="T39" fmla="*/ 17 h 98"/>
                <a:gd name="T40" fmla="*/ 26 w 83"/>
                <a:gd name="T41" fmla="*/ 26 h 98"/>
                <a:gd name="T42" fmla="*/ 20 w 83"/>
                <a:gd name="T43" fmla="*/ 49 h 98"/>
                <a:gd name="T44" fmla="*/ 27 w 83"/>
                <a:gd name="T45" fmla="*/ 73 h 98"/>
                <a:gd name="T46" fmla="*/ 43 w 83"/>
                <a:gd name="T47" fmla="*/ 82 h 98"/>
                <a:gd name="T48" fmla="*/ 56 w 83"/>
                <a:gd name="T49" fmla="*/ 77 h 98"/>
                <a:gd name="T50" fmla="*/ 62 w 83"/>
                <a:gd name="T51" fmla="*/ 64 h 98"/>
                <a:gd name="T52" fmla="*/ 83 w 83"/>
                <a:gd name="T53" fmla="*/ 64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3" h="98">
                  <a:moveTo>
                    <a:pt x="83" y="64"/>
                  </a:moveTo>
                  <a:cubicBezTo>
                    <a:pt x="82" y="69"/>
                    <a:pt x="81" y="73"/>
                    <a:pt x="79" y="77"/>
                  </a:cubicBezTo>
                  <a:cubicBezTo>
                    <a:pt x="77" y="82"/>
                    <a:pt x="75" y="85"/>
                    <a:pt x="71" y="88"/>
                  </a:cubicBezTo>
                  <a:cubicBezTo>
                    <a:pt x="68" y="91"/>
                    <a:pt x="64" y="94"/>
                    <a:pt x="59" y="96"/>
                  </a:cubicBezTo>
                  <a:cubicBezTo>
                    <a:pt x="55" y="97"/>
                    <a:pt x="49" y="98"/>
                    <a:pt x="43" y="98"/>
                  </a:cubicBezTo>
                  <a:cubicBezTo>
                    <a:pt x="36" y="98"/>
                    <a:pt x="30" y="97"/>
                    <a:pt x="24" y="95"/>
                  </a:cubicBezTo>
                  <a:cubicBezTo>
                    <a:pt x="19" y="92"/>
                    <a:pt x="15" y="89"/>
                    <a:pt x="11" y="85"/>
                  </a:cubicBezTo>
                  <a:cubicBezTo>
                    <a:pt x="7" y="81"/>
                    <a:pt x="5" y="75"/>
                    <a:pt x="3" y="69"/>
                  </a:cubicBezTo>
                  <a:cubicBezTo>
                    <a:pt x="1" y="63"/>
                    <a:pt x="0" y="57"/>
                    <a:pt x="0" y="49"/>
                  </a:cubicBezTo>
                  <a:cubicBezTo>
                    <a:pt x="0" y="42"/>
                    <a:pt x="1" y="35"/>
                    <a:pt x="3" y="29"/>
                  </a:cubicBezTo>
                  <a:cubicBezTo>
                    <a:pt x="5" y="23"/>
                    <a:pt x="8" y="18"/>
                    <a:pt x="12" y="14"/>
                  </a:cubicBezTo>
                  <a:cubicBezTo>
                    <a:pt x="15" y="9"/>
                    <a:pt x="20" y="6"/>
                    <a:pt x="25" y="4"/>
                  </a:cubicBezTo>
                  <a:cubicBezTo>
                    <a:pt x="31" y="2"/>
                    <a:pt x="37" y="0"/>
                    <a:pt x="43" y="0"/>
                  </a:cubicBezTo>
                  <a:cubicBezTo>
                    <a:pt x="49" y="0"/>
                    <a:pt x="54" y="1"/>
                    <a:pt x="59" y="3"/>
                  </a:cubicBezTo>
                  <a:cubicBezTo>
                    <a:pt x="63" y="4"/>
                    <a:pt x="67" y="6"/>
                    <a:pt x="70" y="9"/>
                  </a:cubicBezTo>
                  <a:cubicBezTo>
                    <a:pt x="73" y="12"/>
                    <a:pt x="75" y="15"/>
                    <a:pt x="77" y="19"/>
                  </a:cubicBezTo>
                  <a:cubicBezTo>
                    <a:pt x="79" y="23"/>
                    <a:pt x="80" y="27"/>
                    <a:pt x="81" y="32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1" y="29"/>
                    <a:pt x="59" y="25"/>
                    <a:pt x="56" y="22"/>
                  </a:cubicBezTo>
                  <a:cubicBezTo>
                    <a:pt x="53" y="19"/>
                    <a:pt x="49" y="17"/>
                    <a:pt x="43" y="17"/>
                  </a:cubicBezTo>
                  <a:cubicBezTo>
                    <a:pt x="36" y="17"/>
                    <a:pt x="30" y="20"/>
                    <a:pt x="26" y="26"/>
                  </a:cubicBezTo>
                  <a:cubicBezTo>
                    <a:pt x="22" y="31"/>
                    <a:pt x="20" y="39"/>
                    <a:pt x="20" y="49"/>
                  </a:cubicBezTo>
                  <a:cubicBezTo>
                    <a:pt x="20" y="60"/>
                    <a:pt x="23" y="68"/>
                    <a:pt x="27" y="73"/>
                  </a:cubicBezTo>
                  <a:cubicBezTo>
                    <a:pt x="31" y="79"/>
                    <a:pt x="36" y="82"/>
                    <a:pt x="43" y="82"/>
                  </a:cubicBezTo>
                  <a:cubicBezTo>
                    <a:pt x="49" y="82"/>
                    <a:pt x="54" y="80"/>
                    <a:pt x="56" y="77"/>
                  </a:cubicBezTo>
                  <a:cubicBezTo>
                    <a:pt x="59" y="74"/>
                    <a:pt x="61" y="69"/>
                    <a:pt x="62" y="64"/>
                  </a:cubicBezTo>
                  <a:lnTo>
                    <a:pt x="83" y="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20" name="Freeform 13"/>
            <p:cNvSpPr>
              <a:spLocks noEditPoints="1"/>
            </p:cNvSpPr>
            <p:nvPr/>
          </p:nvSpPr>
          <p:spPr bwMode="auto">
            <a:xfrm>
              <a:off x="3986213" y="4735513"/>
              <a:ext cx="1066800" cy="887413"/>
            </a:xfrm>
            <a:custGeom>
              <a:avLst/>
              <a:gdLst>
                <a:gd name="T0" fmla="*/ 82 w 119"/>
                <a:gd name="T1" fmla="*/ 40 h 99"/>
                <a:gd name="T2" fmla="*/ 82 w 119"/>
                <a:gd name="T3" fmla="*/ 47 h 99"/>
                <a:gd name="T4" fmla="*/ 57 w 119"/>
                <a:gd name="T5" fmla="*/ 47 h 99"/>
                <a:gd name="T6" fmla="*/ 57 w 119"/>
                <a:gd name="T7" fmla="*/ 40 h 99"/>
                <a:gd name="T8" fmla="*/ 60 w 119"/>
                <a:gd name="T9" fmla="*/ 40 h 99"/>
                <a:gd name="T10" fmla="*/ 60 w 119"/>
                <a:gd name="T11" fmla="*/ 36 h 99"/>
                <a:gd name="T12" fmla="*/ 63 w 119"/>
                <a:gd name="T13" fmla="*/ 28 h 99"/>
                <a:gd name="T14" fmla="*/ 71 w 119"/>
                <a:gd name="T15" fmla="*/ 25 h 99"/>
                <a:gd name="T16" fmla="*/ 78 w 119"/>
                <a:gd name="T17" fmla="*/ 28 h 99"/>
                <a:gd name="T18" fmla="*/ 81 w 119"/>
                <a:gd name="T19" fmla="*/ 35 h 99"/>
                <a:gd name="T20" fmla="*/ 75 w 119"/>
                <a:gd name="T21" fmla="*/ 36 h 99"/>
                <a:gd name="T22" fmla="*/ 74 w 119"/>
                <a:gd name="T23" fmla="*/ 32 h 99"/>
                <a:gd name="T24" fmla="*/ 71 w 119"/>
                <a:gd name="T25" fmla="*/ 32 h 99"/>
                <a:gd name="T26" fmla="*/ 67 w 119"/>
                <a:gd name="T27" fmla="*/ 36 h 99"/>
                <a:gd name="T28" fmla="*/ 67 w 119"/>
                <a:gd name="T29" fmla="*/ 40 h 99"/>
                <a:gd name="T30" fmla="*/ 82 w 119"/>
                <a:gd name="T31" fmla="*/ 40 h 99"/>
                <a:gd name="T32" fmla="*/ 100 w 119"/>
                <a:gd name="T33" fmla="*/ 82 h 99"/>
                <a:gd name="T34" fmla="*/ 100 w 119"/>
                <a:gd name="T35" fmla="*/ 0 h 99"/>
                <a:gd name="T36" fmla="*/ 119 w 119"/>
                <a:gd name="T37" fmla="*/ 0 h 99"/>
                <a:gd name="T38" fmla="*/ 119 w 119"/>
                <a:gd name="T39" fmla="*/ 99 h 99"/>
                <a:gd name="T40" fmla="*/ 38 w 119"/>
                <a:gd name="T41" fmla="*/ 99 h 99"/>
                <a:gd name="T42" fmla="*/ 10 w 119"/>
                <a:gd name="T43" fmla="*/ 91 h 99"/>
                <a:gd name="T44" fmla="*/ 0 w 119"/>
                <a:gd name="T45" fmla="*/ 65 h 99"/>
                <a:gd name="T46" fmla="*/ 4 w 119"/>
                <a:gd name="T47" fmla="*/ 49 h 99"/>
                <a:gd name="T48" fmla="*/ 16 w 119"/>
                <a:gd name="T49" fmla="*/ 37 h 99"/>
                <a:gd name="T50" fmla="*/ 34 w 119"/>
                <a:gd name="T51" fmla="*/ 33 h 99"/>
                <a:gd name="T52" fmla="*/ 36 w 119"/>
                <a:gd name="T53" fmla="*/ 49 h 99"/>
                <a:gd name="T54" fmla="*/ 23 w 119"/>
                <a:gd name="T55" fmla="*/ 54 h 99"/>
                <a:gd name="T56" fmla="*/ 19 w 119"/>
                <a:gd name="T57" fmla="*/ 65 h 99"/>
                <a:gd name="T58" fmla="*/ 23 w 119"/>
                <a:gd name="T59" fmla="*/ 78 h 99"/>
                <a:gd name="T60" fmla="*/ 38 w 119"/>
                <a:gd name="T61" fmla="*/ 82 h 99"/>
                <a:gd name="T62" fmla="*/ 100 w 119"/>
                <a:gd name="T63" fmla="*/ 82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19" h="99">
                  <a:moveTo>
                    <a:pt x="82" y="40"/>
                  </a:moveTo>
                  <a:cubicBezTo>
                    <a:pt x="82" y="47"/>
                    <a:pt x="82" y="47"/>
                    <a:pt x="82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60" y="33"/>
                    <a:pt x="61" y="30"/>
                    <a:pt x="63" y="28"/>
                  </a:cubicBezTo>
                  <a:cubicBezTo>
                    <a:pt x="65" y="26"/>
                    <a:pt x="67" y="25"/>
                    <a:pt x="71" y="25"/>
                  </a:cubicBezTo>
                  <a:cubicBezTo>
                    <a:pt x="74" y="25"/>
                    <a:pt x="77" y="26"/>
                    <a:pt x="78" y="28"/>
                  </a:cubicBezTo>
                  <a:cubicBezTo>
                    <a:pt x="80" y="29"/>
                    <a:pt x="81" y="31"/>
                    <a:pt x="81" y="35"/>
                  </a:cubicBezTo>
                  <a:cubicBezTo>
                    <a:pt x="75" y="36"/>
                    <a:pt x="75" y="36"/>
                    <a:pt x="75" y="36"/>
                  </a:cubicBezTo>
                  <a:cubicBezTo>
                    <a:pt x="75" y="34"/>
                    <a:pt x="75" y="33"/>
                    <a:pt x="74" y="32"/>
                  </a:cubicBezTo>
                  <a:cubicBezTo>
                    <a:pt x="74" y="32"/>
                    <a:pt x="73" y="32"/>
                    <a:pt x="71" y="32"/>
                  </a:cubicBezTo>
                  <a:cubicBezTo>
                    <a:pt x="68" y="32"/>
                    <a:pt x="67" y="33"/>
                    <a:pt x="67" y="36"/>
                  </a:cubicBezTo>
                  <a:cubicBezTo>
                    <a:pt x="67" y="40"/>
                    <a:pt x="67" y="40"/>
                    <a:pt x="67" y="40"/>
                  </a:cubicBezTo>
                  <a:lnTo>
                    <a:pt x="82" y="40"/>
                  </a:lnTo>
                  <a:close/>
                  <a:moveTo>
                    <a:pt x="100" y="82"/>
                  </a:moveTo>
                  <a:cubicBezTo>
                    <a:pt x="100" y="0"/>
                    <a:pt x="100" y="0"/>
                    <a:pt x="100" y="0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99"/>
                    <a:pt x="119" y="99"/>
                    <a:pt x="119" y="99"/>
                  </a:cubicBezTo>
                  <a:cubicBezTo>
                    <a:pt x="38" y="99"/>
                    <a:pt x="38" y="99"/>
                    <a:pt x="38" y="99"/>
                  </a:cubicBezTo>
                  <a:cubicBezTo>
                    <a:pt x="25" y="99"/>
                    <a:pt x="16" y="96"/>
                    <a:pt x="10" y="91"/>
                  </a:cubicBezTo>
                  <a:cubicBezTo>
                    <a:pt x="3" y="85"/>
                    <a:pt x="0" y="77"/>
                    <a:pt x="0" y="65"/>
                  </a:cubicBezTo>
                  <a:cubicBezTo>
                    <a:pt x="0" y="59"/>
                    <a:pt x="2" y="54"/>
                    <a:pt x="4" y="49"/>
                  </a:cubicBezTo>
                  <a:cubicBezTo>
                    <a:pt x="7" y="44"/>
                    <a:pt x="11" y="40"/>
                    <a:pt x="16" y="37"/>
                  </a:cubicBezTo>
                  <a:cubicBezTo>
                    <a:pt x="21" y="34"/>
                    <a:pt x="27" y="33"/>
                    <a:pt x="34" y="33"/>
                  </a:cubicBezTo>
                  <a:cubicBezTo>
                    <a:pt x="36" y="49"/>
                    <a:pt x="36" y="49"/>
                    <a:pt x="36" y="49"/>
                  </a:cubicBezTo>
                  <a:cubicBezTo>
                    <a:pt x="30" y="50"/>
                    <a:pt x="25" y="51"/>
                    <a:pt x="23" y="54"/>
                  </a:cubicBezTo>
                  <a:cubicBezTo>
                    <a:pt x="20" y="56"/>
                    <a:pt x="19" y="60"/>
                    <a:pt x="19" y="65"/>
                  </a:cubicBezTo>
                  <a:cubicBezTo>
                    <a:pt x="19" y="71"/>
                    <a:pt x="20" y="76"/>
                    <a:pt x="23" y="78"/>
                  </a:cubicBezTo>
                  <a:cubicBezTo>
                    <a:pt x="26" y="81"/>
                    <a:pt x="31" y="82"/>
                    <a:pt x="38" y="82"/>
                  </a:cubicBezTo>
                  <a:lnTo>
                    <a:pt x="100" y="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21" name="Freeform 14"/>
            <p:cNvSpPr>
              <a:spLocks noEditPoints="1"/>
            </p:cNvSpPr>
            <p:nvPr/>
          </p:nvSpPr>
          <p:spPr bwMode="auto">
            <a:xfrm>
              <a:off x="5195888" y="5005388"/>
              <a:ext cx="1684338" cy="903288"/>
            </a:xfrm>
            <a:custGeom>
              <a:avLst/>
              <a:gdLst>
                <a:gd name="T0" fmla="*/ 44 w 188"/>
                <a:gd name="T1" fmla="*/ 52 h 101"/>
                <a:gd name="T2" fmla="*/ 38 w 188"/>
                <a:gd name="T3" fmla="*/ 52 h 101"/>
                <a:gd name="T4" fmla="*/ 19 w 188"/>
                <a:gd name="T5" fmla="*/ 32 h 101"/>
                <a:gd name="T6" fmla="*/ 22 w 188"/>
                <a:gd name="T7" fmla="*/ 20 h 101"/>
                <a:gd name="T8" fmla="*/ 32 w 188"/>
                <a:gd name="T9" fmla="*/ 16 h 101"/>
                <a:gd name="T10" fmla="*/ 39 w 188"/>
                <a:gd name="T11" fmla="*/ 17 h 101"/>
                <a:gd name="T12" fmla="*/ 43 w 188"/>
                <a:gd name="T13" fmla="*/ 23 h 101"/>
                <a:gd name="T14" fmla="*/ 44 w 188"/>
                <a:gd name="T15" fmla="*/ 37 h 101"/>
                <a:gd name="T16" fmla="*/ 44 w 188"/>
                <a:gd name="T17" fmla="*/ 52 h 101"/>
                <a:gd name="T18" fmla="*/ 170 w 188"/>
                <a:gd name="T19" fmla="*/ 0 h 101"/>
                <a:gd name="T20" fmla="*/ 170 w 188"/>
                <a:gd name="T21" fmla="*/ 52 h 101"/>
                <a:gd name="T22" fmla="*/ 63 w 188"/>
                <a:gd name="T23" fmla="*/ 52 h 101"/>
                <a:gd name="T24" fmla="*/ 63 w 188"/>
                <a:gd name="T25" fmla="*/ 32 h 101"/>
                <a:gd name="T26" fmla="*/ 55 w 188"/>
                <a:gd name="T27" fmla="*/ 8 h 101"/>
                <a:gd name="T28" fmla="*/ 32 w 188"/>
                <a:gd name="T29" fmla="*/ 0 h 101"/>
                <a:gd name="T30" fmla="*/ 8 w 188"/>
                <a:gd name="T31" fmla="*/ 9 h 101"/>
                <a:gd name="T32" fmla="*/ 0 w 188"/>
                <a:gd name="T33" fmla="*/ 32 h 101"/>
                <a:gd name="T34" fmla="*/ 11 w 188"/>
                <a:gd name="T35" fmla="*/ 60 h 101"/>
                <a:gd name="T36" fmla="*/ 42 w 188"/>
                <a:gd name="T37" fmla="*/ 69 h 101"/>
                <a:gd name="T38" fmla="*/ 44 w 188"/>
                <a:gd name="T39" fmla="*/ 69 h 101"/>
                <a:gd name="T40" fmla="*/ 44 w 188"/>
                <a:gd name="T41" fmla="*/ 72 h 101"/>
                <a:gd name="T42" fmla="*/ 41 w 188"/>
                <a:gd name="T43" fmla="*/ 86 h 101"/>
                <a:gd name="T44" fmla="*/ 51 w 188"/>
                <a:gd name="T45" fmla="*/ 101 h 101"/>
                <a:gd name="T46" fmla="*/ 55 w 188"/>
                <a:gd name="T47" fmla="*/ 97 h 101"/>
                <a:gd name="T48" fmla="*/ 63 w 188"/>
                <a:gd name="T49" fmla="*/ 69 h 101"/>
                <a:gd name="T50" fmla="*/ 188 w 188"/>
                <a:gd name="T51" fmla="*/ 69 h 101"/>
                <a:gd name="T52" fmla="*/ 188 w 188"/>
                <a:gd name="T53" fmla="*/ 0 h 101"/>
                <a:gd name="T54" fmla="*/ 170 w 188"/>
                <a:gd name="T55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8" h="101">
                  <a:moveTo>
                    <a:pt x="44" y="52"/>
                  </a:moveTo>
                  <a:cubicBezTo>
                    <a:pt x="38" y="52"/>
                    <a:pt x="38" y="52"/>
                    <a:pt x="38" y="52"/>
                  </a:cubicBezTo>
                  <a:cubicBezTo>
                    <a:pt x="25" y="52"/>
                    <a:pt x="19" y="45"/>
                    <a:pt x="19" y="32"/>
                  </a:cubicBezTo>
                  <a:cubicBezTo>
                    <a:pt x="19" y="27"/>
                    <a:pt x="20" y="23"/>
                    <a:pt x="22" y="20"/>
                  </a:cubicBezTo>
                  <a:cubicBezTo>
                    <a:pt x="24" y="17"/>
                    <a:pt x="27" y="16"/>
                    <a:pt x="32" y="16"/>
                  </a:cubicBezTo>
                  <a:cubicBezTo>
                    <a:pt x="35" y="16"/>
                    <a:pt x="37" y="16"/>
                    <a:pt x="39" y="17"/>
                  </a:cubicBezTo>
                  <a:cubicBezTo>
                    <a:pt x="41" y="19"/>
                    <a:pt x="42" y="20"/>
                    <a:pt x="43" y="23"/>
                  </a:cubicBezTo>
                  <a:cubicBezTo>
                    <a:pt x="44" y="26"/>
                    <a:pt x="44" y="32"/>
                    <a:pt x="44" y="37"/>
                  </a:cubicBezTo>
                  <a:lnTo>
                    <a:pt x="44" y="52"/>
                  </a:lnTo>
                  <a:close/>
                  <a:moveTo>
                    <a:pt x="170" y="0"/>
                  </a:moveTo>
                  <a:cubicBezTo>
                    <a:pt x="170" y="52"/>
                    <a:pt x="170" y="52"/>
                    <a:pt x="170" y="52"/>
                  </a:cubicBezTo>
                  <a:cubicBezTo>
                    <a:pt x="63" y="52"/>
                    <a:pt x="63" y="52"/>
                    <a:pt x="63" y="52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22"/>
                    <a:pt x="60" y="13"/>
                    <a:pt x="55" y="8"/>
                  </a:cubicBezTo>
                  <a:cubicBezTo>
                    <a:pt x="50" y="3"/>
                    <a:pt x="42" y="0"/>
                    <a:pt x="32" y="0"/>
                  </a:cubicBezTo>
                  <a:cubicBezTo>
                    <a:pt x="22" y="0"/>
                    <a:pt x="14" y="3"/>
                    <a:pt x="8" y="9"/>
                  </a:cubicBezTo>
                  <a:cubicBezTo>
                    <a:pt x="3" y="14"/>
                    <a:pt x="0" y="22"/>
                    <a:pt x="0" y="32"/>
                  </a:cubicBezTo>
                  <a:cubicBezTo>
                    <a:pt x="0" y="44"/>
                    <a:pt x="3" y="54"/>
                    <a:pt x="11" y="60"/>
                  </a:cubicBezTo>
                  <a:cubicBezTo>
                    <a:pt x="18" y="66"/>
                    <a:pt x="28" y="69"/>
                    <a:pt x="42" y="69"/>
                  </a:cubicBezTo>
                  <a:cubicBezTo>
                    <a:pt x="44" y="69"/>
                    <a:pt x="44" y="69"/>
                    <a:pt x="44" y="69"/>
                  </a:cubicBezTo>
                  <a:cubicBezTo>
                    <a:pt x="44" y="72"/>
                    <a:pt x="44" y="72"/>
                    <a:pt x="44" y="72"/>
                  </a:cubicBezTo>
                  <a:cubicBezTo>
                    <a:pt x="44" y="79"/>
                    <a:pt x="43" y="83"/>
                    <a:pt x="41" y="86"/>
                  </a:cubicBezTo>
                  <a:cubicBezTo>
                    <a:pt x="51" y="101"/>
                    <a:pt x="51" y="101"/>
                    <a:pt x="51" y="101"/>
                  </a:cubicBezTo>
                  <a:cubicBezTo>
                    <a:pt x="53" y="100"/>
                    <a:pt x="54" y="99"/>
                    <a:pt x="55" y="97"/>
                  </a:cubicBezTo>
                  <a:cubicBezTo>
                    <a:pt x="60" y="92"/>
                    <a:pt x="63" y="80"/>
                    <a:pt x="63" y="69"/>
                  </a:cubicBezTo>
                  <a:cubicBezTo>
                    <a:pt x="188" y="69"/>
                    <a:pt x="188" y="69"/>
                    <a:pt x="188" y="69"/>
                  </a:cubicBezTo>
                  <a:cubicBezTo>
                    <a:pt x="188" y="0"/>
                    <a:pt x="188" y="0"/>
                    <a:pt x="188" y="0"/>
                  </a:cubicBezTo>
                  <a:lnTo>
                    <a:pt x="17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22" name="Rectangle 15"/>
            <p:cNvSpPr>
              <a:spLocks noChangeArrowheads="1"/>
            </p:cNvSpPr>
            <p:nvPr/>
          </p:nvSpPr>
          <p:spPr bwMode="auto">
            <a:xfrm>
              <a:off x="6718301" y="4754563"/>
              <a:ext cx="161925" cy="169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23" name="Freeform 16"/>
            <p:cNvSpPr>
              <a:spLocks/>
            </p:cNvSpPr>
            <p:nvPr/>
          </p:nvSpPr>
          <p:spPr bwMode="auto">
            <a:xfrm>
              <a:off x="7013576" y="5005388"/>
              <a:ext cx="833438" cy="617538"/>
            </a:xfrm>
            <a:custGeom>
              <a:avLst/>
              <a:gdLst>
                <a:gd name="T0" fmla="*/ 74 w 93"/>
                <a:gd name="T1" fmla="*/ 52 h 69"/>
                <a:gd name="T2" fmla="*/ 74 w 93"/>
                <a:gd name="T3" fmla="*/ 42 h 69"/>
                <a:gd name="T4" fmla="*/ 70 w 93"/>
                <a:gd name="T5" fmla="*/ 23 h 69"/>
                <a:gd name="T6" fmla="*/ 55 w 93"/>
                <a:gd name="T7" fmla="*/ 17 h 69"/>
                <a:gd name="T8" fmla="*/ 41 w 93"/>
                <a:gd name="T9" fmla="*/ 20 h 69"/>
                <a:gd name="T10" fmla="*/ 36 w 93"/>
                <a:gd name="T11" fmla="*/ 3 h 69"/>
                <a:gd name="T12" fmla="*/ 56 w 93"/>
                <a:gd name="T13" fmla="*/ 0 h 69"/>
                <a:gd name="T14" fmla="*/ 84 w 93"/>
                <a:gd name="T15" fmla="*/ 10 h 69"/>
                <a:gd name="T16" fmla="*/ 93 w 93"/>
                <a:gd name="T17" fmla="*/ 40 h 69"/>
                <a:gd name="T18" fmla="*/ 93 w 93"/>
                <a:gd name="T19" fmla="*/ 69 h 69"/>
                <a:gd name="T20" fmla="*/ 0 w 93"/>
                <a:gd name="T21" fmla="*/ 69 h 69"/>
                <a:gd name="T22" fmla="*/ 0 w 93"/>
                <a:gd name="T23" fmla="*/ 52 h 69"/>
                <a:gd name="T24" fmla="*/ 74 w 93"/>
                <a:gd name="T25" fmla="*/ 52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3" h="69">
                  <a:moveTo>
                    <a:pt x="74" y="52"/>
                  </a:moveTo>
                  <a:cubicBezTo>
                    <a:pt x="74" y="42"/>
                    <a:pt x="74" y="42"/>
                    <a:pt x="74" y="42"/>
                  </a:cubicBezTo>
                  <a:cubicBezTo>
                    <a:pt x="74" y="34"/>
                    <a:pt x="73" y="27"/>
                    <a:pt x="70" y="23"/>
                  </a:cubicBezTo>
                  <a:cubicBezTo>
                    <a:pt x="66" y="19"/>
                    <a:pt x="61" y="17"/>
                    <a:pt x="55" y="17"/>
                  </a:cubicBezTo>
                  <a:cubicBezTo>
                    <a:pt x="50" y="17"/>
                    <a:pt x="46" y="18"/>
                    <a:pt x="41" y="20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42" y="1"/>
                    <a:pt x="49" y="0"/>
                    <a:pt x="56" y="0"/>
                  </a:cubicBezTo>
                  <a:cubicBezTo>
                    <a:pt x="68" y="0"/>
                    <a:pt x="77" y="3"/>
                    <a:pt x="84" y="10"/>
                  </a:cubicBezTo>
                  <a:cubicBezTo>
                    <a:pt x="90" y="17"/>
                    <a:pt x="93" y="27"/>
                    <a:pt x="93" y="40"/>
                  </a:cubicBezTo>
                  <a:cubicBezTo>
                    <a:pt x="93" y="69"/>
                    <a:pt x="93" y="69"/>
                    <a:pt x="93" y="69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74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24" name="Freeform 17"/>
            <p:cNvSpPr>
              <a:spLocks/>
            </p:cNvSpPr>
            <p:nvPr/>
          </p:nvSpPr>
          <p:spPr bwMode="auto">
            <a:xfrm>
              <a:off x="7972426" y="4565650"/>
              <a:ext cx="223838" cy="188913"/>
            </a:xfrm>
            <a:custGeom>
              <a:avLst/>
              <a:gdLst>
                <a:gd name="T0" fmla="*/ 25 w 25"/>
                <a:gd name="T1" fmla="*/ 14 h 21"/>
                <a:gd name="T2" fmla="*/ 25 w 25"/>
                <a:gd name="T3" fmla="*/ 21 h 21"/>
                <a:gd name="T4" fmla="*/ 0 w 25"/>
                <a:gd name="T5" fmla="*/ 21 h 21"/>
                <a:gd name="T6" fmla="*/ 0 w 25"/>
                <a:gd name="T7" fmla="*/ 14 h 21"/>
                <a:gd name="T8" fmla="*/ 3 w 25"/>
                <a:gd name="T9" fmla="*/ 14 h 21"/>
                <a:gd name="T10" fmla="*/ 3 w 25"/>
                <a:gd name="T11" fmla="*/ 10 h 21"/>
                <a:gd name="T12" fmla="*/ 6 w 25"/>
                <a:gd name="T13" fmla="*/ 2 h 21"/>
                <a:gd name="T14" fmla="*/ 14 w 25"/>
                <a:gd name="T15" fmla="*/ 0 h 21"/>
                <a:gd name="T16" fmla="*/ 21 w 25"/>
                <a:gd name="T17" fmla="*/ 2 h 21"/>
                <a:gd name="T18" fmla="*/ 24 w 25"/>
                <a:gd name="T19" fmla="*/ 9 h 21"/>
                <a:gd name="T20" fmla="*/ 18 w 25"/>
                <a:gd name="T21" fmla="*/ 10 h 21"/>
                <a:gd name="T22" fmla="*/ 17 w 25"/>
                <a:gd name="T23" fmla="*/ 7 h 21"/>
                <a:gd name="T24" fmla="*/ 14 w 25"/>
                <a:gd name="T25" fmla="*/ 6 h 21"/>
                <a:gd name="T26" fmla="*/ 10 w 25"/>
                <a:gd name="T27" fmla="*/ 11 h 21"/>
                <a:gd name="T28" fmla="*/ 10 w 25"/>
                <a:gd name="T29" fmla="*/ 14 h 21"/>
                <a:gd name="T30" fmla="*/ 25 w 25"/>
                <a:gd name="T31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5" h="21">
                  <a:moveTo>
                    <a:pt x="25" y="14"/>
                  </a:moveTo>
                  <a:cubicBezTo>
                    <a:pt x="25" y="21"/>
                    <a:pt x="25" y="21"/>
                    <a:pt x="25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3" y="7"/>
                    <a:pt x="4" y="4"/>
                    <a:pt x="6" y="2"/>
                  </a:cubicBezTo>
                  <a:cubicBezTo>
                    <a:pt x="8" y="1"/>
                    <a:pt x="10" y="0"/>
                    <a:pt x="14" y="0"/>
                  </a:cubicBezTo>
                  <a:cubicBezTo>
                    <a:pt x="17" y="0"/>
                    <a:pt x="20" y="0"/>
                    <a:pt x="21" y="2"/>
                  </a:cubicBezTo>
                  <a:cubicBezTo>
                    <a:pt x="23" y="3"/>
                    <a:pt x="24" y="6"/>
                    <a:pt x="24" y="9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8"/>
                    <a:pt x="17" y="7"/>
                    <a:pt x="17" y="7"/>
                  </a:cubicBezTo>
                  <a:cubicBezTo>
                    <a:pt x="16" y="6"/>
                    <a:pt x="15" y="6"/>
                    <a:pt x="14" y="6"/>
                  </a:cubicBezTo>
                  <a:cubicBezTo>
                    <a:pt x="11" y="6"/>
                    <a:pt x="10" y="7"/>
                    <a:pt x="10" y="11"/>
                  </a:cubicBezTo>
                  <a:cubicBezTo>
                    <a:pt x="10" y="14"/>
                    <a:pt x="10" y="14"/>
                    <a:pt x="10" y="14"/>
                  </a:cubicBezTo>
                  <a:lnTo>
                    <a:pt x="25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25" name="Rectangle 18"/>
            <p:cNvSpPr>
              <a:spLocks noChangeArrowheads="1"/>
            </p:cNvSpPr>
            <p:nvPr/>
          </p:nvSpPr>
          <p:spPr bwMode="auto">
            <a:xfrm>
              <a:off x="7991476" y="4816475"/>
              <a:ext cx="169863" cy="8064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</p:grp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820B125-6366-4323-A287-39A0472EAB2B}"/>
              </a:ext>
            </a:extLst>
          </p:cNvPr>
          <p:cNvCxnSpPr>
            <a:cxnSpLocks/>
          </p:cNvCxnSpPr>
          <p:nvPr userDrawn="1"/>
        </p:nvCxnSpPr>
        <p:spPr>
          <a:xfrm>
            <a:off x="946805" y="6138000"/>
            <a:ext cx="10522889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Subtitle 2">
            <a:extLst>
              <a:ext uri="{FF2B5EF4-FFF2-40B4-BE49-F238E27FC236}">
                <a16:creationId xmlns:a16="http://schemas.microsoft.com/office/drawing/2014/main" id="{84DE0155-5A26-4810-BD12-030B4D7030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7739" y="5787109"/>
            <a:ext cx="5148261" cy="2520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600" b="1" cap="all" baseline="0">
                <a:solidFill>
                  <a:schemeClr val="tx2"/>
                </a:solidFill>
              </a:defRPr>
            </a:lvl1pPr>
            <a:lvl2pPr marL="457053" indent="0" algn="ctr">
              <a:buNone/>
              <a:defRPr sz="2000"/>
            </a:lvl2pPr>
            <a:lvl3pPr marL="914106" indent="0" algn="ctr">
              <a:buNone/>
              <a:defRPr sz="1867"/>
            </a:lvl3pPr>
            <a:lvl4pPr marL="1371156" indent="0" algn="ctr">
              <a:buNone/>
              <a:defRPr sz="1600"/>
            </a:lvl4pPr>
            <a:lvl5pPr marL="1828209" indent="0" algn="ctr">
              <a:buNone/>
              <a:defRPr sz="1600"/>
            </a:lvl5pPr>
            <a:lvl6pPr marL="2285262" indent="0" algn="ctr">
              <a:buNone/>
              <a:defRPr sz="1600"/>
            </a:lvl6pPr>
            <a:lvl7pPr marL="2742311" indent="0" algn="ctr">
              <a:buNone/>
              <a:defRPr sz="1600"/>
            </a:lvl7pPr>
            <a:lvl8pPr marL="3199364" indent="0" algn="ctr">
              <a:buNone/>
              <a:defRPr sz="1600"/>
            </a:lvl8pPr>
            <a:lvl9pPr marL="3656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27" name="Date Placeholder 4"/>
          <p:cNvSpPr>
            <a:spLocks noGrp="1"/>
          </p:cNvSpPr>
          <p:nvPr>
            <p:ph type="dt" sz="half" idx="10"/>
          </p:nvPr>
        </p:nvSpPr>
        <p:spPr>
          <a:xfrm>
            <a:off x="947743" y="5499315"/>
            <a:ext cx="5148261" cy="252000"/>
          </a:xfrm>
        </p:spPr>
        <p:txBody>
          <a:bodyPr/>
          <a:lstStyle>
            <a:lvl1pPr>
              <a:defRPr sz="1600" b="1" cap="all" baseline="0">
                <a:solidFill>
                  <a:schemeClr val="tx2"/>
                </a:solidFill>
              </a:defRPr>
            </a:lvl1pPr>
          </a:lstStyle>
          <a:p>
            <a:endParaRPr lang="en-GB">
              <a:solidFill>
                <a:srgbClr val="1859A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0276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877E6E5-10F2-4009-B776-A7F5C9BE046A}"/>
              </a:ext>
            </a:extLst>
          </p:cNvPr>
          <p:cNvSpPr/>
          <p:nvPr userDrawn="1"/>
        </p:nvSpPr>
        <p:spPr>
          <a:xfrm>
            <a:off x="240604" y="239401"/>
            <a:ext cx="11710800" cy="6379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5" tIns="45707" rIns="91415" bIns="45707" rtlCol="0" anchor="ctr"/>
          <a:lstStyle/>
          <a:p>
            <a:pPr algn="ctr" defTabSz="914106"/>
            <a:endParaRPr lang="en-GB" sz="1867">
              <a:solidFill>
                <a:prstClr val="white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FFE213-8CBB-48D7-A171-8548BB907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6224B-EA79-4BC8-A7F5-F620B624A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6E15C-D408-4765-943E-DB77FC82E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>
              <a:solidFill>
                <a:srgbClr val="4D5156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5E229-DAA5-4345-AE76-815779D74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rgbClr val="1859A9"/>
                </a:solidFill>
              </a:rPr>
              <a:t>ADNOC Upstream - TotalEnergies - 06/10/2025</a:t>
            </a:r>
            <a:endParaRPr lang="en-GB">
              <a:solidFill>
                <a:srgbClr val="1859A9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30760-A444-416F-83F2-0E9E7E46A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41956-BF2E-4170-9809-8254439A8799}" type="slidenum">
              <a:rPr lang="en-GB" smtClean="0">
                <a:solidFill>
                  <a:srgbClr val="1859A9"/>
                </a:solidFill>
              </a:rPr>
              <a:pPr/>
              <a:t>‹#›</a:t>
            </a:fld>
            <a:endParaRPr lang="en-GB">
              <a:solidFill>
                <a:srgbClr val="1859A9"/>
              </a:solidFill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74BDDA1-D11F-444B-A19F-8F1AF77F9D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7741" y="1620005"/>
            <a:ext cx="5364164" cy="200025"/>
          </a:xfrm>
        </p:spPr>
        <p:txBody>
          <a:bodyPr/>
          <a:lstStyle>
            <a:lvl1pPr>
              <a:spcBef>
                <a:spcPts val="0"/>
              </a:spcBef>
              <a:defRPr sz="1067" b="1" cap="all" spc="359" baseline="0"/>
            </a:lvl1pPr>
            <a:lvl2pPr>
              <a:defRPr sz="1067"/>
            </a:lvl2pPr>
            <a:lvl3pPr>
              <a:defRPr sz="1067"/>
            </a:lvl3pPr>
            <a:lvl4pPr>
              <a:defRPr sz="1067"/>
            </a:lvl4pPr>
            <a:lvl5pPr>
              <a:defRPr sz="1067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8" name="Group 27"/>
          <p:cNvGrpSpPr>
            <a:grpSpLocks noChangeAspect="1"/>
          </p:cNvGrpSpPr>
          <p:nvPr userDrawn="1"/>
        </p:nvGrpSpPr>
        <p:grpSpPr>
          <a:xfrm>
            <a:off x="10810891" y="3"/>
            <a:ext cx="658803" cy="1222741"/>
            <a:chOff x="10546428" y="-86005"/>
            <a:chExt cx="923259" cy="1713580"/>
          </a:xfrm>
        </p:grpSpPr>
        <p:sp>
          <p:nvSpPr>
            <p:cNvPr id="29" name="Rectangle 28"/>
            <p:cNvSpPr/>
            <p:nvPr userDrawn="1"/>
          </p:nvSpPr>
          <p:spPr bwMode="white">
            <a:xfrm>
              <a:off x="10546428" y="-86005"/>
              <a:ext cx="923259" cy="17135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06"/>
              <a:endParaRPr lang="en-GB" sz="1867">
                <a:solidFill>
                  <a:prstClr val="white"/>
                </a:solidFill>
              </a:endParaRPr>
            </a:p>
          </p:txBody>
        </p:sp>
        <p:grpSp>
          <p:nvGrpSpPr>
            <p:cNvPr id="30" name="Group 29"/>
            <p:cNvGrpSpPr>
              <a:grpSpLocks noChangeAspect="1"/>
            </p:cNvGrpSpPr>
            <p:nvPr userDrawn="1"/>
          </p:nvGrpSpPr>
          <p:grpSpPr>
            <a:xfrm>
              <a:off x="10639077" y="333830"/>
              <a:ext cx="767941" cy="1201994"/>
              <a:chOff x="3986213" y="0"/>
              <a:chExt cx="4381501" cy="6858001"/>
            </a:xfrm>
            <a:solidFill>
              <a:schemeClr val="tx2"/>
            </a:solidFill>
          </p:grpSpPr>
          <p:sp>
            <p:nvSpPr>
              <p:cNvPr id="31" name="Freeform 5"/>
              <p:cNvSpPr>
                <a:spLocks/>
              </p:cNvSpPr>
              <p:nvPr/>
            </p:nvSpPr>
            <p:spPr bwMode="auto">
              <a:xfrm>
                <a:off x="6521451" y="1746250"/>
                <a:ext cx="1846263" cy="2443163"/>
              </a:xfrm>
              <a:custGeom>
                <a:avLst/>
                <a:gdLst>
                  <a:gd name="T0" fmla="*/ 113 w 206"/>
                  <a:gd name="T1" fmla="*/ 196 h 273"/>
                  <a:gd name="T2" fmla="*/ 70 w 206"/>
                  <a:gd name="T3" fmla="*/ 273 h 273"/>
                  <a:gd name="T4" fmla="*/ 184 w 206"/>
                  <a:gd name="T5" fmla="*/ 273 h 273"/>
                  <a:gd name="T6" fmla="*/ 0 w 206"/>
                  <a:gd name="T7" fmla="*/ 0 h 273"/>
                  <a:gd name="T8" fmla="*/ 113 w 206"/>
                  <a:gd name="T9" fmla="*/ 196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6" h="273">
                    <a:moveTo>
                      <a:pt x="113" y="196"/>
                    </a:moveTo>
                    <a:cubicBezTo>
                      <a:pt x="106" y="226"/>
                      <a:pt x="91" y="252"/>
                      <a:pt x="70" y="273"/>
                    </a:cubicBezTo>
                    <a:cubicBezTo>
                      <a:pt x="184" y="273"/>
                      <a:pt x="184" y="273"/>
                      <a:pt x="184" y="273"/>
                    </a:cubicBezTo>
                    <a:cubicBezTo>
                      <a:pt x="206" y="154"/>
                      <a:pt x="128" y="28"/>
                      <a:pt x="0" y="0"/>
                    </a:cubicBezTo>
                    <a:cubicBezTo>
                      <a:pt x="26" y="7"/>
                      <a:pt x="138" y="60"/>
                      <a:pt x="113" y="196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32" name="Freeform 6"/>
              <p:cNvSpPr>
                <a:spLocks/>
              </p:cNvSpPr>
              <p:nvPr/>
            </p:nvSpPr>
            <p:spPr bwMode="auto">
              <a:xfrm>
                <a:off x="3986213" y="0"/>
                <a:ext cx="4219575" cy="4189413"/>
              </a:xfrm>
              <a:custGeom>
                <a:avLst/>
                <a:gdLst>
                  <a:gd name="T0" fmla="*/ 0 w 471"/>
                  <a:gd name="T1" fmla="*/ 0 h 468"/>
                  <a:gd name="T2" fmla="*/ 0 w 471"/>
                  <a:gd name="T3" fmla="*/ 468 h 468"/>
                  <a:gd name="T4" fmla="*/ 50 w 471"/>
                  <a:gd name="T5" fmla="*/ 468 h 468"/>
                  <a:gd name="T6" fmla="*/ 104 w 471"/>
                  <a:gd name="T7" fmla="*/ 466 h 468"/>
                  <a:gd name="T8" fmla="*/ 247 w 471"/>
                  <a:gd name="T9" fmla="*/ 346 h 468"/>
                  <a:gd name="T10" fmla="*/ 161 w 471"/>
                  <a:gd name="T11" fmla="*/ 219 h 468"/>
                  <a:gd name="T12" fmla="*/ 157 w 471"/>
                  <a:gd name="T13" fmla="*/ 218 h 468"/>
                  <a:gd name="T14" fmla="*/ 100 w 471"/>
                  <a:gd name="T15" fmla="*/ 212 h 468"/>
                  <a:gd name="T16" fmla="*/ 92 w 471"/>
                  <a:gd name="T17" fmla="*/ 243 h 468"/>
                  <a:gd name="T18" fmla="*/ 81 w 471"/>
                  <a:gd name="T19" fmla="*/ 165 h 468"/>
                  <a:gd name="T20" fmla="*/ 124 w 471"/>
                  <a:gd name="T21" fmla="*/ 123 h 468"/>
                  <a:gd name="T22" fmla="*/ 124 w 471"/>
                  <a:gd name="T23" fmla="*/ 122 h 468"/>
                  <a:gd name="T24" fmla="*/ 186 w 471"/>
                  <a:gd name="T25" fmla="*/ 78 h 468"/>
                  <a:gd name="T26" fmla="*/ 259 w 471"/>
                  <a:gd name="T27" fmla="*/ 58 h 468"/>
                  <a:gd name="T28" fmla="*/ 471 w 471"/>
                  <a:gd name="T29" fmla="*/ 151 h 468"/>
                  <a:gd name="T30" fmla="*/ 471 w 471"/>
                  <a:gd name="T31" fmla="*/ 0 h 468"/>
                  <a:gd name="T32" fmla="*/ 0 w 471"/>
                  <a:gd name="T33" fmla="*/ 0 h 4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71" h="468">
                    <a:moveTo>
                      <a:pt x="0" y="0"/>
                    </a:moveTo>
                    <a:cubicBezTo>
                      <a:pt x="0" y="468"/>
                      <a:pt x="0" y="468"/>
                      <a:pt x="0" y="468"/>
                    </a:cubicBezTo>
                    <a:cubicBezTo>
                      <a:pt x="50" y="468"/>
                      <a:pt x="50" y="468"/>
                      <a:pt x="50" y="468"/>
                    </a:cubicBezTo>
                    <a:cubicBezTo>
                      <a:pt x="80" y="468"/>
                      <a:pt x="87" y="468"/>
                      <a:pt x="104" y="466"/>
                    </a:cubicBezTo>
                    <a:cubicBezTo>
                      <a:pt x="175" y="455"/>
                      <a:pt x="240" y="397"/>
                      <a:pt x="247" y="346"/>
                    </a:cubicBezTo>
                    <a:cubicBezTo>
                      <a:pt x="258" y="285"/>
                      <a:pt x="225" y="232"/>
                      <a:pt x="161" y="219"/>
                    </a:cubicBezTo>
                    <a:cubicBezTo>
                      <a:pt x="160" y="219"/>
                      <a:pt x="159" y="218"/>
                      <a:pt x="157" y="218"/>
                    </a:cubicBezTo>
                    <a:cubicBezTo>
                      <a:pt x="155" y="218"/>
                      <a:pt x="124" y="218"/>
                      <a:pt x="100" y="212"/>
                    </a:cubicBezTo>
                    <a:cubicBezTo>
                      <a:pt x="100" y="212"/>
                      <a:pt x="87" y="223"/>
                      <a:pt x="92" y="243"/>
                    </a:cubicBezTo>
                    <a:cubicBezTo>
                      <a:pt x="92" y="243"/>
                      <a:pt x="61" y="210"/>
                      <a:pt x="81" y="165"/>
                    </a:cubicBezTo>
                    <a:cubicBezTo>
                      <a:pt x="81" y="165"/>
                      <a:pt x="90" y="144"/>
                      <a:pt x="124" y="123"/>
                    </a:cubicBezTo>
                    <a:cubicBezTo>
                      <a:pt x="124" y="123"/>
                      <a:pt x="124" y="122"/>
                      <a:pt x="124" y="122"/>
                    </a:cubicBezTo>
                    <a:cubicBezTo>
                      <a:pt x="133" y="111"/>
                      <a:pt x="155" y="93"/>
                      <a:pt x="186" y="78"/>
                    </a:cubicBezTo>
                    <a:cubicBezTo>
                      <a:pt x="201" y="71"/>
                      <a:pt x="228" y="61"/>
                      <a:pt x="259" y="58"/>
                    </a:cubicBezTo>
                    <a:cubicBezTo>
                      <a:pt x="397" y="45"/>
                      <a:pt x="471" y="151"/>
                      <a:pt x="471" y="151"/>
                    </a:cubicBezTo>
                    <a:cubicBezTo>
                      <a:pt x="471" y="0"/>
                      <a:pt x="471" y="0"/>
                      <a:pt x="47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33" name="Freeform 7"/>
              <p:cNvSpPr>
                <a:spLocks/>
              </p:cNvSpPr>
              <p:nvPr/>
            </p:nvSpPr>
            <p:spPr bwMode="auto">
              <a:xfrm>
                <a:off x="5545138" y="939800"/>
                <a:ext cx="2660650" cy="1011238"/>
              </a:xfrm>
              <a:custGeom>
                <a:avLst/>
                <a:gdLst>
                  <a:gd name="T0" fmla="*/ 167 w 297"/>
                  <a:gd name="T1" fmla="*/ 9 h 113"/>
                  <a:gd name="T2" fmla="*/ 0 w 297"/>
                  <a:gd name="T3" fmla="*/ 48 h 113"/>
                  <a:gd name="T4" fmla="*/ 33 w 297"/>
                  <a:gd name="T5" fmla="*/ 33 h 113"/>
                  <a:gd name="T6" fmla="*/ 61 w 297"/>
                  <a:gd name="T7" fmla="*/ 60 h 113"/>
                  <a:gd name="T8" fmla="*/ 103 w 297"/>
                  <a:gd name="T9" fmla="*/ 34 h 113"/>
                  <a:gd name="T10" fmla="*/ 103 w 297"/>
                  <a:gd name="T11" fmla="*/ 20 h 113"/>
                  <a:gd name="T12" fmla="*/ 297 w 297"/>
                  <a:gd name="T13" fmla="*/ 113 h 113"/>
                  <a:gd name="T14" fmla="*/ 297 w 297"/>
                  <a:gd name="T15" fmla="*/ 71 h 113"/>
                  <a:gd name="T16" fmla="*/ 167 w 297"/>
                  <a:gd name="T17" fmla="*/ 9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7" h="113">
                    <a:moveTo>
                      <a:pt x="167" y="9"/>
                    </a:moveTo>
                    <a:cubicBezTo>
                      <a:pt x="100" y="0"/>
                      <a:pt x="44" y="17"/>
                      <a:pt x="0" y="48"/>
                    </a:cubicBezTo>
                    <a:cubicBezTo>
                      <a:pt x="0" y="48"/>
                      <a:pt x="13" y="40"/>
                      <a:pt x="33" y="33"/>
                    </a:cubicBezTo>
                    <a:cubicBezTo>
                      <a:pt x="36" y="46"/>
                      <a:pt x="47" y="57"/>
                      <a:pt x="61" y="60"/>
                    </a:cubicBezTo>
                    <a:cubicBezTo>
                      <a:pt x="81" y="64"/>
                      <a:pt x="100" y="52"/>
                      <a:pt x="103" y="34"/>
                    </a:cubicBezTo>
                    <a:cubicBezTo>
                      <a:pt x="104" y="30"/>
                      <a:pt x="104" y="25"/>
                      <a:pt x="103" y="20"/>
                    </a:cubicBezTo>
                    <a:cubicBezTo>
                      <a:pt x="230" y="16"/>
                      <a:pt x="297" y="113"/>
                      <a:pt x="297" y="113"/>
                    </a:cubicBezTo>
                    <a:cubicBezTo>
                      <a:pt x="297" y="71"/>
                      <a:pt x="297" y="71"/>
                      <a:pt x="297" y="71"/>
                    </a:cubicBezTo>
                    <a:cubicBezTo>
                      <a:pt x="278" y="52"/>
                      <a:pt x="226" y="15"/>
                      <a:pt x="167" y="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34" name="Freeform 8"/>
              <p:cNvSpPr>
                <a:spLocks noEditPoints="1"/>
              </p:cNvSpPr>
              <p:nvPr/>
            </p:nvSpPr>
            <p:spPr bwMode="auto">
              <a:xfrm>
                <a:off x="3986213" y="6007100"/>
                <a:ext cx="796925" cy="833438"/>
              </a:xfrm>
              <a:custGeom>
                <a:avLst/>
                <a:gdLst>
                  <a:gd name="T0" fmla="*/ 310 w 502"/>
                  <a:gd name="T1" fmla="*/ 311 h 525"/>
                  <a:gd name="T2" fmla="*/ 248 w 502"/>
                  <a:gd name="T3" fmla="*/ 124 h 525"/>
                  <a:gd name="T4" fmla="*/ 186 w 502"/>
                  <a:gd name="T5" fmla="*/ 311 h 525"/>
                  <a:gd name="T6" fmla="*/ 310 w 502"/>
                  <a:gd name="T7" fmla="*/ 311 h 525"/>
                  <a:gd name="T8" fmla="*/ 198 w 502"/>
                  <a:gd name="T9" fmla="*/ 0 h 525"/>
                  <a:gd name="T10" fmla="*/ 305 w 502"/>
                  <a:gd name="T11" fmla="*/ 0 h 525"/>
                  <a:gd name="T12" fmla="*/ 502 w 502"/>
                  <a:gd name="T13" fmla="*/ 525 h 525"/>
                  <a:gd name="T14" fmla="*/ 384 w 502"/>
                  <a:gd name="T15" fmla="*/ 525 h 525"/>
                  <a:gd name="T16" fmla="*/ 339 w 502"/>
                  <a:gd name="T17" fmla="*/ 401 h 525"/>
                  <a:gd name="T18" fmla="*/ 158 w 502"/>
                  <a:gd name="T19" fmla="*/ 401 h 525"/>
                  <a:gd name="T20" fmla="*/ 113 w 502"/>
                  <a:gd name="T21" fmla="*/ 525 h 525"/>
                  <a:gd name="T22" fmla="*/ 0 w 502"/>
                  <a:gd name="T23" fmla="*/ 525 h 525"/>
                  <a:gd name="T24" fmla="*/ 198 w 502"/>
                  <a:gd name="T25" fmla="*/ 0 h 5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02" h="525">
                    <a:moveTo>
                      <a:pt x="310" y="311"/>
                    </a:moveTo>
                    <a:lnTo>
                      <a:pt x="248" y="124"/>
                    </a:lnTo>
                    <a:lnTo>
                      <a:pt x="186" y="311"/>
                    </a:lnTo>
                    <a:lnTo>
                      <a:pt x="310" y="311"/>
                    </a:lnTo>
                    <a:close/>
                    <a:moveTo>
                      <a:pt x="198" y="0"/>
                    </a:moveTo>
                    <a:lnTo>
                      <a:pt x="305" y="0"/>
                    </a:lnTo>
                    <a:lnTo>
                      <a:pt x="502" y="525"/>
                    </a:lnTo>
                    <a:lnTo>
                      <a:pt x="384" y="525"/>
                    </a:lnTo>
                    <a:lnTo>
                      <a:pt x="339" y="401"/>
                    </a:lnTo>
                    <a:lnTo>
                      <a:pt x="158" y="401"/>
                    </a:lnTo>
                    <a:lnTo>
                      <a:pt x="113" y="525"/>
                    </a:lnTo>
                    <a:lnTo>
                      <a:pt x="0" y="525"/>
                    </a:lnTo>
                    <a:lnTo>
                      <a:pt x="19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35" name="Freeform 9"/>
              <p:cNvSpPr>
                <a:spLocks noEditPoints="1"/>
              </p:cNvSpPr>
              <p:nvPr/>
            </p:nvSpPr>
            <p:spPr bwMode="auto">
              <a:xfrm>
                <a:off x="4881563" y="6007100"/>
                <a:ext cx="717550" cy="833438"/>
              </a:xfrm>
              <a:custGeom>
                <a:avLst/>
                <a:gdLst>
                  <a:gd name="T0" fmla="*/ 32 w 80"/>
                  <a:gd name="T1" fmla="*/ 76 h 93"/>
                  <a:gd name="T2" fmla="*/ 45 w 80"/>
                  <a:gd name="T3" fmla="*/ 74 h 93"/>
                  <a:gd name="T4" fmla="*/ 53 w 80"/>
                  <a:gd name="T5" fmla="*/ 68 h 93"/>
                  <a:gd name="T6" fmla="*/ 58 w 80"/>
                  <a:gd name="T7" fmla="*/ 58 h 93"/>
                  <a:gd name="T8" fmla="*/ 60 w 80"/>
                  <a:gd name="T9" fmla="*/ 46 h 93"/>
                  <a:gd name="T10" fmla="*/ 59 w 80"/>
                  <a:gd name="T11" fmla="*/ 34 h 93"/>
                  <a:gd name="T12" fmla="*/ 54 w 80"/>
                  <a:gd name="T13" fmla="*/ 24 h 93"/>
                  <a:gd name="T14" fmla="*/ 46 w 80"/>
                  <a:gd name="T15" fmla="*/ 18 h 93"/>
                  <a:gd name="T16" fmla="*/ 35 w 80"/>
                  <a:gd name="T17" fmla="*/ 16 h 93"/>
                  <a:gd name="T18" fmla="*/ 19 w 80"/>
                  <a:gd name="T19" fmla="*/ 16 h 93"/>
                  <a:gd name="T20" fmla="*/ 19 w 80"/>
                  <a:gd name="T21" fmla="*/ 76 h 93"/>
                  <a:gd name="T22" fmla="*/ 32 w 80"/>
                  <a:gd name="T23" fmla="*/ 76 h 93"/>
                  <a:gd name="T24" fmla="*/ 0 w 80"/>
                  <a:gd name="T25" fmla="*/ 0 h 93"/>
                  <a:gd name="T26" fmla="*/ 35 w 80"/>
                  <a:gd name="T27" fmla="*/ 0 h 93"/>
                  <a:gd name="T28" fmla="*/ 68 w 80"/>
                  <a:gd name="T29" fmla="*/ 11 h 93"/>
                  <a:gd name="T30" fmla="*/ 80 w 80"/>
                  <a:gd name="T31" fmla="*/ 46 h 93"/>
                  <a:gd name="T32" fmla="*/ 77 w 80"/>
                  <a:gd name="T33" fmla="*/ 66 h 93"/>
                  <a:gd name="T34" fmla="*/ 67 w 80"/>
                  <a:gd name="T35" fmla="*/ 81 h 93"/>
                  <a:gd name="T36" fmla="*/ 52 w 80"/>
                  <a:gd name="T37" fmla="*/ 90 h 93"/>
                  <a:gd name="T38" fmla="*/ 31 w 80"/>
                  <a:gd name="T39" fmla="*/ 93 h 93"/>
                  <a:gd name="T40" fmla="*/ 0 w 80"/>
                  <a:gd name="T41" fmla="*/ 93 h 93"/>
                  <a:gd name="T42" fmla="*/ 0 w 80"/>
                  <a:gd name="T43" fmla="*/ 0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0" h="93">
                    <a:moveTo>
                      <a:pt x="32" y="76"/>
                    </a:moveTo>
                    <a:cubicBezTo>
                      <a:pt x="37" y="76"/>
                      <a:pt x="41" y="76"/>
                      <a:pt x="45" y="74"/>
                    </a:cubicBezTo>
                    <a:cubicBezTo>
                      <a:pt x="48" y="73"/>
                      <a:pt x="51" y="71"/>
                      <a:pt x="53" y="68"/>
                    </a:cubicBezTo>
                    <a:cubicBezTo>
                      <a:pt x="56" y="65"/>
                      <a:pt x="57" y="62"/>
                      <a:pt x="58" y="58"/>
                    </a:cubicBezTo>
                    <a:cubicBezTo>
                      <a:pt x="59" y="55"/>
                      <a:pt x="60" y="51"/>
                      <a:pt x="60" y="46"/>
                    </a:cubicBezTo>
                    <a:cubicBezTo>
                      <a:pt x="60" y="41"/>
                      <a:pt x="59" y="37"/>
                      <a:pt x="59" y="34"/>
                    </a:cubicBezTo>
                    <a:cubicBezTo>
                      <a:pt x="58" y="30"/>
                      <a:pt x="56" y="27"/>
                      <a:pt x="54" y="24"/>
                    </a:cubicBezTo>
                    <a:cubicBezTo>
                      <a:pt x="52" y="22"/>
                      <a:pt x="50" y="20"/>
                      <a:pt x="46" y="18"/>
                    </a:cubicBezTo>
                    <a:cubicBezTo>
                      <a:pt x="43" y="17"/>
                      <a:pt x="39" y="16"/>
                      <a:pt x="35" y="16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19" y="76"/>
                      <a:pt x="19" y="76"/>
                      <a:pt x="19" y="76"/>
                    </a:cubicBezTo>
                    <a:lnTo>
                      <a:pt x="32" y="76"/>
                    </a:lnTo>
                    <a:close/>
                    <a:moveTo>
                      <a:pt x="0" y="0"/>
                    </a:moveTo>
                    <a:cubicBezTo>
                      <a:pt x="35" y="0"/>
                      <a:pt x="35" y="0"/>
                      <a:pt x="35" y="0"/>
                    </a:cubicBezTo>
                    <a:cubicBezTo>
                      <a:pt x="49" y="0"/>
                      <a:pt x="60" y="4"/>
                      <a:pt x="68" y="11"/>
                    </a:cubicBezTo>
                    <a:cubicBezTo>
                      <a:pt x="76" y="19"/>
                      <a:pt x="80" y="31"/>
                      <a:pt x="80" y="46"/>
                    </a:cubicBezTo>
                    <a:cubicBezTo>
                      <a:pt x="80" y="54"/>
                      <a:pt x="79" y="60"/>
                      <a:pt x="77" y="66"/>
                    </a:cubicBezTo>
                    <a:cubicBezTo>
                      <a:pt x="74" y="72"/>
                      <a:pt x="71" y="77"/>
                      <a:pt x="67" y="81"/>
                    </a:cubicBezTo>
                    <a:cubicBezTo>
                      <a:pt x="63" y="85"/>
                      <a:pt x="58" y="88"/>
                      <a:pt x="52" y="90"/>
                    </a:cubicBezTo>
                    <a:cubicBezTo>
                      <a:pt x="46" y="92"/>
                      <a:pt x="39" y="93"/>
                      <a:pt x="31" y="93"/>
                    </a:cubicBezTo>
                    <a:cubicBezTo>
                      <a:pt x="0" y="93"/>
                      <a:pt x="0" y="93"/>
                      <a:pt x="0" y="93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36" name="Freeform 10"/>
              <p:cNvSpPr>
                <a:spLocks/>
              </p:cNvSpPr>
              <p:nvPr/>
            </p:nvSpPr>
            <p:spPr bwMode="auto">
              <a:xfrm>
                <a:off x="5734051" y="6007100"/>
                <a:ext cx="671513" cy="833438"/>
              </a:xfrm>
              <a:custGeom>
                <a:avLst/>
                <a:gdLst>
                  <a:gd name="T0" fmla="*/ 0 w 423"/>
                  <a:gd name="T1" fmla="*/ 0 h 525"/>
                  <a:gd name="T2" fmla="*/ 101 w 423"/>
                  <a:gd name="T3" fmla="*/ 0 h 525"/>
                  <a:gd name="T4" fmla="*/ 316 w 423"/>
                  <a:gd name="T5" fmla="*/ 344 h 525"/>
                  <a:gd name="T6" fmla="*/ 316 w 423"/>
                  <a:gd name="T7" fmla="*/ 0 h 525"/>
                  <a:gd name="T8" fmla="*/ 423 w 423"/>
                  <a:gd name="T9" fmla="*/ 0 h 525"/>
                  <a:gd name="T10" fmla="*/ 423 w 423"/>
                  <a:gd name="T11" fmla="*/ 525 h 525"/>
                  <a:gd name="T12" fmla="*/ 327 w 423"/>
                  <a:gd name="T13" fmla="*/ 525 h 525"/>
                  <a:gd name="T14" fmla="*/ 107 w 423"/>
                  <a:gd name="T15" fmla="*/ 181 h 525"/>
                  <a:gd name="T16" fmla="*/ 107 w 423"/>
                  <a:gd name="T17" fmla="*/ 525 h 525"/>
                  <a:gd name="T18" fmla="*/ 0 w 423"/>
                  <a:gd name="T19" fmla="*/ 525 h 525"/>
                  <a:gd name="T20" fmla="*/ 0 w 423"/>
                  <a:gd name="T21" fmla="*/ 0 h 5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23" h="525">
                    <a:moveTo>
                      <a:pt x="0" y="0"/>
                    </a:moveTo>
                    <a:lnTo>
                      <a:pt x="101" y="0"/>
                    </a:lnTo>
                    <a:lnTo>
                      <a:pt x="316" y="344"/>
                    </a:lnTo>
                    <a:lnTo>
                      <a:pt x="316" y="0"/>
                    </a:lnTo>
                    <a:lnTo>
                      <a:pt x="423" y="0"/>
                    </a:lnTo>
                    <a:lnTo>
                      <a:pt x="423" y="525"/>
                    </a:lnTo>
                    <a:lnTo>
                      <a:pt x="327" y="525"/>
                    </a:lnTo>
                    <a:lnTo>
                      <a:pt x="107" y="181"/>
                    </a:lnTo>
                    <a:lnTo>
                      <a:pt x="107" y="525"/>
                    </a:lnTo>
                    <a:lnTo>
                      <a:pt x="0" y="52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37" name="Freeform 11"/>
              <p:cNvSpPr>
                <a:spLocks noEditPoints="1"/>
              </p:cNvSpPr>
              <p:nvPr/>
            </p:nvSpPr>
            <p:spPr bwMode="auto">
              <a:xfrm>
                <a:off x="6548438" y="5980113"/>
                <a:ext cx="796925" cy="877888"/>
              </a:xfrm>
              <a:custGeom>
                <a:avLst/>
                <a:gdLst>
                  <a:gd name="T0" fmla="*/ 45 w 89"/>
                  <a:gd name="T1" fmla="*/ 82 h 98"/>
                  <a:gd name="T2" fmla="*/ 63 w 89"/>
                  <a:gd name="T3" fmla="*/ 73 h 98"/>
                  <a:gd name="T4" fmla="*/ 69 w 89"/>
                  <a:gd name="T5" fmla="*/ 49 h 98"/>
                  <a:gd name="T6" fmla="*/ 63 w 89"/>
                  <a:gd name="T7" fmla="*/ 26 h 98"/>
                  <a:gd name="T8" fmla="*/ 45 w 89"/>
                  <a:gd name="T9" fmla="*/ 17 h 98"/>
                  <a:gd name="T10" fmla="*/ 26 w 89"/>
                  <a:gd name="T11" fmla="*/ 26 h 98"/>
                  <a:gd name="T12" fmla="*/ 20 w 89"/>
                  <a:gd name="T13" fmla="*/ 49 h 98"/>
                  <a:gd name="T14" fmla="*/ 26 w 89"/>
                  <a:gd name="T15" fmla="*/ 73 h 98"/>
                  <a:gd name="T16" fmla="*/ 45 w 89"/>
                  <a:gd name="T17" fmla="*/ 82 h 98"/>
                  <a:gd name="T18" fmla="*/ 45 w 89"/>
                  <a:gd name="T19" fmla="*/ 98 h 98"/>
                  <a:gd name="T20" fmla="*/ 26 w 89"/>
                  <a:gd name="T21" fmla="*/ 95 h 98"/>
                  <a:gd name="T22" fmla="*/ 12 w 89"/>
                  <a:gd name="T23" fmla="*/ 85 h 98"/>
                  <a:gd name="T24" fmla="*/ 3 w 89"/>
                  <a:gd name="T25" fmla="*/ 70 h 98"/>
                  <a:gd name="T26" fmla="*/ 0 w 89"/>
                  <a:gd name="T27" fmla="*/ 49 h 98"/>
                  <a:gd name="T28" fmla="*/ 3 w 89"/>
                  <a:gd name="T29" fmla="*/ 29 h 98"/>
                  <a:gd name="T30" fmla="*/ 12 w 89"/>
                  <a:gd name="T31" fmla="*/ 14 h 98"/>
                  <a:gd name="T32" fmla="*/ 26 w 89"/>
                  <a:gd name="T33" fmla="*/ 4 h 98"/>
                  <a:gd name="T34" fmla="*/ 45 w 89"/>
                  <a:gd name="T35" fmla="*/ 0 h 98"/>
                  <a:gd name="T36" fmla="*/ 63 w 89"/>
                  <a:gd name="T37" fmla="*/ 4 h 98"/>
                  <a:gd name="T38" fmla="*/ 77 w 89"/>
                  <a:gd name="T39" fmla="*/ 14 h 98"/>
                  <a:gd name="T40" fmla="*/ 86 w 89"/>
                  <a:gd name="T41" fmla="*/ 29 h 98"/>
                  <a:gd name="T42" fmla="*/ 89 w 89"/>
                  <a:gd name="T43" fmla="*/ 49 h 98"/>
                  <a:gd name="T44" fmla="*/ 86 w 89"/>
                  <a:gd name="T45" fmla="*/ 70 h 98"/>
                  <a:gd name="T46" fmla="*/ 77 w 89"/>
                  <a:gd name="T47" fmla="*/ 85 h 98"/>
                  <a:gd name="T48" fmla="*/ 63 w 89"/>
                  <a:gd name="T49" fmla="*/ 95 h 98"/>
                  <a:gd name="T50" fmla="*/ 45 w 89"/>
                  <a:gd name="T51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89" h="98">
                    <a:moveTo>
                      <a:pt x="45" y="82"/>
                    </a:moveTo>
                    <a:cubicBezTo>
                      <a:pt x="53" y="82"/>
                      <a:pt x="59" y="79"/>
                      <a:pt x="63" y="73"/>
                    </a:cubicBezTo>
                    <a:cubicBezTo>
                      <a:pt x="67" y="68"/>
                      <a:pt x="69" y="60"/>
                      <a:pt x="69" y="49"/>
                    </a:cubicBezTo>
                    <a:cubicBezTo>
                      <a:pt x="69" y="39"/>
                      <a:pt x="67" y="31"/>
                      <a:pt x="63" y="26"/>
                    </a:cubicBezTo>
                    <a:cubicBezTo>
                      <a:pt x="59" y="20"/>
                      <a:pt x="53" y="17"/>
                      <a:pt x="45" y="17"/>
                    </a:cubicBezTo>
                    <a:cubicBezTo>
                      <a:pt x="36" y="17"/>
                      <a:pt x="30" y="20"/>
                      <a:pt x="26" y="26"/>
                    </a:cubicBezTo>
                    <a:cubicBezTo>
                      <a:pt x="22" y="31"/>
                      <a:pt x="20" y="39"/>
                      <a:pt x="20" y="49"/>
                    </a:cubicBezTo>
                    <a:cubicBezTo>
                      <a:pt x="20" y="60"/>
                      <a:pt x="22" y="68"/>
                      <a:pt x="26" y="73"/>
                    </a:cubicBezTo>
                    <a:cubicBezTo>
                      <a:pt x="30" y="79"/>
                      <a:pt x="36" y="82"/>
                      <a:pt x="45" y="82"/>
                    </a:cubicBezTo>
                    <a:moveTo>
                      <a:pt x="45" y="98"/>
                    </a:moveTo>
                    <a:cubicBezTo>
                      <a:pt x="38" y="98"/>
                      <a:pt x="31" y="97"/>
                      <a:pt x="26" y="95"/>
                    </a:cubicBezTo>
                    <a:cubicBezTo>
                      <a:pt x="21" y="93"/>
                      <a:pt x="16" y="89"/>
                      <a:pt x="12" y="85"/>
                    </a:cubicBezTo>
                    <a:cubicBezTo>
                      <a:pt x="8" y="81"/>
                      <a:pt x="5" y="76"/>
                      <a:pt x="3" y="70"/>
                    </a:cubicBezTo>
                    <a:cubicBezTo>
                      <a:pt x="1" y="64"/>
                      <a:pt x="0" y="57"/>
                      <a:pt x="0" y="49"/>
                    </a:cubicBezTo>
                    <a:cubicBezTo>
                      <a:pt x="0" y="42"/>
                      <a:pt x="1" y="35"/>
                      <a:pt x="3" y="29"/>
                    </a:cubicBezTo>
                    <a:cubicBezTo>
                      <a:pt x="5" y="23"/>
                      <a:pt x="8" y="18"/>
                      <a:pt x="12" y="14"/>
                    </a:cubicBezTo>
                    <a:cubicBezTo>
                      <a:pt x="16" y="9"/>
                      <a:pt x="21" y="6"/>
                      <a:pt x="26" y="4"/>
                    </a:cubicBezTo>
                    <a:cubicBezTo>
                      <a:pt x="32" y="2"/>
                      <a:pt x="38" y="0"/>
                      <a:pt x="45" y="0"/>
                    </a:cubicBezTo>
                    <a:cubicBezTo>
                      <a:pt x="52" y="0"/>
                      <a:pt x="58" y="2"/>
                      <a:pt x="63" y="4"/>
                    </a:cubicBezTo>
                    <a:cubicBezTo>
                      <a:pt x="69" y="6"/>
                      <a:pt x="73" y="9"/>
                      <a:pt x="77" y="14"/>
                    </a:cubicBezTo>
                    <a:cubicBezTo>
                      <a:pt x="81" y="18"/>
                      <a:pt x="84" y="23"/>
                      <a:pt x="86" y="29"/>
                    </a:cubicBezTo>
                    <a:cubicBezTo>
                      <a:pt x="88" y="35"/>
                      <a:pt x="89" y="42"/>
                      <a:pt x="89" y="49"/>
                    </a:cubicBezTo>
                    <a:cubicBezTo>
                      <a:pt x="89" y="57"/>
                      <a:pt x="88" y="64"/>
                      <a:pt x="86" y="70"/>
                    </a:cubicBezTo>
                    <a:cubicBezTo>
                      <a:pt x="84" y="76"/>
                      <a:pt x="81" y="81"/>
                      <a:pt x="77" y="85"/>
                    </a:cubicBezTo>
                    <a:cubicBezTo>
                      <a:pt x="74" y="89"/>
                      <a:pt x="69" y="93"/>
                      <a:pt x="63" y="95"/>
                    </a:cubicBezTo>
                    <a:cubicBezTo>
                      <a:pt x="58" y="97"/>
                      <a:pt x="52" y="98"/>
                      <a:pt x="45" y="9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38" name="Freeform 12"/>
              <p:cNvSpPr>
                <a:spLocks/>
              </p:cNvSpPr>
              <p:nvPr/>
            </p:nvSpPr>
            <p:spPr bwMode="auto">
              <a:xfrm>
                <a:off x="7453313" y="5980113"/>
                <a:ext cx="742950" cy="877888"/>
              </a:xfrm>
              <a:custGeom>
                <a:avLst/>
                <a:gdLst>
                  <a:gd name="T0" fmla="*/ 83 w 83"/>
                  <a:gd name="T1" fmla="*/ 64 h 98"/>
                  <a:gd name="T2" fmla="*/ 79 w 83"/>
                  <a:gd name="T3" fmla="*/ 77 h 98"/>
                  <a:gd name="T4" fmla="*/ 71 w 83"/>
                  <a:gd name="T5" fmla="*/ 88 h 98"/>
                  <a:gd name="T6" fmla="*/ 59 w 83"/>
                  <a:gd name="T7" fmla="*/ 96 h 98"/>
                  <a:gd name="T8" fmla="*/ 43 w 83"/>
                  <a:gd name="T9" fmla="*/ 98 h 98"/>
                  <a:gd name="T10" fmla="*/ 24 w 83"/>
                  <a:gd name="T11" fmla="*/ 95 h 98"/>
                  <a:gd name="T12" fmla="*/ 11 w 83"/>
                  <a:gd name="T13" fmla="*/ 85 h 98"/>
                  <a:gd name="T14" fmla="*/ 3 w 83"/>
                  <a:gd name="T15" fmla="*/ 69 h 98"/>
                  <a:gd name="T16" fmla="*/ 0 w 83"/>
                  <a:gd name="T17" fmla="*/ 49 h 98"/>
                  <a:gd name="T18" fmla="*/ 3 w 83"/>
                  <a:gd name="T19" fmla="*/ 29 h 98"/>
                  <a:gd name="T20" fmla="*/ 12 w 83"/>
                  <a:gd name="T21" fmla="*/ 14 h 98"/>
                  <a:gd name="T22" fmla="*/ 25 w 83"/>
                  <a:gd name="T23" fmla="*/ 4 h 98"/>
                  <a:gd name="T24" fmla="*/ 43 w 83"/>
                  <a:gd name="T25" fmla="*/ 0 h 98"/>
                  <a:gd name="T26" fmla="*/ 59 w 83"/>
                  <a:gd name="T27" fmla="*/ 3 h 98"/>
                  <a:gd name="T28" fmla="*/ 70 w 83"/>
                  <a:gd name="T29" fmla="*/ 9 h 98"/>
                  <a:gd name="T30" fmla="*/ 77 w 83"/>
                  <a:gd name="T31" fmla="*/ 19 h 98"/>
                  <a:gd name="T32" fmla="*/ 81 w 83"/>
                  <a:gd name="T33" fmla="*/ 32 h 98"/>
                  <a:gd name="T34" fmla="*/ 62 w 83"/>
                  <a:gd name="T35" fmla="*/ 35 h 98"/>
                  <a:gd name="T36" fmla="*/ 56 w 83"/>
                  <a:gd name="T37" fmla="*/ 22 h 98"/>
                  <a:gd name="T38" fmla="*/ 43 w 83"/>
                  <a:gd name="T39" fmla="*/ 17 h 98"/>
                  <a:gd name="T40" fmla="*/ 26 w 83"/>
                  <a:gd name="T41" fmla="*/ 26 h 98"/>
                  <a:gd name="T42" fmla="*/ 20 w 83"/>
                  <a:gd name="T43" fmla="*/ 49 h 98"/>
                  <a:gd name="T44" fmla="*/ 27 w 83"/>
                  <a:gd name="T45" fmla="*/ 73 h 98"/>
                  <a:gd name="T46" fmla="*/ 43 w 83"/>
                  <a:gd name="T47" fmla="*/ 82 h 98"/>
                  <a:gd name="T48" fmla="*/ 56 w 83"/>
                  <a:gd name="T49" fmla="*/ 77 h 98"/>
                  <a:gd name="T50" fmla="*/ 62 w 83"/>
                  <a:gd name="T51" fmla="*/ 64 h 98"/>
                  <a:gd name="T52" fmla="*/ 83 w 83"/>
                  <a:gd name="T53" fmla="*/ 6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3" h="98">
                    <a:moveTo>
                      <a:pt x="83" y="64"/>
                    </a:moveTo>
                    <a:cubicBezTo>
                      <a:pt x="82" y="69"/>
                      <a:pt x="81" y="73"/>
                      <a:pt x="79" y="77"/>
                    </a:cubicBezTo>
                    <a:cubicBezTo>
                      <a:pt x="77" y="82"/>
                      <a:pt x="75" y="85"/>
                      <a:pt x="71" y="88"/>
                    </a:cubicBezTo>
                    <a:cubicBezTo>
                      <a:pt x="68" y="91"/>
                      <a:pt x="64" y="94"/>
                      <a:pt x="59" y="96"/>
                    </a:cubicBezTo>
                    <a:cubicBezTo>
                      <a:pt x="55" y="97"/>
                      <a:pt x="49" y="98"/>
                      <a:pt x="43" y="98"/>
                    </a:cubicBezTo>
                    <a:cubicBezTo>
                      <a:pt x="36" y="98"/>
                      <a:pt x="30" y="97"/>
                      <a:pt x="24" y="95"/>
                    </a:cubicBezTo>
                    <a:cubicBezTo>
                      <a:pt x="19" y="92"/>
                      <a:pt x="15" y="89"/>
                      <a:pt x="11" y="85"/>
                    </a:cubicBezTo>
                    <a:cubicBezTo>
                      <a:pt x="7" y="81"/>
                      <a:pt x="5" y="75"/>
                      <a:pt x="3" y="69"/>
                    </a:cubicBezTo>
                    <a:cubicBezTo>
                      <a:pt x="1" y="63"/>
                      <a:pt x="0" y="57"/>
                      <a:pt x="0" y="49"/>
                    </a:cubicBezTo>
                    <a:cubicBezTo>
                      <a:pt x="0" y="42"/>
                      <a:pt x="1" y="35"/>
                      <a:pt x="3" y="29"/>
                    </a:cubicBezTo>
                    <a:cubicBezTo>
                      <a:pt x="5" y="23"/>
                      <a:pt x="8" y="18"/>
                      <a:pt x="12" y="14"/>
                    </a:cubicBezTo>
                    <a:cubicBezTo>
                      <a:pt x="15" y="9"/>
                      <a:pt x="20" y="6"/>
                      <a:pt x="25" y="4"/>
                    </a:cubicBezTo>
                    <a:cubicBezTo>
                      <a:pt x="31" y="2"/>
                      <a:pt x="37" y="0"/>
                      <a:pt x="43" y="0"/>
                    </a:cubicBezTo>
                    <a:cubicBezTo>
                      <a:pt x="49" y="0"/>
                      <a:pt x="54" y="1"/>
                      <a:pt x="59" y="3"/>
                    </a:cubicBezTo>
                    <a:cubicBezTo>
                      <a:pt x="63" y="4"/>
                      <a:pt x="67" y="6"/>
                      <a:pt x="70" y="9"/>
                    </a:cubicBezTo>
                    <a:cubicBezTo>
                      <a:pt x="73" y="12"/>
                      <a:pt x="75" y="15"/>
                      <a:pt x="77" y="19"/>
                    </a:cubicBezTo>
                    <a:cubicBezTo>
                      <a:pt x="79" y="23"/>
                      <a:pt x="80" y="27"/>
                      <a:pt x="81" y="32"/>
                    </a:cubicBezTo>
                    <a:cubicBezTo>
                      <a:pt x="62" y="35"/>
                      <a:pt x="62" y="35"/>
                      <a:pt x="62" y="35"/>
                    </a:cubicBezTo>
                    <a:cubicBezTo>
                      <a:pt x="61" y="29"/>
                      <a:pt x="59" y="25"/>
                      <a:pt x="56" y="22"/>
                    </a:cubicBezTo>
                    <a:cubicBezTo>
                      <a:pt x="53" y="19"/>
                      <a:pt x="49" y="17"/>
                      <a:pt x="43" y="17"/>
                    </a:cubicBezTo>
                    <a:cubicBezTo>
                      <a:pt x="36" y="17"/>
                      <a:pt x="30" y="20"/>
                      <a:pt x="26" y="26"/>
                    </a:cubicBezTo>
                    <a:cubicBezTo>
                      <a:pt x="22" y="31"/>
                      <a:pt x="20" y="39"/>
                      <a:pt x="20" y="49"/>
                    </a:cubicBezTo>
                    <a:cubicBezTo>
                      <a:pt x="20" y="60"/>
                      <a:pt x="23" y="68"/>
                      <a:pt x="27" y="73"/>
                    </a:cubicBezTo>
                    <a:cubicBezTo>
                      <a:pt x="31" y="79"/>
                      <a:pt x="36" y="82"/>
                      <a:pt x="43" y="82"/>
                    </a:cubicBezTo>
                    <a:cubicBezTo>
                      <a:pt x="49" y="82"/>
                      <a:pt x="54" y="80"/>
                      <a:pt x="56" y="77"/>
                    </a:cubicBezTo>
                    <a:cubicBezTo>
                      <a:pt x="59" y="74"/>
                      <a:pt x="61" y="69"/>
                      <a:pt x="62" y="64"/>
                    </a:cubicBezTo>
                    <a:lnTo>
                      <a:pt x="83" y="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39" name="Freeform 13"/>
              <p:cNvSpPr>
                <a:spLocks noEditPoints="1"/>
              </p:cNvSpPr>
              <p:nvPr/>
            </p:nvSpPr>
            <p:spPr bwMode="auto">
              <a:xfrm>
                <a:off x="3986213" y="4735513"/>
                <a:ext cx="1066800" cy="887413"/>
              </a:xfrm>
              <a:custGeom>
                <a:avLst/>
                <a:gdLst>
                  <a:gd name="T0" fmla="*/ 82 w 119"/>
                  <a:gd name="T1" fmla="*/ 40 h 99"/>
                  <a:gd name="T2" fmla="*/ 82 w 119"/>
                  <a:gd name="T3" fmla="*/ 47 h 99"/>
                  <a:gd name="T4" fmla="*/ 57 w 119"/>
                  <a:gd name="T5" fmla="*/ 47 h 99"/>
                  <a:gd name="T6" fmla="*/ 57 w 119"/>
                  <a:gd name="T7" fmla="*/ 40 h 99"/>
                  <a:gd name="T8" fmla="*/ 60 w 119"/>
                  <a:gd name="T9" fmla="*/ 40 h 99"/>
                  <a:gd name="T10" fmla="*/ 60 w 119"/>
                  <a:gd name="T11" fmla="*/ 36 h 99"/>
                  <a:gd name="T12" fmla="*/ 63 w 119"/>
                  <a:gd name="T13" fmla="*/ 28 h 99"/>
                  <a:gd name="T14" fmla="*/ 71 w 119"/>
                  <a:gd name="T15" fmla="*/ 25 h 99"/>
                  <a:gd name="T16" fmla="*/ 78 w 119"/>
                  <a:gd name="T17" fmla="*/ 28 h 99"/>
                  <a:gd name="T18" fmla="*/ 81 w 119"/>
                  <a:gd name="T19" fmla="*/ 35 h 99"/>
                  <a:gd name="T20" fmla="*/ 75 w 119"/>
                  <a:gd name="T21" fmla="*/ 36 h 99"/>
                  <a:gd name="T22" fmla="*/ 74 w 119"/>
                  <a:gd name="T23" fmla="*/ 32 h 99"/>
                  <a:gd name="T24" fmla="*/ 71 w 119"/>
                  <a:gd name="T25" fmla="*/ 32 h 99"/>
                  <a:gd name="T26" fmla="*/ 67 w 119"/>
                  <a:gd name="T27" fmla="*/ 36 h 99"/>
                  <a:gd name="T28" fmla="*/ 67 w 119"/>
                  <a:gd name="T29" fmla="*/ 40 h 99"/>
                  <a:gd name="T30" fmla="*/ 82 w 119"/>
                  <a:gd name="T31" fmla="*/ 40 h 99"/>
                  <a:gd name="T32" fmla="*/ 100 w 119"/>
                  <a:gd name="T33" fmla="*/ 82 h 99"/>
                  <a:gd name="T34" fmla="*/ 100 w 119"/>
                  <a:gd name="T35" fmla="*/ 0 h 99"/>
                  <a:gd name="T36" fmla="*/ 119 w 119"/>
                  <a:gd name="T37" fmla="*/ 0 h 99"/>
                  <a:gd name="T38" fmla="*/ 119 w 119"/>
                  <a:gd name="T39" fmla="*/ 99 h 99"/>
                  <a:gd name="T40" fmla="*/ 38 w 119"/>
                  <a:gd name="T41" fmla="*/ 99 h 99"/>
                  <a:gd name="T42" fmla="*/ 10 w 119"/>
                  <a:gd name="T43" fmla="*/ 91 h 99"/>
                  <a:gd name="T44" fmla="*/ 0 w 119"/>
                  <a:gd name="T45" fmla="*/ 65 h 99"/>
                  <a:gd name="T46" fmla="*/ 4 w 119"/>
                  <a:gd name="T47" fmla="*/ 49 h 99"/>
                  <a:gd name="T48" fmla="*/ 16 w 119"/>
                  <a:gd name="T49" fmla="*/ 37 h 99"/>
                  <a:gd name="T50" fmla="*/ 34 w 119"/>
                  <a:gd name="T51" fmla="*/ 33 h 99"/>
                  <a:gd name="T52" fmla="*/ 36 w 119"/>
                  <a:gd name="T53" fmla="*/ 49 h 99"/>
                  <a:gd name="T54" fmla="*/ 23 w 119"/>
                  <a:gd name="T55" fmla="*/ 54 h 99"/>
                  <a:gd name="T56" fmla="*/ 19 w 119"/>
                  <a:gd name="T57" fmla="*/ 65 h 99"/>
                  <a:gd name="T58" fmla="*/ 23 w 119"/>
                  <a:gd name="T59" fmla="*/ 78 h 99"/>
                  <a:gd name="T60" fmla="*/ 38 w 119"/>
                  <a:gd name="T61" fmla="*/ 82 h 99"/>
                  <a:gd name="T62" fmla="*/ 100 w 119"/>
                  <a:gd name="T63" fmla="*/ 82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19" h="99">
                    <a:moveTo>
                      <a:pt x="82" y="40"/>
                    </a:moveTo>
                    <a:cubicBezTo>
                      <a:pt x="82" y="47"/>
                      <a:pt x="82" y="47"/>
                      <a:pt x="82" y="47"/>
                    </a:cubicBezTo>
                    <a:cubicBezTo>
                      <a:pt x="57" y="47"/>
                      <a:pt x="57" y="47"/>
                      <a:pt x="57" y="47"/>
                    </a:cubicBezTo>
                    <a:cubicBezTo>
                      <a:pt x="57" y="40"/>
                      <a:pt x="57" y="40"/>
                      <a:pt x="57" y="40"/>
                    </a:cubicBezTo>
                    <a:cubicBezTo>
                      <a:pt x="60" y="40"/>
                      <a:pt x="60" y="40"/>
                      <a:pt x="60" y="40"/>
                    </a:cubicBezTo>
                    <a:cubicBezTo>
                      <a:pt x="60" y="36"/>
                      <a:pt x="60" y="36"/>
                      <a:pt x="60" y="36"/>
                    </a:cubicBezTo>
                    <a:cubicBezTo>
                      <a:pt x="60" y="33"/>
                      <a:pt x="61" y="30"/>
                      <a:pt x="63" y="28"/>
                    </a:cubicBezTo>
                    <a:cubicBezTo>
                      <a:pt x="65" y="26"/>
                      <a:pt x="67" y="25"/>
                      <a:pt x="71" y="25"/>
                    </a:cubicBezTo>
                    <a:cubicBezTo>
                      <a:pt x="74" y="25"/>
                      <a:pt x="77" y="26"/>
                      <a:pt x="78" y="28"/>
                    </a:cubicBezTo>
                    <a:cubicBezTo>
                      <a:pt x="80" y="29"/>
                      <a:pt x="81" y="31"/>
                      <a:pt x="81" y="35"/>
                    </a:cubicBezTo>
                    <a:cubicBezTo>
                      <a:pt x="75" y="36"/>
                      <a:pt x="75" y="36"/>
                      <a:pt x="75" y="36"/>
                    </a:cubicBezTo>
                    <a:cubicBezTo>
                      <a:pt x="75" y="34"/>
                      <a:pt x="75" y="33"/>
                      <a:pt x="74" y="32"/>
                    </a:cubicBezTo>
                    <a:cubicBezTo>
                      <a:pt x="74" y="32"/>
                      <a:pt x="73" y="32"/>
                      <a:pt x="71" y="32"/>
                    </a:cubicBezTo>
                    <a:cubicBezTo>
                      <a:pt x="68" y="32"/>
                      <a:pt x="67" y="33"/>
                      <a:pt x="67" y="36"/>
                    </a:cubicBezTo>
                    <a:cubicBezTo>
                      <a:pt x="67" y="40"/>
                      <a:pt x="67" y="40"/>
                      <a:pt x="67" y="40"/>
                    </a:cubicBezTo>
                    <a:lnTo>
                      <a:pt x="82" y="40"/>
                    </a:lnTo>
                    <a:close/>
                    <a:moveTo>
                      <a:pt x="100" y="82"/>
                    </a:moveTo>
                    <a:cubicBezTo>
                      <a:pt x="100" y="0"/>
                      <a:pt x="100" y="0"/>
                      <a:pt x="100" y="0"/>
                    </a:cubicBezTo>
                    <a:cubicBezTo>
                      <a:pt x="119" y="0"/>
                      <a:pt x="119" y="0"/>
                      <a:pt x="119" y="0"/>
                    </a:cubicBezTo>
                    <a:cubicBezTo>
                      <a:pt x="119" y="99"/>
                      <a:pt x="119" y="99"/>
                      <a:pt x="119" y="99"/>
                    </a:cubicBezTo>
                    <a:cubicBezTo>
                      <a:pt x="38" y="99"/>
                      <a:pt x="38" y="99"/>
                      <a:pt x="38" y="99"/>
                    </a:cubicBezTo>
                    <a:cubicBezTo>
                      <a:pt x="25" y="99"/>
                      <a:pt x="16" y="96"/>
                      <a:pt x="10" y="91"/>
                    </a:cubicBezTo>
                    <a:cubicBezTo>
                      <a:pt x="3" y="85"/>
                      <a:pt x="0" y="77"/>
                      <a:pt x="0" y="65"/>
                    </a:cubicBezTo>
                    <a:cubicBezTo>
                      <a:pt x="0" y="59"/>
                      <a:pt x="2" y="54"/>
                      <a:pt x="4" y="49"/>
                    </a:cubicBezTo>
                    <a:cubicBezTo>
                      <a:pt x="7" y="44"/>
                      <a:pt x="11" y="40"/>
                      <a:pt x="16" y="37"/>
                    </a:cubicBezTo>
                    <a:cubicBezTo>
                      <a:pt x="21" y="34"/>
                      <a:pt x="27" y="33"/>
                      <a:pt x="34" y="33"/>
                    </a:cubicBezTo>
                    <a:cubicBezTo>
                      <a:pt x="36" y="49"/>
                      <a:pt x="36" y="49"/>
                      <a:pt x="36" y="49"/>
                    </a:cubicBezTo>
                    <a:cubicBezTo>
                      <a:pt x="30" y="50"/>
                      <a:pt x="25" y="51"/>
                      <a:pt x="23" y="54"/>
                    </a:cubicBezTo>
                    <a:cubicBezTo>
                      <a:pt x="20" y="56"/>
                      <a:pt x="19" y="60"/>
                      <a:pt x="19" y="65"/>
                    </a:cubicBezTo>
                    <a:cubicBezTo>
                      <a:pt x="19" y="71"/>
                      <a:pt x="20" y="76"/>
                      <a:pt x="23" y="78"/>
                    </a:cubicBezTo>
                    <a:cubicBezTo>
                      <a:pt x="26" y="81"/>
                      <a:pt x="31" y="82"/>
                      <a:pt x="38" y="82"/>
                    </a:cubicBezTo>
                    <a:lnTo>
                      <a:pt x="100" y="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40" name="Freeform 14"/>
              <p:cNvSpPr>
                <a:spLocks noEditPoints="1"/>
              </p:cNvSpPr>
              <p:nvPr/>
            </p:nvSpPr>
            <p:spPr bwMode="auto">
              <a:xfrm>
                <a:off x="5195888" y="5005388"/>
                <a:ext cx="1684338" cy="903288"/>
              </a:xfrm>
              <a:custGeom>
                <a:avLst/>
                <a:gdLst>
                  <a:gd name="T0" fmla="*/ 44 w 188"/>
                  <a:gd name="T1" fmla="*/ 52 h 101"/>
                  <a:gd name="T2" fmla="*/ 38 w 188"/>
                  <a:gd name="T3" fmla="*/ 52 h 101"/>
                  <a:gd name="T4" fmla="*/ 19 w 188"/>
                  <a:gd name="T5" fmla="*/ 32 h 101"/>
                  <a:gd name="T6" fmla="*/ 22 w 188"/>
                  <a:gd name="T7" fmla="*/ 20 h 101"/>
                  <a:gd name="T8" fmla="*/ 32 w 188"/>
                  <a:gd name="T9" fmla="*/ 16 h 101"/>
                  <a:gd name="T10" fmla="*/ 39 w 188"/>
                  <a:gd name="T11" fmla="*/ 17 h 101"/>
                  <a:gd name="T12" fmla="*/ 43 w 188"/>
                  <a:gd name="T13" fmla="*/ 23 h 101"/>
                  <a:gd name="T14" fmla="*/ 44 w 188"/>
                  <a:gd name="T15" fmla="*/ 37 h 101"/>
                  <a:gd name="T16" fmla="*/ 44 w 188"/>
                  <a:gd name="T17" fmla="*/ 52 h 101"/>
                  <a:gd name="T18" fmla="*/ 170 w 188"/>
                  <a:gd name="T19" fmla="*/ 0 h 101"/>
                  <a:gd name="T20" fmla="*/ 170 w 188"/>
                  <a:gd name="T21" fmla="*/ 52 h 101"/>
                  <a:gd name="T22" fmla="*/ 63 w 188"/>
                  <a:gd name="T23" fmla="*/ 52 h 101"/>
                  <a:gd name="T24" fmla="*/ 63 w 188"/>
                  <a:gd name="T25" fmla="*/ 32 h 101"/>
                  <a:gd name="T26" fmla="*/ 55 w 188"/>
                  <a:gd name="T27" fmla="*/ 8 h 101"/>
                  <a:gd name="T28" fmla="*/ 32 w 188"/>
                  <a:gd name="T29" fmla="*/ 0 h 101"/>
                  <a:gd name="T30" fmla="*/ 8 w 188"/>
                  <a:gd name="T31" fmla="*/ 9 h 101"/>
                  <a:gd name="T32" fmla="*/ 0 w 188"/>
                  <a:gd name="T33" fmla="*/ 32 h 101"/>
                  <a:gd name="T34" fmla="*/ 11 w 188"/>
                  <a:gd name="T35" fmla="*/ 60 h 101"/>
                  <a:gd name="T36" fmla="*/ 42 w 188"/>
                  <a:gd name="T37" fmla="*/ 69 h 101"/>
                  <a:gd name="T38" fmla="*/ 44 w 188"/>
                  <a:gd name="T39" fmla="*/ 69 h 101"/>
                  <a:gd name="T40" fmla="*/ 44 w 188"/>
                  <a:gd name="T41" fmla="*/ 72 h 101"/>
                  <a:gd name="T42" fmla="*/ 41 w 188"/>
                  <a:gd name="T43" fmla="*/ 86 h 101"/>
                  <a:gd name="T44" fmla="*/ 51 w 188"/>
                  <a:gd name="T45" fmla="*/ 101 h 101"/>
                  <a:gd name="T46" fmla="*/ 55 w 188"/>
                  <a:gd name="T47" fmla="*/ 97 h 101"/>
                  <a:gd name="T48" fmla="*/ 63 w 188"/>
                  <a:gd name="T49" fmla="*/ 69 h 101"/>
                  <a:gd name="T50" fmla="*/ 188 w 188"/>
                  <a:gd name="T51" fmla="*/ 69 h 101"/>
                  <a:gd name="T52" fmla="*/ 188 w 188"/>
                  <a:gd name="T53" fmla="*/ 0 h 101"/>
                  <a:gd name="T54" fmla="*/ 170 w 188"/>
                  <a:gd name="T55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88" h="101">
                    <a:moveTo>
                      <a:pt x="44" y="52"/>
                    </a:moveTo>
                    <a:cubicBezTo>
                      <a:pt x="38" y="52"/>
                      <a:pt x="38" y="52"/>
                      <a:pt x="38" y="52"/>
                    </a:cubicBezTo>
                    <a:cubicBezTo>
                      <a:pt x="25" y="52"/>
                      <a:pt x="19" y="45"/>
                      <a:pt x="19" y="32"/>
                    </a:cubicBezTo>
                    <a:cubicBezTo>
                      <a:pt x="19" y="27"/>
                      <a:pt x="20" y="23"/>
                      <a:pt x="22" y="20"/>
                    </a:cubicBezTo>
                    <a:cubicBezTo>
                      <a:pt x="24" y="17"/>
                      <a:pt x="27" y="16"/>
                      <a:pt x="32" y="16"/>
                    </a:cubicBezTo>
                    <a:cubicBezTo>
                      <a:pt x="35" y="16"/>
                      <a:pt x="37" y="16"/>
                      <a:pt x="39" y="17"/>
                    </a:cubicBezTo>
                    <a:cubicBezTo>
                      <a:pt x="41" y="19"/>
                      <a:pt x="42" y="20"/>
                      <a:pt x="43" y="23"/>
                    </a:cubicBezTo>
                    <a:cubicBezTo>
                      <a:pt x="44" y="26"/>
                      <a:pt x="44" y="32"/>
                      <a:pt x="44" y="37"/>
                    </a:cubicBezTo>
                    <a:lnTo>
                      <a:pt x="44" y="52"/>
                    </a:lnTo>
                    <a:close/>
                    <a:moveTo>
                      <a:pt x="170" y="0"/>
                    </a:moveTo>
                    <a:cubicBezTo>
                      <a:pt x="170" y="52"/>
                      <a:pt x="170" y="52"/>
                      <a:pt x="170" y="52"/>
                    </a:cubicBezTo>
                    <a:cubicBezTo>
                      <a:pt x="63" y="52"/>
                      <a:pt x="63" y="52"/>
                      <a:pt x="63" y="52"/>
                    </a:cubicBezTo>
                    <a:cubicBezTo>
                      <a:pt x="63" y="32"/>
                      <a:pt x="63" y="32"/>
                      <a:pt x="63" y="32"/>
                    </a:cubicBezTo>
                    <a:cubicBezTo>
                      <a:pt x="63" y="22"/>
                      <a:pt x="60" y="13"/>
                      <a:pt x="55" y="8"/>
                    </a:cubicBezTo>
                    <a:cubicBezTo>
                      <a:pt x="50" y="3"/>
                      <a:pt x="42" y="0"/>
                      <a:pt x="32" y="0"/>
                    </a:cubicBezTo>
                    <a:cubicBezTo>
                      <a:pt x="22" y="0"/>
                      <a:pt x="14" y="3"/>
                      <a:pt x="8" y="9"/>
                    </a:cubicBezTo>
                    <a:cubicBezTo>
                      <a:pt x="3" y="14"/>
                      <a:pt x="0" y="22"/>
                      <a:pt x="0" y="32"/>
                    </a:cubicBezTo>
                    <a:cubicBezTo>
                      <a:pt x="0" y="44"/>
                      <a:pt x="3" y="54"/>
                      <a:pt x="11" y="60"/>
                    </a:cubicBezTo>
                    <a:cubicBezTo>
                      <a:pt x="18" y="66"/>
                      <a:pt x="28" y="69"/>
                      <a:pt x="42" y="69"/>
                    </a:cubicBezTo>
                    <a:cubicBezTo>
                      <a:pt x="44" y="69"/>
                      <a:pt x="44" y="69"/>
                      <a:pt x="44" y="69"/>
                    </a:cubicBezTo>
                    <a:cubicBezTo>
                      <a:pt x="44" y="72"/>
                      <a:pt x="44" y="72"/>
                      <a:pt x="44" y="72"/>
                    </a:cubicBezTo>
                    <a:cubicBezTo>
                      <a:pt x="44" y="79"/>
                      <a:pt x="43" y="83"/>
                      <a:pt x="41" y="86"/>
                    </a:cubicBezTo>
                    <a:cubicBezTo>
                      <a:pt x="51" y="101"/>
                      <a:pt x="51" y="101"/>
                      <a:pt x="51" y="101"/>
                    </a:cubicBezTo>
                    <a:cubicBezTo>
                      <a:pt x="53" y="100"/>
                      <a:pt x="54" y="99"/>
                      <a:pt x="55" y="97"/>
                    </a:cubicBezTo>
                    <a:cubicBezTo>
                      <a:pt x="60" y="92"/>
                      <a:pt x="63" y="80"/>
                      <a:pt x="63" y="69"/>
                    </a:cubicBezTo>
                    <a:cubicBezTo>
                      <a:pt x="188" y="69"/>
                      <a:pt x="188" y="69"/>
                      <a:pt x="188" y="69"/>
                    </a:cubicBezTo>
                    <a:cubicBezTo>
                      <a:pt x="188" y="0"/>
                      <a:pt x="188" y="0"/>
                      <a:pt x="188" y="0"/>
                    </a:cubicBezTo>
                    <a:lnTo>
                      <a:pt x="17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41" name="Rectangle 15"/>
              <p:cNvSpPr>
                <a:spLocks noChangeArrowheads="1"/>
              </p:cNvSpPr>
              <p:nvPr/>
            </p:nvSpPr>
            <p:spPr bwMode="auto">
              <a:xfrm>
                <a:off x="6718301" y="4754563"/>
                <a:ext cx="161925" cy="1698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42" name="Freeform 16"/>
              <p:cNvSpPr>
                <a:spLocks/>
              </p:cNvSpPr>
              <p:nvPr/>
            </p:nvSpPr>
            <p:spPr bwMode="auto">
              <a:xfrm>
                <a:off x="7013576" y="5005388"/>
                <a:ext cx="833438" cy="617538"/>
              </a:xfrm>
              <a:custGeom>
                <a:avLst/>
                <a:gdLst>
                  <a:gd name="T0" fmla="*/ 74 w 93"/>
                  <a:gd name="T1" fmla="*/ 52 h 69"/>
                  <a:gd name="T2" fmla="*/ 74 w 93"/>
                  <a:gd name="T3" fmla="*/ 42 h 69"/>
                  <a:gd name="T4" fmla="*/ 70 w 93"/>
                  <a:gd name="T5" fmla="*/ 23 h 69"/>
                  <a:gd name="T6" fmla="*/ 55 w 93"/>
                  <a:gd name="T7" fmla="*/ 17 h 69"/>
                  <a:gd name="T8" fmla="*/ 41 w 93"/>
                  <a:gd name="T9" fmla="*/ 20 h 69"/>
                  <a:gd name="T10" fmla="*/ 36 w 93"/>
                  <a:gd name="T11" fmla="*/ 3 h 69"/>
                  <a:gd name="T12" fmla="*/ 56 w 93"/>
                  <a:gd name="T13" fmla="*/ 0 h 69"/>
                  <a:gd name="T14" fmla="*/ 84 w 93"/>
                  <a:gd name="T15" fmla="*/ 10 h 69"/>
                  <a:gd name="T16" fmla="*/ 93 w 93"/>
                  <a:gd name="T17" fmla="*/ 40 h 69"/>
                  <a:gd name="T18" fmla="*/ 93 w 93"/>
                  <a:gd name="T19" fmla="*/ 69 h 69"/>
                  <a:gd name="T20" fmla="*/ 0 w 93"/>
                  <a:gd name="T21" fmla="*/ 69 h 69"/>
                  <a:gd name="T22" fmla="*/ 0 w 93"/>
                  <a:gd name="T23" fmla="*/ 52 h 69"/>
                  <a:gd name="T24" fmla="*/ 74 w 93"/>
                  <a:gd name="T25" fmla="*/ 52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3" h="69">
                    <a:moveTo>
                      <a:pt x="74" y="52"/>
                    </a:moveTo>
                    <a:cubicBezTo>
                      <a:pt x="74" y="42"/>
                      <a:pt x="74" y="42"/>
                      <a:pt x="74" y="42"/>
                    </a:cubicBezTo>
                    <a:cubicBezTo>
                      <a:pt x="74" y="34"/>
                      <a:pt x="73" y="27"/>
                      <a:pt x="70" y="23"/>
                    </a:cubicBezTo>
                    <a:cubicBezTo>
                      <a:pt x="66" y="19"/>
                      <a:pt x="61" y="17"/>
                      <a:pt x="55" y="17"/>
                    </a:cubicBezTo>
                    <a:cubicBezTo>
                      <a:pt x="50" y="17"/>
                      <a:pt x="46" y="18"/>
                      <a:pt x="41" y="20"/>
                    </a:cubicBezTo>
                    <a:cubicBezTo>
                      <a:pt x="36" y="3"/>
                      <a:pt x="36" y="3"/>
                      <a:pt x="36" y="3"/>
                    </a:cubicBezTo>
                    <a:cubicBezTo>
                      <a:pt x="42" y="1"/>
                      <a:pt x="49" y="0"/>
                      <a:pt x="56" y="0"/>
                    </a:cubicBezTo>
                    <a:cubicBezTo>
                      <a:pt x="68" y="0"/>
                      <a:pt x="77" y="3"/>
                      <a:pt x="84" y="10"/>
                    </a:cubicBezTo>
                    <a:cubicBezTo>
                      <a:pt x="90" y="17"/>
                      <a:pt x="93" y="27"/>
                      <a:pt x="93" y="40"/>
                    </a:cubicBezTo>
                    <a:cubicBezTo>
                      <a:pt x="93" y="69"/>
                      <a:pt x="93" y="69"/>
                      <a:pt x="93" y="69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52"/>
                      <a:pt x="0" y="52"/>
                      <a:pt x="0" y="52"/>
                    </a:cubicBezTo>
                    <a:lnTo>
                      <a:pt x="74" y="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43" name="Freeform 17"/>
              <p:cNvSpPr>
                <a:spLocks/>
              </p:cNvSpPr>
              <p:nvPr/>
            </p:nvSpPr>
            <p:spPr bwMode="auto">
              <a:xfrm>
                <a:off x="7972426" y="4565650"/>
                <a:ext cx="223838" cy="188913"/>
              </a:xfrm>
              <a:custGeom>
                <a:avLst/>
                <a:gdLst>
                  <a:gd name="T0" fmla="*/ 25 w 25"/>
                  <a:gd name="T1" fmla="*/ 14 h 21"/>
                  <a:gd name="T2" fmla="*/ 25 w 25"/>
                  <a:gd name="T3" fmla="*/ 21 h 21"/>
                  <a:gd name="T4" fmla="*/ 0 w 25"/>
                  <a:gd name="T5" fmla="*/ 21 h 21"/>
                  <a:gd name="T6" fmla="*/ 0 w 25"/>
                  <a:gd name="T7" fmla="*/ 14 h 21"/>
                  <a:gd name="T8" fmla="*/ 3 w 25"/>
                  <a:gd name="T9" fmla="*/ 14 h 21"/>
                  <a:gd name="T10" fmla="*/ 3 w 25"/>
                  <a:gd name="T11" fmla="*/ 10 h 21"/>
                  <a:gd name="T12" fmla="*/ 6 w 25"/>
                  <a:gd name="T13" fmla="*/ 2 h 21"/>
                  <a:gd name="T14" fmla="*/ 14 w 25"/>
                  <a:gd name="T15" fmla="*/ 0 h 21"/>
                  <a:gd name="T16" fmla="*/ 21 w 25"/>
                  <a:gd name="T17" fmla="*/ 2 h 21"/>
                  <a:gd name="T18" fmla="*/ 24 w 25"/>
                  <a:gd name="T19" fmla="*/ 9 h 21"/>
                  <a:gd name="T20" fmla="*/ 18 w 25"/>
                  <a:gd name="T21" fmla="*/ 10 h 21"/>
                  <a:gd name="T22" fmla="*/ 17 w 25"/>
                  <a:gd name="T23" fmla="*/ 7 h 21"/>
                  <a:gd name="T24" fmla="*/ 14 w 25"/>
                  <a:gd name="T25" fmla="*/ 6 h 21"/>
                  <a:gd name="T26" fmla="*/ 10 w 25"/>
                  <a:gd name="T27" fmla="*/ 11 h 21"/>
                  <a:gd name="T28" fmla="*/ 10 w 25"/>
                  <a:gd name="T29" fmla="*/ 14 h 21"/>
                  <a:gd name="T30" fmla="*/ 25 w 25"/>
                  <a:gd name="T31" fmla="*/ 14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5" h="21">
                    <a:moveTo>
                      <a:pt x="25" y="14"/>
                    </a:moveTo>
                    <a:cubicBezTo>
                      <a:pt x="25" y="21"/>
                      <a:pt x="25" y="21"/>
                      <a:pt x="25" y="21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3" y="7"/>
                      <a:pt x="4" y="4"/>
                      <a:pt x="6" y="2"/>
                    </a:cubicBezTo>
                    <a:cubicBezTo>
                      <a:pt x="8" y="1"/>
                      <a:pt x="10" y="0"/>
                      <a:pt x="14" y="0"/>
                    </a:cubicBezTo>
                    <a:cubicBezTo>
                      <a:pt x="17" y="0"/>
                      <a:pt x="20" y="0"/>
                      <a:pt x="21" y="2"/>
                    </a:cubicBezTo>
                    <a:cubicBezTo>
                      <a:pt x="23" y="3"/>
                      <a:pt x="24" y="6"/>
                      <a:pt x="24" y="9"/>
                    </a:cubicBezTo>
                    <a:cubicBezTo>
                      <a:pt x="18" y="10"/>
                      <a:pt x="18" y="10"/>
                      <a:pt x="18" y="10"/>
                    </a:cubicBezTo>
                    <a:cubicBezTo>
                      <a:pt x="18" y="8"/>
                      <a:pt x="17" y="7"/>
                      <a:pt x="17" y="7"/>
                    </a:cubicBezTo>
                    <a:cubicBezTo>
                      <a:pt x="16" y="6"/>
                      <a:pt x="15" y="6"/>
                      <a:pt x="14" y="6"/>
                    </a:cubicBezTo>
                    <a:cubicBezTo>
                      <a:pt x="11" y="6"/>
                      <a:pt x="10" y="7"/>
                      <a:pt x="10" y="11"/>
                    </a:cubicBezTo>
                    <a:cubicBezTo>
                      <a:pt x="10" y="14"/>
                      <a:pt x="10" y="14"/>
                      <a:pt x="10" y="14"/>
                    </a:cubicBezTo>
                    <a:lnTo>
                      <a:pt x="25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44" name="Rectangle 18"/>
              <p:cNvSpPr>
                <a:spLocks noChangeArrowheads="1"/>
              </p:cNvSpPr>
              <p:nvPr/>
            </p:nvSpPr>
            <p:spPr bwMode="auto">
              <a:xfrm>
                <a:off x="7991476" y="4816475"/>
                <a:ext cx="169863" cy="80645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4356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6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877E6E5-10F2-4009-B776-A7F5C9BE046A}"/>
              </a:ext>
            </a:extLst>
          </p:cNvPr>
          <p:cNvSpPr/>
          <p:nvPr userDrawn="1"/>
        </p:nvSpPr>
        <p:spPr>
          <a:xfrm>
            <a:off x="240604" y="239401"/>
            <a:ext cx="11710800" cy="6379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5" tIns="45707" rIns="91415" bIns="45707" rtlCol="0" anchor="ctr"/>
          <a:lstStyle/>
          <a:p>
            <a:pPr algn="ctr" defTabSz="914106"/>
            <a:endParaRPr lang="en-GB" sz="1867">
              <a:solidFill>
                <a:prstClr val="white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FFE213-8CBB-48D7-A171-8548BB907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6224B-EA79-4BC8-A7F5-F620B624A0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746" y="2060575"/>
            <a:ext cx="10521951" cy="39989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6E15C-D408-4765-943E-DB77FC82E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>
              <a:solidFill>
                <a:srgbClr val="4D5156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30760-A444-416F-83F2-0E9E7E46A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41956-BF2E-4170-9809-8254439A8799}" type="slidenum">
              <a:rPr lang="en-GB" smtClean="0">
                <a:solidFill>
                  <a:srgbClr val="1859A9"/>
                </a:solidFill>
              </a:rPr>
              <a:pPr/>
              <a:t>‹#›</a:t>
            </a:fld>
            <a:endParaRPr lang="en-GB">
              <a:solidFill>
                <a:srgbClr val="1859A9"/>
              </a:solidFill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74BDDA1-D11F-444B-A19F-8F1AF77F9D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7741" y="1620005"/>
            <a:ext cx="5364164" cy="200025"/>
          </a:xfrm>
        </p:spPr>
        <p:txBody>
          <a:bodyPr/>
          <a:lstStyle>
            <a:lvl1pPr>
              <a:spcBef>
                <a:spcPts val="0"/>
              </a:spcBef>
              <a:defRPr sz="1067" b="1" cap="all" spc="359" baseline="0"/>
            </a:lvl1pPr>
            <a:lvl2pPr>
              <a:defRPr sz="1067"/>
            </a:lvl2pPr>
            <a:lvl3pPr>
              <a:defRPr sz="1067"/>
            </a:lvl3pPr>
            <a:lvl4pPr>
              <a:defRPr sz="1067"/>
            </a:lvl4pPr>
            <a:lvl5pPr>
              <a:defRPr sz="1067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8" name="Group 7"/>
          <p:cNvGrpSpPr>
            <a:grpSpLocks noChangeAspect="1"/>
          </p:cNvGrpSpPr>
          <p:nvPr userDrawn="1"/>
        </p:nvGrpSpPr>
        <p:grpSpPr>
          <a:xfrm>
            <a:off x="10810891" y="3"/>
            <a:ext cx="658803" cy="1222741"/>
            <a:chOff x="10546428" y="-86005"/>
            <a:chExt cx="923259" cy="1713580"/>
          </a:xfrm>
        </p:grpSpPr>
        <p:sp>
          <p:nvSpPr>
            <p:cNvPr id="11" name="Rectangle 10"/>
            <p:cNvSpPr/>
            <p:nvPr userDrawn="1"/>
          </p:nvSpPr>
          <p:spPr bwMode="white">
            <a:xfrm>
              <a:off x="10546428" y="-86005"/>
              <a:ext cx="923259" cy="17135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06"/>
              <a:endParaRPr lang="en-GB" sz="1867">
                <a:solidFill>
                  <a:prstClr val="white"/>
                </a:solidFill>
              </a:endParaRPr>
            </a:p>
          </p:txBody>
        </p:sp>
        <p:grpSp>
          <p:nvGrpSpPr>
            <p:cNvPr id="13" name="Group 12"/>
            <p:cNvGrpSpPr>
              <a:grpSpLocks noChangeAspect="1"/>
            </p:cNvGrpSpPr>
            <p:nvPr userDrawn="1"/>
          </p:nvGrpSpPr>
          <p:grpSpPr>
            <a:xfrm>
              <a:off x="10639077" y="333830"/>
              <a:ext cx="767941" cy="1201994"/>
              <a:chOff x="3986213" y="0"/>
              <a:chExt cx="4381501" cy="6858001"/>
            </a:xfrm>
            <a:solidFill>
              <a:schemeClr val="tx2"/>
            </a:solidFill>
          </p:grpSpPr>
          <p:sp>
            <p:nvSpPr>
              <p:cNvPr id="14" name="Freeform 5"/>
              <p:cNvSpPr>
                <a:spLocks/>
              </p:cNvSpPr>
              <p:nvPr/>
            </p:nvSpPr>
            <p:spPr bwMode="auto">
              <a:xfrm>
                <a:off x="6521451" y="1746250"/>
                <a:ext cx="1846263" cy="2443163"/>
              </a:xfrm>
              <a:custGeom>
                <a:avLst/>
                <a:gdLst>
                  <a:gd name="T0" fmla="*/ 113 w 206"/>
                  <a:gd name="T1" fmla="*/ 196 h 273"/>
                  <a:gd name="T2" fmla="*/ 70 w 206"/>
                  <a:gd name="T3" fmla="*/ 273 h 273"/>
                  <a:gd name="T4" fmla="*/ 184 w 206"/>
                  <a:gd name="T5" fmla="*/ 273 h 273"/>
                  <a:gd name="T6" fmla="*/ 0 w 206"/>
                  <a:gd name="T7" fmla="*/ 0 h 273"/>
                  <a:gd name="T8" fmla="*/ 113 w 206"/>
                  <a:gd name="T9" fmla="*/ 196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6" h="273">
                    <a:moveTo>
                      <a:pt x="113" y="196"/>
                    </a:moveTo>
                    <a:cubicBezTo>
                      <a:pt x="106" y="226"/>
                      <a:pt x="91" y="252"/>
                      <a:pt x="70" y="273"/>
                    </a:cubicBezTo>
                    <a:cubicBezTo>
                      <a:pt x="184" y="273"/>
                      <a:pt x="184" y="273"/>
                      <a:pt x="184" y="273"/>
                    </a:cubicBezTo>
                    <a:cubicBezTo>
                      <a:pt x="206" y="154"/>
                      <a:pt x="128" y="28"/>
                      <a:pt x="0" y="0"/>
                    </a:cubicBezTo>
                    <a:cubicBezTo>
                      <a:pt x="26" y="7"/>
                      <a:pt x="138" y="60"/>
                      <a:pt x="113" y="196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15" name="Freeform 6"/>
              <p:cNvSpPr>
                <a:spLocks/>
              </p:cNvSpPr>
              <p:nvPr/>
            </p:nvSpPr>
            <p:spPr bwMode="auto">
              <a:xfrm>
                <a:off x="3986213" y="0"/>
                <a:ext cx="4219575" cy="4189413"/>
              </a:xfrm>
              <a:custGeom>
                <a:avLst/>
                <a:gdLst>
                  <a:gd name="T0" fmla="*/ 0 w 471"/>
                  <a:gd name="T1" fmla="*/ 0 h 468"/>
                  <a:gd name="T2" fmla="*/ 0 w 471"/>
                  <a:gd name="T3" fmla="*/ 468 h 468"/>
                  <a:gd name="T4" fmla="*/ 50 w 471"/>
                  <a:gd name="T5" fmla="*/ 468 h 468"/>
                  <a:gd name="T6" fmla="*/ 104 w 471"/>
                  <a:gd name="T7" fmla="*/ 466 h 468"/>
                  <a:gd name="T8" fmla="*/ 247 w 471"/>
                  <a:gd name="T9" fmla="*/ 346 h 468"/>
                  <a:gd name="T10" fmla="*/ 161 w 471"/>
                  <a:gd name="T11" fmla="*/ 219 h 468"/>
                  <a:gd name="T12" fmla="*/ 157 w 471"/>
                  <a:gd name="T13" fmla="*/ 218 h 468"/>
                  <a:gd name="T14" fmla="*/ 100 w 471"/>
                  <a:gd name="T15" fmla="*/ 212 h 468"/>
                  <a:gd name="T16" fmla="*/ 92 w 471"/>
                  <a:gd name="T17" fmla="*/ 243 h 468"/>
                  <a:gd name="T18" fmla="*/ 81 w 471"/>
                  <a:gd name="T19" fmla="*/ 165 h 468"/>
                  <a:gd name="T20" fmla="*/ 124 w 471"/>
                  <a:gd name="T21" fmla="*/ 123 h 468"/>
                  <a:gd name="T22" fmla="*/ 124 w 471"/>
                  <a:gd name="T23" fmla="*/ 122 h 468"/>
                  <a:gd name="T24" fmla="*/ 186 w 471"/>
                  <a:gd name="T25" fmla="*/ 78 h 468"/>
                  <a:gd name="T26" fmla="*/ 259 w 471"/>
                  <a:gd name="T27" fmla="*/ 58 h 468"/>
                  <a:gd name="T28" fmla="*/ 471 w 471"/>
                  <a:gd name="T29" fmla="*/ 151 h 468"/>
                  <a:gd name="T30" fmla="*/ 471 w 471"/>
                  <a:gd name="T31" fmla="*/ 0 h 468"/>
                  <a:gd name="T32" fmla="*/ 0 w 471"/>
                  <a:gd name="T33" fmla="*/ 0 h 4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71" h="468">
                    <a:moveTo>
                      <a:pt x="0" y="0"/>
                    </a:moveTo>
                    <a:cubicBezTo>
                      <a:pt x="0" y="468"/>
                      <a:pt x="0" y="468"/>
                      <a:pt x="0" y="468"/>
                    </a:cubicBezTo>
                    <a:cubicBezTo>
                      <a:pt x="50" y="468"/>
                      <a:pt x="50" y="468"/>
                      <a:pt x="50" y="468"/>
                    </a:cubicBezTo>
                    <a:cubicBezTo>
                      <a:pt x="80" y="468"/>
                      <a:pt x="87" y="468"/>
                      <a:pt x="104" y="466"/>
                    </a:cubicBezTo>
                    <a:cubicBezTo>
                      <a:pt x="175" y="455"/>
                      <a:pt x="240" y="397"/>
                      <a:pt x="247" y="346"/>
                    </a:cubicBezTo>
                    <a:cubicBezTo>
                      <a:pt x="258" y="285"/>
                      <a:pt x="225" y="232"/>
                      <a:pt x="161" y="219"/>
                    </a:cubicBezTo>
                    <a:cubicBezTo>
                      <a:pt x="160" y="219"/>
                      <a:pt x="159" y="218"/>
                      <a:pt x="157" y="218"/>
                    </a:cubicBezTo>
                    <a:cubicBezTo>
                      <a:pt x="155" y="218"/>
                      <a:pt x="124" y="218"/>
                      <a:pt x="100" y="212"/>
                    </a:cubicBezTo>
                    <a:cubicBezTo>
                      <a:pt x="100" y="212"/>
                      <a:pt x="87" y="223"/>
                      <a:pt x="92" y="243"/>
                    </a:cubicBezTo>
                    <a:cubicBezTo>
                      <a:pt x="92" y="243"/>
                      <a:pt x="61" y="210"/>
                      <a:pt x="81" y="165"/>
                    </a:cubicBezTo>
                    <a:cubicBezTo>
                      <a:pt x="81" y="165"/>
                      <a:pt x="90" y="144"/>
                      <a:pt x="124" y="123"/>
                    </a:cubicBezTo>
                    <a:cubicBezTo>
                      <a:pt x="124" y="123"/>
                      <a:pt x="124" y="122"/>
                      <a:pt x="124" y="122"/>
                    </a:cubicBezTo>
                    <a:cubicBezTo>
                      <a:pt x="133" y="111"/>
                      <a:pt x="155" y="93"/>
                      <a:pt x="186" y="78"/>
                    </a:cubicBezTo>
                    <a:cubicBezTo>
                      <a:pt x="201" y="71"/>
                      <a:pt x="228" y="61"/>
                      <a:pt x="259" y="58"/>
                    </a:cubicBezTo>
                    <a:cubicBezTo>
                      <a:pt x="397" y="45"/>
                      <a:pt x="471" y="151"/>
                      <a:pt x="471" y="151"/>
                    </a:cubicBezTo>
                    <a:cubicBezTo>
                      <a:pt x="471" y="0"/>
                      <a:pt x="471" y="0"/>
                      <a:pt x="47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16" name="Freeform 7"/>
              <p:cNvSpPr>
                <a:spLocks/>
              </p:cNvSpPr>
              <p:nvPr/>
            </p:nvSpPr>
            <p:spPr bwMode="auto">
              <a:xfrm>
                <a:off x="5545138" y="939800"/>
                <a:ext cx="2660650" cy="1011238"/>
              </a:xfrm>
              <a:custGeom>
                <a:avLst/>
                <a:gdLst>
                  <a:gd name="T0" fmla="*/ 167 w 297"/>
                  <a:gd name="T1" fmla="*/ 9 h 113"/>
                  <a:gd name="T2" fmla="*/ 0 w 297"/>
                  <a:gd name="T3" fmla="*/ 48 h 113"/>
                  <a:gd name="T4" fmla="*/ 33 w 297"/>
                  <a:gd name="T5" fmla="*/ 33 h 113"/>
                  <a:gd name="T6" fmla="*/ 61 w 297"/>
                  <a:gd name="T7" fmla="*/ 60 h 113"/>
                  <a:gd name="T8" fmla="*/ 103 w 297"/>
                  <a:gd name="T9" fmla="*/ 34 h 113"/>
                  <a:gd name="T10" fmla="*/ 103 w 297"/>
                  <a:gd name="T11" fmla="*/ 20 h 113"/>
                  <a:gd name="T12" fmla="*/ 297 w 297"/>
                  <a:gd name="T13" fmla="*/ 113 h 113"/>
                  <a:gd name="T14" fmla="*/ 297 w 297"/>
                  <a:gd name="T15" fmla="*/ 71 h 113"/>
                  <a:gd name="T16" fmla="*/ 167 w 297"/>
                  <a:gd name="T17" fmla="*/ 9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7" h="113">
                    <a:moveTo>
                      <a:pt x="167" y="9"/>
                    </a:moveTo>
                    <a:cubicBezTo>
                      <a:pt x="100" y="0"/>
                      <a:pt x="44" y="17"/>
                      <a:pt x="0" y="48"/>
                    </a:cubicBezTo>
                    <a:cubicBezTo>
                      <a:pt x="0" y="48"/>
                      <a:pt x="13" y="40"/>
                      <a:pt x="33" y="33"/>
                    </a:cubicBezTo>
                    <a:cubicBezTo>
                      <a:pt x="36" y="46"/>
                      <a:pt x="47" y="57"/>
                      <a:pt x="61" y="60"/>
                    </a:cubicBezTo>
                    <a:cubicBezTo>
                      <a:pt x="81" y="64"/>
                      <a:pt x="100" y="52"/>
                      <a:pt x="103" y="34"/>
                    </a:cubicBezTo>
                    <a:cubicBezTo>
                      <a:pt x="104" y="30"/>
                      <a:pt x="104" y="25"/>
                      <a:pt x="103" y="20"/>
                    </a:cubicBezTo>
                    <a:cubicBezTo>
                      <a:pt x="230" y="16"/>
                      <a:pt x="297" y="113"/>
                      <a:pt x="297" y="113"/>
                    </a:cubicBezTo>
                    <a:cubicBezTo>
                      <a:pt x="297" y="71"/>
                      <a:pt x="297" y="71"/>
                      <a:pt x="297" y="71"/>
                    </a:cubicBezTo>
                    <a:cubicBezTo>
                      <a:pt x="278" y="52"/>
                      <a:pt x="226" y="15"/>
                      <a:pt x="167" y="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17" name="Freeform 8"/>
              <p:cNvSpPr>
                <a:spLocks noEditPoints="1"/>
              </p:cNvSpPr>
              <p:nvPr/>
            </p:nvSpPr>
            <p:spPr bwMode="auto">
              <a:xfrm>
                <a:off x="3986213" y="6007100"/>
                <a:ext cx="796925" cy="833438"/>
              </a:xfrm>
              <a:custGeom>
                <a:avLst/>
                <a:gdLst>
                  <a:gd name="T0" fmla="*/ 310 w 502"/>
                  <a:gd name="T1" fmla="*/ 311 h 525"/>
                  <a:gd name="T2" fmla="*/ 248 w 502"/>
                  <a:gd name="T3" fmla="*/ 124 h 525"/>
                  <a:gd name="T4" fmla="*/ 186 w 502"/>
                  <a:gd name="T5" fmla="*/ 311 h 525"/>
                  <a:gd name="T6" fmla="*/ 310 w 502"/>
                  <a:gd name="T7" fmla="*/ 311 h 525"/>
                  <a:gd name="T8" fmla="*/ 198 w 502"/>
                  <a:gd name="T9" fmla="*/ 0 h 525"/>
                  <a:gd name="T10" fmla="*/ 305 w 502"/>
                  <a:gd name="T11" fmla="*/ 0 h 525"/>
                  <a:gd name="T12" fmla="*/ 502 w 502"/>
                  <a:gd name="T13" fmla="*/ 525 h 525"/>
                  <a:gd name="T14" fmla="*/ 384 w 502"/>
                  <a:gd name="T15" fmla="*/ 525 h 525"/>
                  <a:gd name="T16" fmla="*/ 339 w 502"/>
                  <a:gd name="T17" fmla="*/ 401 h 525"/>
                  <a:gd name="T18" fmla="*/ 158 w 502"/>
                  <a:gd name="T19" fmla="*/ 401 h 525"/>
                  <a:gd name="T20" fmla="*/ 113 w 502"/>
                  <a:gd name="T21" fmla="*/ 525 h 525"/>
                  <a:gd name="T22" fmla="*/ 0 w 502"/>
                  <a:gd name="T23" fmla="*/ 525 h 525"/>
                  <a:gd name="T24" fmla="*/ 198 w 502"/>
                  <a:gd name="T25" fmla="*/ 0 h 5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02" h="525">
                    <a:moveTo>
                      <a:pt x="310" y="311"/>
                    </a:moveTo>
                    <a:lnTo>
                      <a:pt x="248" y="124"/>
                    </a:lnTo>
                    <a:lnTo>
                      <a:pt x="186" y="311"/>
                    </a:lnTo>
                    <a:lnTo>
                      <a:pt x="310" y="311"/>
                    </a:lnTo>
                    <a:close/>
                    <a:moveTo>
                      <a:pt x="198" y="0"/>
                    </a:moveTo>
                    <a:lnTo>
                      <a:pt x="305" y="0"/>
                    </a:lnTo>
                    <a:lnTo>
                      <a:pt x="502" y="525"/>
                    </a:lnTo>
                    <a:lnTo>
                      <a:pt x="384" y="525"/>
                    </a:lnTo>
                    <a:lnTo>
                      <a:pt x="339" y="401"/>
                    </a:lnTo>
                    <a:lnTo>
                      <a:pt x="158" y="401"/>
                    </a:lnTo>
                    <a:lnTo>
                      <a:pt x="113" y="525"/>
                    </a:lnTo>
                    <a:lnTo>
                      <a:pt x="0" y="525"/>
                    </a:lnTo>
                    <a:lnTo>
                      <a:pt x="19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18" name="Freeform 9"/>
              <p:cNvSpPr>
                <a:spLocks noEditPoints="1"/>
              </p:cNvSpPr>
              <p:nvPr/>
            </p:nvSpPr>
            <p:spPr bwMode="auto">
              <a:xfrm>
                <a:off x="4881563" y="6007100"/>
                <a:ext cx="717550" cy="833438"/>
              </a:xfrm>
              <a:custGeom>
                <a:avLst/>
                <a:gdLst>
                  <a:gd name="T0" fmla="*/ 32 w 80"/>
                  <a:gd name="T1" fmla="*/ 76 h 93"/>
                  <a:gd name="T2" fmla="*/ 45 w 80"/>
                  <a:gd name="T3" fmla="*/ 74 h 93"/>
                  <a:gd name="T4" fmla="*/ 53 w 80"/>
                  <a:gd name="T5" fmla="*/ 68 h 93"/>
                  <a:gd name="T6" fmla="*/ 58 w 80"/>
                  <a:gd name="T7" fmla="*/ 58 h 93"/>
                  <a:gd name="T8" fmla="*/ 60 w 80"/>
                  <a:gd name="T9" fmla="*/ 46 h 93"/>
                  <a:gd name="T10" fmla="*/ 59 w 80"/>
                  <a:gd name="T11" fmla="*/ 34 h 93"/>
                  <a:gd name="T12" fmla="*/ 54 w 80"/>
                  <a:gd name="T13" fmla="*/ 24 h 93"/>
                  <a:gd name="T14" fmla="*/ 46 w 80"/>
                  <a:gd name="T15" fmla="*/ 18 h 93"/>
                  <a:gd name="T16" fmla="*/ 35 w 80"/>
                  <a:gd name="T17" fmla="*/ 16 h 93"/>
                  <a:gd name="T18" fmla="*/ 19 w 80"/>
                  <a:gd name="T19" fmla="*/ 16 h 93"/>
                  <a:gd name="T20" fmla="*/ 19 w 80"/>
                  <a:gd name="T21" fmla="*/ 76 h 93"/>
                  <a:gd name="T22" fmla="*/ 32 w 80"/>
                  <a:gd name="T23" fmla="*/ 76 h 93"/>
                  <a:gd name="T24" fmla="*/ 0 w 80"/>
                  <a:gd name="T25" fmla="*/ 0 h 93"/>
                  <a:gd name="T26" fmla="*/ 35 w 80"/>
                  <a:gd name="T27" fmla="*/ 0 h 93"/>
                  <a:gd name="T28" fmla="*/ 68 w 80"/>
                  <a:gd name="T29" fmla="*/ 11 h 93"/>
                  <a:gd name="T30" fmla="*/ 80 w 80"/>
                  <a:gd name="T31" fmla="*/ 46 h 93"/>
                  <a:gd name="T32" fmla="*/ 77 w 80"/>
                  <a:gd name="T33" fmla="*/ 66 h 93"/>
                  <a:gd name="T34" fmla="*/ 67 w 80"/>
                  <a:gd name="T35" fmla="*/ 81 h 93"/>
                  <a:gd name="T36" fmla="*/ 52 w 80"/>
                  <a:gd name="T37" fmla="*/ 90 h 93"/>
                  <a:gd name="T38" fmla="*/ 31 w 80"/>
                  <a:gd name="T39" fmla="*/ 93 h 93"/>
                  <a:gd name="T40" fmla="*/ 0 w 80"/>
                  <a:gd name="T41" fmla="*/ 93 h 93"/>
                  <a:gd name="T42" fmla="*/ 0 w 80"/>
                  <a:gd name="T43" fmla="*/ 0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0" h="93">
                    <a:moveTo>
                      <a:pt x="32" y="76"/>
                    </a:moveTo>
                    <a:cubicBezTo>
                      <a:pt x="37" y="76"/>
                      <a:pt x="41" y="76"/>
                      <a:pt x="45" y="74"/>
                    </a:cubicBezTo>
                    <a:cubicBezTo>
                      <a:pt x="48" y="73"/>
                      <a:pt x="51" y="71"/>
                      <a:pt x="53" y="68"/>
                    </a:cubicBezTo>
                    <a:cubicBezTo>
                      <a:pt x="56" y="65"/>
                      <a:pt x="57" y="62"/>
                      <a:pt x="58" y="58"/>
                    </a:cubicBezTo>
                    <a:cubicBezTo>
                      <a:pt x="59" y="55"/>
                      <a:pt x="60" y="51"/>
                      <a:pt x="60" y="46"/>
                    </a:cubicBezTo>
                    <a:cubicBezTo>
                      <a:pt x="60" y="41"/>
                      <a:pt x="59" y="37"/>
                      <a:pt x="59" y="34"/>
                    </a:cubicBezTo>
                    <a:cubicBezTo>
                      <a:pt x="58" y="30"/>
                      <a:pt x="56" y="27"/>
                      <a:pt x="54" y="24"/>
                    </a:cubicBezTo>
                    <a:cubicBezTo>
                      <a:pt x="52" y="22"/>
                      <a:pt x="50" y="20"/>
                      <a:pt x="46" y="18"/>
                    </a:cubicBezTo>
                    <a:cubicBezTo>
                      <a:pt x="43" y="17"/>
                      <a:pt x="39" y="16"/>
                      <a:pt x="35" y="16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19" y="76"/>
                      <a:pt x="19" y="76"/>
                      <a:pt x="19" y="76"/>
                    </a:cubicBezTo>
                    <a:lnTo>
                      <a:pt x="32" y="76"/>
                    </a:lnTo>
                    <a:close/>
                    <a:moveTo>
                      <a:pt x="0" y="0"/>
                    </a:moveTo>
                    <a:cubicBezTo>
                      <a:pt x="35" y="0"/>
                      <a:pt x="35" y="0"/>
                      <a:pt x="35" y="0"/>
                    </a:cubicBezTo>
                    <a:cubicBezTo>
                      <a:pt x="49" y="0"/>
                      <a:pt x="60" y="4"/>
                      <a:pt x="68" y="11"/>
                    </a:cubicBezTo>
                    <a:cubicBezTo>
                      <a:pt x="76" y="19"/>
                      <a:pt x="80" y="31"/>
                      <a:pt x="80" y="46"/>
                    </a:cubicBezTo>
                    <a:cubicBezTo>
                      <a:pt x="80" y="54"/>
                      <a:pt x="79" y="60"/>
                      <a:pt x="77" y="66"/>
                    </a:cubicBezTo>
                    <a:cubicBezTo>
                      <a:pt x="74" y="72"/>
                      <a:pt x="71" y="77"/>
                      <a:pt x="67" y="81"/>
                    </a:cubicBezTo>
                    <a:cubicBezTo>
                      <a:pt x="63" y="85"/>
                      <a:pt x="58" y="88"/>
                      <a:pt x="52" y="90"/>
                    </a:cubicBezTo>
                    <a:cubicBezTo>
                      <a:pt x="46" y="92"/>
                      <a:pt x="39" y="93"/>
                      <a:pt x="31" y="93"/>
                    </a:cubicBezTo>
                    <a:cubicBezTo>
                      <a:pt x="0" y="93"/>
                      <a:pt x="0" y="93"/>
                      <a:pt x="0" y="93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19" name="Freeform 10"/>
              <p:cNvSpPr>
                <a:spLocks/>
              </p:cNvSpPr>
              <p:nvPr/>
            </p:nvSpPr>
            <p:spPr bwMode="auto">
              <a:xfrm>
                <a:off x="5734051" y="6007100"/>
                <a:ext cx="671513" cy="833438"/>
              </a:xfrm>
              <a:custGeom>
                <a:avLst/>
                <a:gdLst>
                  <a:gd name="T0" fmla="*/ 0 w 423"/>
                  <a:gd name="T1" fmla="*/ 0 h 525"/>
                  <a:gd name="T2" fmla="*/ 101 w 423"/>
                  <a:gd name="T3" fmla="*/ 0 h 525"/>
                  <a:gd name="T4" fmla="*/ 316 w 423"/>
                  <a:gd name="T5" fmla="*/ 344 h 525"/>
                  <a:gd name="T6" fmla="*/ 316 w 423"/>
                  <a:gd name="T7" fmla="*/ 0 h 525"/>
                  <a:gd name="T8" fmla="*/ 423 w 423"/>
                  <a:gd name="T9" fmla="*/ 0 h 525"/>
                  <a:gd name="T10" fmla="*/ 423 w 423"/>
                  <a:gd name="T11" fmla="*/ 525 h 525"/>
                  <a:gd name="T12" fmla="*/ 327 w 423"/>
                  <a:gd name="T13" fmla="*/ 525 h 525"/>
                  <a:gd name="T14" fmla="*/ 107 w 423"/>
                  <a:gd name="T15" fmla="*/ 181 h 525"/>
                  <a:gd name="T16" fmla="*/ 107 w 423"/>
                  <a:gd name="T17" fmla="*/ 525 h 525"/>
                  <a:gd name="T18" fmla="*/ 0 w 423"/>
                  <a:gd name="T19" fmla="*/ 525 h 525"/>
                  <a:gd name="T20" fmla="*/ 0 w 423"/>
                  <a:gd name="T21" fmla="*/ 0 h 5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23" h="525">
                    <a:moveTo>
                      <a:pt x="0" y="0"/>
                    </a:moveTo>
                    <a:lnTo>
                      <a:pt x="101" y="0"/>
                    </a:lnTo>
                    <a:lnTo>
                      <a:pt x="316" y="344"/>
                    </a:lnTo>
                    <a:lnTo>
                      <a:pt x="316" y="0"/>
                    </a:lnTo>
                    <a:lnTo>
                      <a:pt x="423" y="0"/>
                    </a:lnTo>
                    <a:lnTo>
                      <a:pt x="423" y="525"/>
                    </a:lnTo>
                    <a:lnTo>
                      <a:pt x="327" y="525"/>
                    </a:lnTo>
                    <a:lnTo>
                      <a:pt x="107" y="181"/>
                    </a:lnTo>
                    <a:lnTo>
                      <a:pt x="107" y="525"/>
                    </a:lnTo>
                    <a:lnTo>
                      <a:pt x="0" y="52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20" name="Freeform 11"/>
              <p:cNvSpPr>
                <a:spLocks noEditPoints="1"/>
              </p:cNvSpPr>
              <p:nvPr/>
            </p:nvSpPr>
            <p:spPr bwMode="auto">
              <a:xfrm>
                <a:off x="6548438" y="5980113"/>
                <a:ext cx="796925" cy="877888"/>
              </a:xfrm>
              <a:custGeom>
                <a:avLst/>
                <a:gdLst>
                  <a:gd name="T0" fmla="*/ 45 w 89"/>
                  <a:gd name="T1" fmla="*/ 82 h 98"/>
                  <a:gd name="T2" fmla="*/ 63 w 89"/>
                  <a:gd name="T3" fmla="*/ 73 h 98"/>
                  <a:gd name="T4" fmla="*/ 69 w 89"/>
                  <a:gd name="T5" fmla="*/ 49 h 98"/>
                  <a:gd name="T6" fmla="*/ 63 w 89"/>
                  <a:gd name="T7" fmla="*/ 26 h 98"/>
                  <a:gd name="T8" fmla="*/ 45 w 89"/>
                  <a:gd name="T9" fmla="*/ 17 h 98"/>
                  <a:gd name="T10" fmla="*/ 26 w 89"/>
                  <a:gd name="T11" fmla="*/ 26 h 98"/>
                  <a:gd name="T12" fmla="*/ 20 w 89"/>
                  <a:gd name="T13" fmla="*/ 49 h 98"/>
                  <a:gd name="T14" fmla="*/ 26 w 89"/>
                  <a:gd name="T15" fmla="*/ 73 h 98"/>
                  <a:gd name="T16" fmla="*/ 45 w 89"/>
                  <a:gd name="T17" fmla="*/ 82 h 98"/>
                  <a:gd name="T18" fmla="*/ 45 w 89"/>
                  <a:gd name="T19" fmla="*/ 98 h 98"/>
                  <a:gd name="T20" fmla="*/ 26 w 89"/>
                  <a:gd name="T21" fmla="*/ 95 h 98"/>
                  <a:gd name="T22" fmla="*/ 12 w 89"/>
                  <a:gd name="T23" fmla="*/ 85 h 98"/>
                  <a:gd name="T24" fmla="*/ 3 w 89"/>
                  <a:gd name="T25" fmla="*/ 70 h 98"/>
                  <a:gd name="T26" fmla="*/ 0 w 89"/>
                  <a:gd name="T27" fmla="*/ 49 h 98"/>
                  <a:gd name="T28" fmla="*/ 3 w 89"/>
                  <a:gd name="T29" fmla="*/ 29 h 98"/>
                  <a:gd name="T30" fmla="*/ 12 w 89"/>
                  <a:gd name="T31" fmla="*/ 14 h 98"/>
                  <a:gd name="T32" fmla="*/ 26 w 89"/>
                  <a:gd name="T33" fmla="*/ 4 h 98"/>
                  <a:gd name="T34" fmla="*/ 45 w 89"/>
                  <a:gd name="T35" fmla="*/ 0 h 98"/>
                  <a:gd name="T36" fmla="*/ 63 w 89"/>
                  <a:gd name="T37" fmla="*/ 4 h 98"/>
                  <a:gd name="T38" fmla="*/ 77 w 89"/>
                  <a:gd name="T39" fmla="*/ 14 h 98"/>
                  <a:gd name="T40" fmla="*/ 86 w 89"/>
                  <a:gd name="T41" fmla="*/ 29 h 98"/>
                  <a:gd name="T42" fmla="*/ 89 w 89"/>
                  <a:gd name="T43" fmla="*/ 49 h 98"/>
                  <a:gd name="T44" fmla="*/ 86 w 89"/>
                  <a:gd name="T45" fmla="*/ 70 h 98"/>
                  <a:gd name="T46" fmla="*/ 77 w 89"/>
                  <a:gd name="T47" fmla="*/ 85 h 98"/>
                  <a:gd name="T48" fmla="*/ 63 w 89"/>
                  <a:gd name="T49" fmla="*/ 95 h 98"/>
                  <a:gd name="T50" fmla="*/ 45 w 89"/>
                  <a:gd name="T51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89" h="98">
                    <a:moveTo>
                      <a:pt x="45" y="82"/>
                    </a:moveTo>
                    <a:cubicBezTo>
                      <a:pt x="53" y="82"/>
                      <a:pt x="59" y="79"/>
                      <a:pt x="63" y="73"/>
                    </a:cubicBezTo>
                    <a:cubicBezTo>
                      <a:pt x="67" y="68"/>
                      <a:pt x="69" y="60"/>
                      <a:pt x="69" y="49"/>
                    </a:cubicBezTo>
                    <a:cubicBezTo>
                      <a:pt x="69" y="39"/>
                      <a:pt x="67" y="31"/>
                      <a:pt x="63" y="26"/>
                    </a:cubicBezTo>
                    <a:cubicBezTo>
                      <a:pt x="59" y="20"/>
                      <a:pt x="53" y="17"/>
                      <a:pt x="45" y="17"/>
                    </a:cubicBezTo>
                    <a:cubicBezTo>
                      <a:pt x="36" y="17"/>
                      <a:pt x="30" y="20"/>
                      <a:pt x="26" y="26"/>
                    </a:cubicBezTo>
                    <a:cubicBezTo>
                      <a:pt x="22" y="31"/>
                      <a:pt x="20" y="39"/>
                      <a:pt x="20" y="49"/>
                    </a:cubicBezTo>
                    <a:cubicBezTo>
                      <a:pt x="20" y="60"/>
                      <a:pt x="22" y="68"/>
                      <a:pt x="26" y="73"/>
                    </a:cubicBezTo>
                    <a:cubicBezTo>
                      <a:pt x="30" y="79"/>
                      <a:pt x="36" y="82"/>
                      <a:pt x="45" y="82"/>
                    </a:cubicBezTo>
                    <a:moveTo>
                      <a:pt x="45" y="98"/>
                    </a:moveTo>
                    <a:cubicBezTo>
                      <a:pt x="38" y="98"/>
                      <a:pt x="31" y="97"/>
                      <a:pt x="26" y="95"/>
                    </a:cubicBezTo>
                    <a:cubicBezTo>
                      <a:pt x="21" y="93"/>
                      <a:pt x="16" y="89"/>
                      <a:pt x="12" y="85"/>
                    </a:cubicBezTo>
                    <a:cubicBezTo>
                      <a:pt x="8" y="81"/>
                      <a:pt x="5" y="76"/>
                      <a:pt x="3" y="70"/>
                    </a:cubicBezTo>
                    <a:cubicBezTo>
                      <a:pt x="1" y="64"/>
                      <a:pt x="0" y="57"/>
                      <a:pt x="0" y="49"/>
                    </a:cubicBezTo>
                    <a:cubicBezTo>
                      <a:pt x="0" y="42"/>
                      <a:pt x="1" y="35"/>
                      <a:pt x="3" y="29"/>
                    </a:cubicBezTo>
                    <a:cubicBezTo>
                      <a:pt x="5" y="23"/>
                      <a:pt x="8" y="18"/>
                      <a:pt x="12" y="14"/>
                    </a:cubicBezTo>
                    <a:cubicBezTo>
                      <a:pt x="16" y="9"/>
                      <a:pt x="21" y="6"/>
                      <a:pt x="26" y="4"/>
                    </a:cubicBezTo>
                    <a:cubicBezTo>
                      <a:pt x="32" y="2"/>
                      <a:pt x="38" y="0"/>
                      <a:pt x="45" y="0"/>
                    </a:cubicBezTo>
                    <a:cubicBezTo>
                      <a:pt x="52" y="0"/>
                      <a:pt x="58" y="2"/>
                      <a:pt x="63" y="4"/>
                    </a:cubicBezTo>
                    <a:cubicBezTo>
                      <a:pt x="69" y="6"/>
                      <a:pt x="73" y="9"/>
                      <a:pt x="77" y="14"/>
                    </a:cubicBezTo>
                    <a:cubicBezTo>
                      <a:pt x="81" y="18"/>
                      <a:pt x="84" y="23"/>
                      <a:pt x="86" y="29"/>
                    </a:cubicBezTo>
                    <a:cubicBezTo>
                      <a:pt x="88" y="35"/>
                      <a:pt x="89" y="42"/>
                      <a:pt x="89" y="49"/>
                    </a:cubicBezTo>
                    <a:cubicBezTo>
                      <a:pt x="89" y="57"/>
                      <a:pt x="88" y="64"/>
                      <a:pt x="86" y="70"/>
                    </a:cubicBezTo>
                    <a:cubicBezTo>
                      <a:pt x="84" y="76"/>
                      <a:pt x="81" y="81"/>
                      <a:pt x="77" y="85"/>
                    </a:cubicBezTo>
                    <a:cubicBezTo>
                      <a:pt x="74" y="89"/>
                      <a:pt x="69" y="93"/>
                      <a:pt x="63" y="95"/>
                    </a:cubicBezTo>
                    <a:cubicBezTo>
                      <a:pt x="58" y="97"/>
                      <a:pt x="52" y="98"/>
                      <a:pt x="45" y="9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21" name="Freeform 12"/>
              <p:cNvSpPr>
                <a:spLocks/>
              </p:cNvSpPr>
              <p:nvPr/>
            </p:nvSpPr>
            <p:spPr bwMode="auto">
              <a:xfrm>
                <a:off x="7453313" y="5980113"/>
                <a:ext cx="742950" cy="877888"/>
              </a:xfrm>
              <a:custGeom>
                <a:avLst/>
                <a:gdLst>
                  <a:gd name="T0" fmla="*/ 83 w 83"/>
                  <a:gd name="T1" fmla="*/ 64 h 98"/>
                  <a:gd name="T2" fmla="*/ 79 w 83"/>
                  <a:gd name="T3" fmla="*/ 77 h 98"/>
                  <a:gd name="T4" fmla="*/ 71 w 83"/>
                  <a:gd name="T5" fmla="*/ 88 h 98"/>
                  <a:gd name="T6" fmla="*/ 59 w 83"/>
                  <a:gd name="T7" fmla="*/ 96 h 98"/>
                  <a:gd name="T8" fmla="*/ 43 w 83"/>
                  <a:gd name="T9" fmla="*/ 98 h 98"/>
                  <a:gd name="T10" fmla="*/ 24 w 83"/>
                  <a:gd name="T11" fmla="*/ 95 h 98"/>
                  <a:gd name="T12" fmla="*/ 11 w 83"/>
                  <a:gd name="T13" fmla="*/ 85 h 98"/>
                  <a:gd name="T14" fmla="*/ 3 w 83"/>
                  <a:gd name="T15" fmla="*/ 69 h 98"/>
                  <a:gd name="T16" fmla="*/ 0 w 83"/>
                  <a:gd name="T17" fmla="*/ 49 h 98"/>
                  <a:gd name="T18" fmla="*/ 3 w 83"/>
                  <a:gd name="T19" fmla="*/ 29 h 98"/>
                  <a:gd name="T20" fmla="*/ 12 w 83"/>
                  <a:gd name="T21" fmla="*/ 14 h 98"/>
                  <a:gd name="T22" fmla="*/ 25 w 83"/>
                  <a:gd name="T23" fmla="*/ 4 h 98"/>
                  <a:gd name="T24" fmla="*/ 43 w 83"/>
                  <a:gd name="T25" fmla="*/ 0 h 98"/>
                  <a:gd name="T26" fmla="*/ 59 w 83"/>
                  <a:gd name="T27" fmla="*/ 3 h 98"/>
                  <a:gd name="T28" fmla="*/ 70 w 83"/>
                  <a:gd name="T29" fmla="*/ 9 h 98"/>
                  <a:gd name="T30" fmla="*/ 77 w 83"/>
                  <a:gd name="T31" fmla="*/ 19 h 98"/>
                  <a:gd name="T32" fmla="*/ 81 w 83"/>
                  <a:gd name="T33" fmla="*/ 32 h 98"/>
                  <a:gd name="T34" fmla="*/ 62 w 83"/>
                  <a:gd name="T35" fmla="*/ 35 h 98"/>
                  <a:gd name="T36" fmla="*/ 56 w 83"/>
                  <a:gd name="T37" fmla="*/ 22 h 98"/>
                  <a:gd name="T38" fmla="*/ 43 w 83"/>
                  <a:gd name="T39" fmla="*/ 17 h 98"/>
                  <a:gd name="T40" fmla="*/ 26 w 83"/>
                  <a:gd name="T41" fmla="*/ 26 h 98"/>
                  <a:gd name="T42" fmla="*/ 20 w 83"/>
                  <a:gd name="T43" fmla="*/ 49 h 98"/>
                  <a:gd name="T44" fmla="*/ 27 w 83"/>
                  <a:gd name="T45" fmla="*/ 73 h 98"/>
                  <a:gd name="T46" fmla="*/ 43 w 83"/>
                  <a:gd name="T47" fmla="*/ 82 h 98"/>
                  <a:gd name="T48" fmla="*/ 56 w 83"/>
                  <a:gd name="T49" fmla="*/ 77 h 98"/>
                  <a:gd name="T50" fmla="*/ 62 w 83"/>
                  <a:gd name="T51" fmla="*/ 64 h 98"/>
                  <a:gd name="T52" fmla="*/ 83 w 83"/>
                  <a:gd name="T53" fmla="*/ 6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3" h="98">
                    <a:moveTo>
                      <a:pt x="83" y="64"/>
                    </a:moveTo>
                    <a:cubicBezTo>
                      <a:pt x="82" y="69"/>
                      <a:pt x="81" y="73"/>
                      <a:pt x="79" y="77"/>
                    </a:cubicBezTo>
                    <a:cubicBezTo>
                      <a:pt x="77" y="82"/>
                      <a:pt x="75" y="85"/>
                      <a:pt x="71" y="88"/>
                    </a:cubicBezTo>
                    <a:cubicBezTo>
                      <a:pt x="68" y="91"/>
                      <a:pt x="64" y="94"/>
                      <a:pt x="59" y="96"/>
                    </a:cubicBezTo>
                    <a:cubicBezTo>
                      <a:pt x="55" y="97"/>
                      <a:pt x="49" y="98"/>
                      <a:pt x="43" y="98"/>
                    </a:cubicBezTo>
                    <a:cubicBezTo>
                      <a:pt x="36" y="98"/>
                      <a:pt x="30" y="97"/>
                      <a:pt x="24" y="95"/>
                    </a:cubicBezTo>
                    <a:cubicBezTo>
                      <a:pt x="19" y="92"/>
                      <a:pt x="15" y="89"/>
                      <a:pt x="11" y="85"/>
                    </a:cubicBezTo>
                    <a:cubicBezTo>
                      <a:pt x="7" y="81"/>
                      <a:pt x="5" y="75"/>
                      <a:pt x="3" y="69"/>
                    </a:cubicBezTo>
                    <a:cubicBezTo>
                      <a:pt x="1" y="63"/>
                      <a:pt x="0" y="57"/>
                      <a:pt x="0" y="49"/>
                    </a:cubicBezTo>
                    <a:cubicBezTo>
                      <a:pt x="0" y="42"/>
                      <a:pt x="1" y="35"/>
                      <a:pt x="3" y="29"/>
                    </a:cubicBezTo>
                    <a:cubicBezTo>
                      <a:pt x="5" y="23"/>
                      <a:pt x="8" y="18"/>
                      <a:pt x="12" y="14"/>
                    </a:cubicBezTo>
                    <a:cubicBezTo>
                      <a:pt x="15" y="9"/>
                      <a:pt x="20" y="6"/>
                      <a:pt x="25" y="4"/>
                    </a:cubicBezTo>
                    <a:cubicBezTo>
                      <a:pt x="31" y="2"/>
                      <a:pt x="37" y="0"/>
                      <a:pt x="43" y="0"/>
                    </a:cubicBezTo>
                    <a:cubicBezTo>
                      <a:pt x="49" y="0"/>
                      <a:pt x="54" y="1"/>
                      <a:pt x="59" y="3"/>
                    </a:cubicBezTo>
                    <a:cubicBezTo>
                      <a:pt x="63" y="4"/>
                      <a:pt x="67" y="6"/>
                      <a:pt x="70" y="9"/>
                    </a:cubicBezTo>
                    <a:cubicBezTo>
                      <a:pt x="73" y="12"/>
                      <a:pt x="75" y="15"/>
                      <a:pt x="77" y="19"/>
                    </a:cubicBezTo>
                    <a:cubicBezTo>
                      <a:pt x="79" y="23"/>
                      <a:pt x="80" y="27"/>
                      <a:pt x="81" y="32"/>
                    </a:cubicBezTo>
                    <a:cubicBezTo>
                      <a:pt x="62" y="35"/>
                      <a:pt x="62" y="35"/>
                      <a:pt x="62" y="35"/>
                    </a:cubicBezTo>
                    <a:cubicBezTo>
                      <a:pt x="61" y="29"/>
                      <a:pt x="59" y="25"/>
                      <a:pt x="56" y="22"/>
                    </a:cubicBezTo>
                    <a:cubicBezTo>
                      <a:pt x="53" y="19"/>
                      <a:pt x="49" y="17"/>
                      <a:pt x="43" y="17"/>
                    </a:cubicBezTo>
                    <a:cubicBezTo>
                      <a:pt x="36" y="17"/>
                      <a:pt x="30" y="20"/>
                      <a:pt x="26" y="26"/>
                    </a:cubicBezTo>
                    <a:cubicBezTo>
                      <a:pt x="22" y="31"/>
                      <a:pt x="20" y="39"/>
                      <a:pt x="20" y="49"/>
                    </a:cubicBezTo>
                    <a:cubicBezTo>
                      <a:pt x="20" y="60"/>
                      <a:pt x="23" y="68"/>
                      <a:pt x="27" y="73"/>
                    </a:cubicBezTo>
                    <a:cubicBezTo>
                      <a:pt x="31" y="79"/>
                      <a:pt x="36" y="82"/>
                      <a:pt x="43" y="82"/>
                    </a:cubicBezTo>
                    <a:cubicBezTo>
                      <a:pt x="49" y="82"/>
                      <a:pt x="54" y="80"/>
                      <a:pt x="56" y="77"/>
                    </a:cubicBezTo>
                    <a:cubicBezTo>
                      <a:pt x="59" y="74"/>
                      <a:pt x="61" y="69"/>
                      <a:pt x="62" y="64"/>
                    </a:cubicBezTo>
                    <a:lnTo>
                      <a:pt x="83" y="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22" name="Freeform 13"/>
              <p:cNvSpPr>
                <a:spLocks noEditPoints="1"/>
              </p:cNvSpPr>
              <p:nvPr/>
            </p:nvSpPr>
            <p:spPr bwMode="auto">
              <a:xfrm>
                <a:off x="3986213" y="4735513"/>
                <a:ext cx="1066800" cy="887413"/>
              </a:xfrm>
              <a:custGeom>
                <a:avLst/>
                <a:gdLst>
                  <a:gd name="T0" fmla="*/ 82 w 119"/>
                  <a:gd name="T1" fmla="*/ 40 h 99"/>
                  <a:gd name="T2" fmla="*/ 82 w 119"/>
                  <a:gd name="T3" fmla="*/ 47 h 99"/>
                  <a:gd name="T4" fmla="*/ 57 w 119"/>
                  <a:gd name="T5" fmla="*/ 47 h 99"/>
                  <a:gd name="T6" fmla="*/ 57 w 119"/>
                  <a:gd name="T7" fmla="*/ 40 h 99"/>
                  <a:gd name="T8" fmla="*/ 60 w 119"/>
                  <a:gd name="T9" fmla="*/ 40 h 99"/>
                  <a:gd name="T10" fmla="*/ 60 w 119"/>
                  <a:gd name="T11" fmla="*/ 36 h 99"/>
                  <a:gd name="T12" fmla="*/ 63 w 119"/>
                  <a:gd name="T13" fmla="*/ 28 h 99"/>
                  <a:gd name="T14" fmla="*/ 71 w 119"/>
                  <a:gd name="T15" fmla="*/ 25 h 99"/>
                  <a:gd name="T16" fmla="*/ 78 w 119"/>
                  <a:gd name="T17" fmla="*/ 28 h 99"/>
                  <a:gd name="T18" fmla="*/ 81 w 119"/>
                  <a:gd name="T19" fmla="*/ 35 h 99"/>
                  <a:gd name="T20" fmla="*/ 75 w 119"/>
                  <a:gd name="T21" fmla="*/ 36 h 99"/>
                  <a:gd name="T22" fmla="*/ 74 w 119"/>
                  <a:gd name="T23" fmla="*/ 32 h 99"/>
                  <a:gd name="T24" fmla="*/ 71 w 119"/>
                  <a:gd name="T25" fmla="*/ 32 h 99"/>
                  <a:gd name="T26" fmla="*/ 67 w 119"/>
                  <a:gd name="T27" fmla="*/ 36 h 99"/>
                  <a:gd name="T28" fmla="*/ 67 w 119"/>
                  <a:gd name="T29" fmla="*/ 40 h 99"/>
                  <a:gd name="T30" fmla="*/ 82 w 119"/>
                  <a:gd name="T31" fmla="*/ 40 h 99"/>
                  <a:gd name="T32" fmla="*/ 100 w 119"/>
                  <a:gd name="T33" fmla="*/ 82 h 99"/>
                  <a:gd name="T34" fmla="*/ 100 w 119"/>
                  <a:gd name="T35" fmla="*/ 0 h 99"/>
                  <a:gd name="T36" fmla="*/ 119 w 119"/>
                  <a:gd name="T37" fmla="*/ 0 h 99"/>
                  <a:gd name="T38" fmla="*/ 119 w 119"/>
                  <a:gd name="T39" fmla="*/ 99 h 99"/>
                  <a:gd name="T40" fmla="*/ 38 w 119"/>
                  <a:gd name="T41" fmla="*/ 99 h 99"/>
                  <a:gd name="T42" fmla="*/ 10 w 119"/>
                  <a:gd name="T43" fmla="*/ 91 h 99"/>
                  <a:gd name="T44" fmla="*/ 0 w 119"/>
                  <a:gd name="T45" fmla="*/ 65 h 99"/>
                  <a:gd name="T46" fmla="*/ 4 w 119"/>
                  <a:gd name="T47" fmla="*/ 49 h 99"/>
                  <a:gd name="T48" fmla="*/ 16 w 119"/>
                  <a:gd name="T49" fmla="*/ 37 h 99"/>
                  <a:gd name="T50" fmla="*/ 34 w 119"/>
                  <a:gd name="T51" fmla="*/ 33 h 99"/>
                  <a:gd name="T52" fmla="*/ 36 w 119"/>
                  <a:gd name="T53" fmla="*/ 49 h 99"/>
                  <a:gd name="T54" fmla="*/ 23 w 119"/>
                  <a:gd name="T55" fmla="*/ 54 h 99"/>
                  <a:gd name="T56" fmla="*/ 19 w 119"/>
                  <a:gd name="T57" fmla="*/ 65 h 99"/>
                  <a:gd name="T58" fmla="*/ 23 w 119"/>
                  <a:gd name="T59" fmla="*/ 78 h 99"/>
                  <a:gd name="T60" fmla="*/ 38 w 119"/>
                  <a:gd name="T61" fmla="*/ 82 h 99"/>
                  <a:gd name="T62" fmla="*/ 100 w 119"/>
                  <a:gd name="T63" fmla="*/ 82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19" h="99">
                    <a:moveTo>
                      <a:pt x="82" y="40"/>
                    </a:moveTo>
                    <a:cubicBezTo>
                      <a:pt x="82" y="47"/>
                      <a:pt x="82" y="47"/>
                      <a:pt x="82" y="47"/>
                    </a:cubicBezTo>
                    <a:cubicBezTo>
                      <a:pt x="57" y="47"/>
                      <a:pt x="57" y="47"/>
                      <a:pt x="57" y="47"/>
                    </a:cubicBezTo>
                    <a:cubicBezTo>
                      <a:pt x="57" y="40"/>
                      <a:pt x="57" y="40"/>
                      <a:pt x="57" y="40"/>
                    </a:cubicBezTo>
                    <a:cubicBezTo>
                      <a:pt x="60" y="40"/>
                      <a:pt x="60" y="40"/>
                      <a:pt x="60" y="40"/>
                    </a:cubicBezTo>
                    <a:cubicBezTo>
                      <a:pt x="60" y="36"/>
                      <a:pt x="60" y="36"/>
                      <a:pt x="60" y="36"/>
                    </a:cubicBezTo>
                    <a:cubicBezTo>
                      <a:pt x="60" y="33"/>
                      <a:pt x="61" y="30"/>
                      <a:pt x="63" y="28"/>
                    </a:cubicBezTo>
                    <a:cubicBezTo>
                      <a:pt x="65" y="26"/>
                      <a:pt x="67" y="25"/>
                      <a:pt x="71" y="25"/>
                    </a:cubicBezTo>
                    <a:cubicBezTo>
                      <a:pt x="74" y="25"/>
                      <a:pt x="77" y="26"/>
                      <a:pt x="78" y="28"/>
                    </a:cubicBezTo>
                    <a:cubicBezTo>
                      <a:pt x="80" y="29"/>
                      <a:pt x="81" y="31"/>
                      <a:pt x="81" y="35"/>
                    </a:cubicBezTo>
                    <a:cubicBezTo>
                      <a:pt x="75" y="36"/>
                      <a:pt x="75" y="36"/>
                      <a:pt x="75" y="36"/>
                    </a:cubicBezTo>
                    <a:cubicBezTo>
                      <a:pt x="75" y="34"/>
                      <a:pt x="75" y="33"/>
                      <a:pt x="74" y="32"/>
                    </a:cubicBezTo>
                    <a:cubicBezTo>
                      <a:pt x="74" y="32"/>
                      <a:pt x="73" y="32"/>
                      <a:pt x="71" y="32"/>
                    </a:cubicBezTo>
                    <a:cubicBezTo>
                      <a:pt x="68" y="32"/>
                      <a:pt x="67" y="33"/>
                      <a:pt x="67" y="36"/>
                    </a:cubicBezTo>
                    <a:cubicBezTo>
                      <a:pt x="67" y="40"/>
                      <a:pt x="67" y="40"/>
                      <a:pt x="67" y="40"/>
                    </a:cubicBezTo>
                    <a:lnTo>
                      <a:pt x="82" y="40"/>
                    </a:lnTo>
                    <a:close/>
                    <a:moveTo>
                      <a:pt x="100" y="82"/>
                    </a:moveTo>
                    <a:cubicBezTo>
                      <a:pt x="100" y="0"/>
                      <a:pt x="100" y="0"/>
                      <a:pt x="100" y="0"/>
                    </a:cubicBezTo>
                    <a:cubicBezTo>
                      <a:pt x="119" y="0"/>
                      <a:pt x="119" y="0"/>
                      <a:pt x="119" y="0"/>
                    </a:cubicBezTo>
                    <a:cubicBezTo>
                      <a:pt x="119" y="99"/>
                      <a:pt x="119" y="99"/>
                      <a:pt x="119" y="99"/>
                    </a:cubicBezTo>
                    <a:cubicBezTo>
                      <a:pt x="38" y="99"/>
                      <a:pt x="38" y="99"/>
                      <a:pt x="38" y="99"/>
                    </a:cubicBezTo>
                    <a:cubicBezTo>
                      <a:pt x="25" y="99"/>
                      <a:pt x="16" y="96"/>
                      <a:pt x="10" y="91"/>
                    </a:cubicBezTo>
                    <a:cubicBezTo>
                      <a:pt x="3" y="85"/>
                      <a:pt x="0" y="77"/>
                      <a:pt x="0" y="65"/>
                    </a:cubicBezTo>
                    <a:cubicBezTo>
                      <a:pt x="0" y="59"/>
                      <a:pt x="2" y="54"/>
                      <a:pt x="4" y="49"/>
                    </a:cubicBezTo>
                    <a:cubicBezTo>
                      <a:pt x="7" y="44"/>
                      <a:pt x="11" y="40"/>
                      <a:pt x="16" y="37"/>
                    </a:cubicBezTo>
                    <a:cubicBezTo>
                      <a:pt x="21" y="34"/>
                      <a:pt x="27" y="33"/>
                      <a:pt x="34" y="33"/>
                    </a:cubicBezTo>
                    <a:cubicBezTo>
                      <a:pt x="36" y="49"/>
                      <a:pt x="36" y="49"/>
                      <a:pt x="36" y="49"/>
                    </a:cubicBezTo>
                    <a:cubicBezTo>
                      <a:pt x="30" y="50"/>
                      <a:pt x="25" y="51"/>
                      <a:pt x="23" y="54"/>
                    </a:cubicBezTo>
                    <a:cubicBezTo>
                      <a:pt x="20" y="56"/>
                      <a:pt x="19" y="60"/>
                      <a:pt x="19" y="65"/>
                    </a:cubicBezTo>
                    <a:cubicBezTo>
                      <a:pt x="19" y="71"/>
                      <a:pt x="20" y="76"/>
                      <a:pt x="23" y="78"/>
                    </a:cubicBezTo>
                    <a:cubicBezTo>
                      <a:pt x="26" y="81"/>
                      <a:pt x="31" y="82"/>
                      <a:pt x="38" y="82"/>
                    </a:cubicBezTo>
                    <a:lnTo>
                      <a:pt x="100" y="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23" name="Freeform 14"/>
              <p:cNvSpPr>
                <a:spLocks noEditPoints="1"/>
              </p:cNvSpPr>
              <p:nvPr/>
            </p:nvSpPr>
            <p:spPr bwMode="auto">
              <a:xfrm>
                <a:off x="5195888" y="5005388"/>
                <a:ext cx="1684338" cy="903288"/>
              </a:xfrm>
              <a:custGeom>
                <a:avLst/>
                <a:gdLst>
                  <a:gd name="T0" fmla="*/ 44 w 188"/>
                  <a:gd name="T1" fmla="*/ 52 h 101"/>
                  <a:gd name="T2" fmla="*/ 38 w 188"/>
                  <a:gd name="T3" fmla="*/ 52 h 101"/>
                  <a:gd name="T4" fmla="*/ 19 w 188"/>
                  <a:gd name="T5" fmla="*/ 32 h 101"/>
                  <a:gd name="T6" fmla="*/ 22 w 188"/>
                  <a:gd name="T7" fmla="*/ 20 h 101"/>
                  <a:gd name="T8" fmla="*/ 32 w 188"/>
                  <a:gd name="T9" fmla="*/ 16 h 101"/>
                  <a:gd name="T10" fmla="*/ 39 w 188"/>
                  <a:gd name="T11" fmla="*/ 17 h 101"/>
                  <a:gd name="T12" fmla="*/ 43 w 188"/>
                  <a:gd name="T13" fmla="*/ 23 h 101"/>
                  <a:gd name="T14" fmla="*/ 44 w 188"/>
                  <a:gd name="T15" fmla="*/ 37 h 101"/>
                  <a:gd name="T16" fmla="*/ 44 w 188"/>
                  <a:gd name="T17" fmla="*/ 52 h 101"/>
                  <a:gd name="T18" fmla="*/ 170 w 188"/>
                  <a:gd name="T19" fmla="*/ 0 h 101"/>
                  <a:gd name="T20" fmla="*/ 170 w 188"/>
                  <a:gd name="T21" fmla="*/ 52 h 101"/>
                  <a:gd name="T22" fmla="*/ 63 w 188"/>
                  <a:gd name="T23" fmla="*/ 52 h 101"/>
                  <a:gd name="T24" fmla="*/ 63 w 188"/>
                  <a:gd name="T25" fmla="*/ 32 h 101"/>
                  <a:gd name="T26" fmla="*/ 55 w 188"/>
                  <a:gd name="T27" fmla="*/ 8 h 101"/>
                  <a:gd name="T28" fmla="*/ 32 w 188"/>
                  <a:gd name="T29" fmla="*/ 0 h 101"/>
                  <a:gd name="T30" fmla="*/ 8 w 188"/>
                  <a:gd name="T31" fmla="*/ 9 h 101"/>
                  <a:gd name="T32" fmla="*/ 0 w 188"/>
                  <a:gd name="T33" fmla="*/ 32 h 101"/>
                  <a:gd name="T34" fmla="*/ 11 w 188"/>
                  <a:gd name="T35" fmla="*/ 60 h 101"/>
                  <a:gd name="T36" fmla="*/ 42 w 188"/>
                  <a:gd name="T37" fmla="*/ 69 h 101"/>
                  <a:gd name="T38" fmla="*/ 44 w 188"/>
                  <a:gd name="T39" fmla="*/ 69 h 101"/>
                  <a:gd name="T40" fmla="*/ 44 w 188"/>
                  <a:gd name="T41" fmla="*/ 72 h 101"/>
                  <a:gd name="T42" fmla="*/ 41 w 188"/>
                  <a:gd name="T43" fmla="*/ 86 h 101"/>
                  <a:gd name="T44" fmla="*/ 51 w 188"/>
                  <a:gd name="T45" fmla="*/ 101 h 101"/>
                  <a:gd name="T46" fmla="*/ 55 w 188"/>
                  <a:gd name="T47" fmla="*/ 97 h 101"/>
                  <a:gd name="T48" fmla="*/ 63 w 188"/>
                  <a:gd name="T49" fmla="*/ 69 h 101"/>
                  <a:gd name="T50" fmla="*/ 188 w 188"/>
                  <a:gd name="T51" fmla="*/ 69 h 101"/>
                  <a:gd name="T52" fmla="*/ 188 w 188"/>
                  <a:gd name="T53" fmla="*/ 0 h 101"/>
                  <a:gd name="T54" fmla="*/ 170 w 188"/>
                  <a:gd name="T55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88" h="101">
                    <a:moveTo>
                      <a:pt x="44" y="52"/>
                    </a:moveTo>
                    <a:cubicBezTo>
                      <a:pt x="38" y="52"/>
                      <a:pt x="38" y="52"/>
                      <a:pt x="38" y="52"/>
                    </a:cubicBezTo>
                    <a:cubicBezTo>
                      <a:pt x="25" y="52"/>
                      <a:pt x="19" y="45"/>
                      <a:pt x="19" y="32"/>
                    </a:cubicBezTo>
                    <a:cubicBezTo>
                      <a:pt x="19" y="27"/>
                      <a:pt x="20" y="23"/>
                      <a:pt x="22" y="20"/>
                    </a:cubicBezTo>
                    <a:cubicBezTo>
                      <a:pt x="24" y="17"/>
                      <a:pt x="27" y="16"/>
                      <a:pt x="32" y="16"/>
                    </a:cubicBezTo>
                    <a:cubicBezTo>
                      <a:pt x="35" y="16"/>
                      <a:pt x="37" y="16"/>
                      <a:pt x="39" y="17"/>
                    </a:cubicBezTo>
                    <a:cubicBezTo>
                      <a:pt x="41" y="19"/>
                      <a:pt x="42" y="20"/>
                      <a:pt x="43" y="23"/>
                    </a:cubicBezTo>
                    <a:cubicBezTo>
                      <a:pt x="44" y="26"/>
                      <a:pt x="44" y="32"/>
                      <a:pt x="44" y="37"/>
                    </a:cubicBezTo>
                    <a:lnTo>
                      <a:pt x="44" y="52"/>
                    </a:lnTo>
                    <a:close/>
                    <a:moveTo>
                      <a:pt x="170" y="0"/>
                    </a:moveTo>
                    <a:cubicBezTo>
                      <a:pt x="170" y="52"/>
                      <a:pt x="170" y="52"/>
                      <a:pt x="170" y="52"/>
                    </a:cubicBezTo>
                    <a:cubicBezTo>
                      <a:pt x="63" y="52"/>
                      <a:pt x="63" y="52"/>
                      <a:pt x="63" y="52"/>
                    </a:cubicBezTo>
                    <a:cubicBezTo>
                      <a:pt x="63" y="32"/>
                      <a:pt x="63" y="32"/>
                      <a:pt x="63" y="32"/>
                    </a:cubicBezTo>
                    <a:cubicBezTo>
                      <a:pt x="63" y="22"/>
                      <a:pt x="60" y="13"/>
                      <a:pt x="55" y="8"/>
                    </a:cubicBezTo>
                    <a:cubicBezTo>
                      <a:pt x="50" y="3"/>
                      <a:pt x="42" y="0"/>
                      <a:pt x="32" y="0"/>
                    </a:cubicBezTo>
                    <a:cubicBezTo>
                      <a:pt x="22" y="0"/>
                      <a:pt x="14" y="3"/>
                      <a:pt x="8" y="9"/>
                    </a:cubicBezTo>
                    <a:cubicBezTo>
                      <a:pt x="3" y="14"/>
                      <a:pt x="0" y="22"/>
                      <a:pt x="0" y="32"/>
                    </a:cubicBezTo>
                    <a:cubicBezTo>
                      <a:pt x="0" y="44"/>
                      <a:pt x="3" y="54"/>
                      <a:pt x="11" y="60"/>
                    </a:cubicBezTo>
                    <a:cubicBezTo>
                      <a:pt x="18" y="66"/>
                      <a:pt x="28" y="69"/>
                      <a:pt x="42" y="69"/>
                    </a:cubicBezTo>
                    <a:cubicBezTo>
                      <a:pt x="44" y="69"/>
                      <a:pt x="44" y="69"/>
                      <a:pt x="44" y="69"/>
                    </a:cubicBezTo>
                    <a:cubicBezTo>
                      <a:pt x="44" y="72"/>
                      <a:pt x="44" y="72"/>
                      <a:pt x="44" y="72"/>
                    </a:cubicBezTo>
                    <a:cubicBezTo>
                      <a:pt x="44" y="79"/>
                      <a:pt x="43" y="83"/>
                      <a:pt x="41" y="86"/>
                    </a:cubicBezTo>
                    <a:cubicBezTo>
                      <a:pt x="51" y="101"/>
                      <a:pt x="51" y="101"/>
                      <a:pt x="51" y="101"/>
                    </a:cubicBezTo>
                    <a:cubicBezTo>
                      <a:pt x="53" y="100"/>
                      <a:pt x="54" y="99"/>
                      <a:pt x="55" y="97"/>
                    </a:cubicBezTo>
                    <a:cubicBezTo>
                      <a:pt x="60" y="92"/>
                      <a:pt x="63" y="80"/>
                      <a:pt x="63" y="69"/>
                    </a:cubicBezTo>
                    <a:cubicBezTo>
                      <a:pt x="188" y="69"/>
                      <a:pt x="188" y="69"/>
                      <a:pt x="188" y="69"/>
                    </a:cubicBezTo>
                    <a:cubicBezTo>
                      <a:pt x="188" y="0"/>
                      <a:pt x="188" y="0"/>
                      <a:pt x="188" y="0"/>
                    </a:cubicBezTo>
                    <a:lnTo>
                      <a:pt x="17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24" name="Rectangle 15"/>
              <p:cNvSpPr>
                <a:spLocks noChangeArrowheads="1"/>
              </p:cNvSpPr>
              <p:nvPr/>
            </p:nvSpPr>
            <p:spPr bwMode="auto">
              <a:xfrm>
                <a:off x="6718301" y="4754563"/>
                <a:ext cx="161925" cy="1698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25" name="Freeform 16"/>
              <p:cNvSpPr>
                <a:spLocks/>
              </p:cNvSpPr>
              <p:nvPr/>
            </p:nvSpPr>
            <p:spPr bwMode="auto">
              <a:xfrm>
                <a:off x="7013576" y="5005388"/>
                <a:ext cx="833438" cy="617538"/>
              </a:xfrm>
              <a:custGeom>
                <a:avLst/>
                <a:gdLst>
                  <a:gd name="T0" fmla="*/ 74 w 93"/>
                  <a:gd name="T1" fmla="*/ 52 h 69"/>
                  <a:gd name="T2" fmla="*/ 74 w 93"/>
                  <a:gd name="T3" fmla="*/ 42 h 69"/>
                  <a:gd name="T4" fmla="*/ 70 w 93"/>
                  <a:gd name="T5" fmla="*/ 23 h 69"/>
                  <a:gd name="T6" fmla="*/ 55 w 93"/>
                  <a:gd name="T7" fmla="*/ 17 h 69"/>
                  <a:gd name="T8" fmla="*/ 41 w 93"/>
                  <a:gd name="T9" fmla="*/ 20 h 69"/>
                  <a:gd name="T10" fmla="*/ 36 w 93"/>
                  <a:gd name="T11" fmla="*/ 3 h 69"/>
                  <a:gd name="T12" fmla="*/ 56 w 93"/>
                  <a:gd name="T13" fmla="*/ 0 h 69"/>
                  <a:gd name="T14" fmla="*/ 84 w 93"/>
                  <a:gd name="T15" fmla="*/ 10 h 69"/>
                  <a:gd name="T16" fmla="*/ 93 w 93"/>
                  <a:gd name="T17" fmla="*/ 40 h 69"/>
                  <a:gd name="T18" fmla="*/ 93 w 93"/>
                  <a:gd name="T19" fmla="*/ 69 h 69"/>
                  <a:gd name="T20" fmla="*/ 0 w 93"/>
                  <a:gd name="T21" fmla="*/ 69 h 69"/>
                  <a:gd name="T22" fmla="*/ 0 w 93"/>
                  <a:gd name="T23" fmla="*/ 52 h 69"/>
                  <a:gd name="T24" fmla="*/ 74 w 93"/>
                  <a:gd name="T25" fmla="*/ 52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3" h="69">
                    <a:moveTo>
                      <a:pt x="74" y="52"/>
                    </a:moveTo>
                    <a:cubicBezTo>
                      <a:pt x="74" y="42"/>
                      <a:pt x="74" y="42"/>
                      <a:pt x="74" y="42"/>
                    </a:cubicBezTo>
                    <a:cubicBezTo>
                      <a:pt x="74" y="34"/>
                      <a:pt x="73" y="27"/>
                      <a:pt x="70" y="23"/>
                    </a:cubicBezTo>
                    <a:cubicBezTo>
                      <a:pt x="66" y="19"/>
                      <a:pt x="61" y="17"/>
                      <a:pt x="55" y="17"/>
                    </a:cubicBezTo>
                    <a:cubicBezTo>
                      <a:pt x="50" y="17"/>
                      <a:pt x="46" y="18"/>
                      <a:pt x="41" y="20"/>
                    </a:cubicBezTo>
                    <a:cubicBezTo>
                      <a:pt x="36" y="3"/>
                      <a:pt x="36" y="3"/>
                      <a:pt x="36" y="3"/>
                    </a:cubicBezTo>
                    <a:cubicBezTo>
                      <a:pt x="42" y="1"/>
                      <a:pt x="49" y="0"/>
                      <a:pt x="56" y="0"/>
                    </a:cubicBezTo>
                    <a:cubicBezTo>
                      <a:pt x="68" y="0"/>
                      <a:pt x="77" y="3"/>
                      <a:pt x="84" y="10"/>
                    </a:cubicBezTo>
                    <a:cubicBezTo>
                      <a:pt x="90" y="17"/>
                      <a:pt x="93" y="27"/>
                      <a:pt x="93" y="40"/>
                    </a:cubicBezTo>
                    <a:cubicBezTo>
                      <a:pt x="93" y="69"/>
                      <a:pt x="93" y="69"/>
                      <a:pt x="93" y="69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52"/>
                      <a:pt x="0" y="52"/>
                      <a:pt x="0" y="52"/>
                    </a:cubicBezTo>
                    <a:lnTo>
                      <a:pt x="74" y="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26" name="Freeform 17"/>
              <p:cNvSpPr>
                <a:spLocks/>
              </p:cNvSpPr>
              <p:nvPr/>
            </p:nvSpPr>
            <p:spPr bwMode="auto">
              <a:xfrm>
                <a:off x="7972426" y="4565650"/>
                <a:ext cx="223838" cy="188913"/>
              </a:xfrm>
              <a:custGeom>
                <a:avLst/>
                <a:gdLst>
                  <a:gd name="T0" fmla="*/ 25 w 25"/>
                  <a:gd name="T1" fmla="*/ 14 h 21"/>
                  <a:gd name="T2" fmla="*/ 25 w 25"/>
                  <a:gd name="T3" fmla="*/ 21 h 21"/>
                  <a:gd name="T4" fmla="*/ 0 w 25"/>
                  <a:gd name="T5" fmla="*/ 21 h 21"/>
                  <a:gd name="T6" fmla="*/ 0 w 25"/>
                  <a:gd name="T7" fmla="*/ 14 h 21"/>
                  <a:gd name="T8" fmla="*/ 3 w 25"/>
                  <a:gd name="T9" fmla="*/ 14 h 21"/>
                  <a:gd name="T10" fmla="*/ 3 w 25"/>
                  <a:gd name="T11" fmla="*/ 10 h 21"/>
                  <a:gd name="T12" fmla="*/ 6 w 25"/>
                  <a:gd name="T13" fmla="*/ 2 h 21"/>
                  <a:gd name="T14" fmla="*/ 14 w 25"/>
                  <a:gd name="T15" fmla="*/ 0 h 21"/>
                  <a:gd name="T16" fmla="*/ 21 w 25"/>
                  <a:gd name="T17" fmla="*/ 2 h 21"/>
                  <a:gd name="T18" fmla="*/ 24 w 25"/>
                  <a:gd name="T19" fmla="*/ 9 h 21"/>
                  <a:gd name="T20" fmla="*/ 18 w 25"/>
                  <a:gd name="T21" fmla="*/ 10 h 21"/>
                  <a:gd name="T22" fmla="*/ 17 w 25"/>
                  <a:gd name="T23" fmla="*/ 7 h 21"/>
                  <a:gd name="T24" fmla="*/ 14 w 25"/>
                  <a:gd name="T25" fmla="*/ 6 h 21"/>
                  <a:gd name="T26" fmla="*/ 10 w 25"/>
                  <a:gd name="T27" fmla="*/ 11 h 21"/>
                  <a:gd name="T28" fmla="*/ 10 w 25"/>
                  <a:gd name="T29" fmla="*/ 14 h 21"/>
                  <a:gd name="T30" fmla="*/ 25 w 25"/>
                  <a:gd name="T31" fmla="*/ 14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5" h="21">
                    <a:moveTo>
                      <a:pt x="25" y="14"/>
                    </a:moveTo>
                    <a:cubicBezTo>
                      <a:pt x="25" y="21"/>
                      <a:pt x="25" y="21"/>
                      <a:pt x="25" y="21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3" y="7"/>
                      <a:pt x="4" y="4"/>
                      <a:pt x="6" y="2"/>
                    </a:cubicBezTo>
                    <a:cubicBezTo>
                      <a:pt x="8" y="1"/>
                      <a:pt x="10" y="0"/>
                      <a:pt x="14" y="0"/>
                    </a:cubicBezTo>
                    <a:cubicBezTo>
                      <a:pt x="17" y="0"/>
                      <a:pt x="20" y="0"/>
                      <a:pt x="21" y="2"/>
                    </a:cubicBezTo>
                    <a:cubicBezTo>
                      <a:pt x="23" y="3"/>
                      <a:pt x="24" y="6"/>
                      <a:pt x="24" y="9"/>
                    </a:cubicBezTo>
                    <a:cubicBezTo>
                      <a:pt x="18" y="10"/>
                      <a:pt x="18" y="10"/>
                      <a:pt x="18" y="10"/>
                    </a:cubicBezTo>
                    <a:cubicBezTo>
                      <a:pt x="18" y="8"/>
                      <a:pt x="17" y="7"/>
                      <a:pt x="17" y="7"/>
                    </a:cubicBezTo>
                    <a:cubicBezTo>
                      <a:pt x="16" y="6"/>
                      <a:pt x="15" y="6"/>
                      <a:pt x="14" y="6"/>
                    </a:cubicBezTo>
                    <a:cubicBezTo>
                      <a:pt x="11" y="6"/>
                      <a:pt x="10" y="7"/>
                      <a:pt x="10" y="11"/>
                    </a:cubicBezTo>
                    <a:cubicBezTo>
                      <a:pt x="10" y="14"/>
                      <a:pt x="10" y="14"/>
                      <a:pt x="10" y="14"/>
                    </a:cubicBezTo>
                    <a:lnTo>
                      <a:pt x="25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27" name="Rectangle 18"/>
              <p:cNvSpPr>
                <a:spLocks noChangeArrowheads="1"/>
              </p:cNvSpPr>
              <p:nvPr/>
            </p:nvSpPr>
            <p:spPr bwMode="auto">
              <a:xfrm>
                <a:off x="7991476" y="4816475"/>
                <a:ext cx="169863" cy="80645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28" name="Footer Placeholder 4">
            <a:extLst>
              <a:ext uri="{FF2B5EF4-FFF2-40B4-BE49-F238E27FC236}">
                <a16:creationId xmlns:a16="http://schemas.microsoft.com/office/drawing/2014/main" id="{3A65E229-DAA5-4345-AE76-815779D74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026605" y="4402877"/>
            <a:ext cx="2953217" cy="360000"/>
          </a:xfrm>
        </p:spPr>
        <p:txBody>
          <a:bodyPr/>
          <a:lstStyle/>
          <a:p>
            <a:r>
              <a:rPr lang="nl-NL">
                <a:solidFill>
                  <a:srgbClr val="1859A9"/>
                </a:solidFill>
              </a:rPr>
              <a:t>ADNOC Upstream - TotalEnergies - 06/10/2025</a:t>
            </a:r>
            <a:endParaRPr lang="en-GB">
              <a:solidFill>
                <a:srgbClr val="1859A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50678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6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8904485-B9AA-421C-92A9-10ECD97E74ED}"/>
              </a:ext>
            </a:extLst>
          </p:cNvPr>
          <p:cNvSpPr/>
          <p:nvPr userDrawn="1"/>
        </p:nvSpPr>
        <p:spPr>
          <a:xfrm>
            <a:off x="240604" y="239401"/>
            <a:ext cx="11710800" cy="6379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5" tIns="45707" rIns="91415" bIns="45707" rtlCol="0" anchor="ctr"/>
          <a:lstStyle/>
          <a:p>
            <a:pPr algn="ctr" defTabSz="914106"/>
            <a:endParaRPr lang="en-GB" sz="1867">
              <a:solidFill>
                <a:prstClr val="white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11BC3D-310E-4C57-8C3E-0836A08AC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743" y="2732403"/>
            <a:ext cx="10521951" cy="2322200"/>
          </a:xfrm>
        </p:spPr>
        <p:txBody>
          <a:bodyPr anchor="t"/>
          <a:lstStyle>
            <a:lvl1pPr>
              <a:defRPr sz="6667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820B125-6366-4323-A287-39A0472EAB2B}"/>
              </a:ext>
            </a:extLst>
          </p:cNvPr>
          <p:cNvCxnSpPr>
            <a:cxnSpLocks/>
          </p:cNvCxnSpPr>
          <p:nvPr userDrawn="1"/>
        </p:nvCxnSpPr>
        <p:spPr>
          <a:xfrm>
            <a:off x="946807" y="6138000"/>
            <a:ext cx="10522887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D37BEDD-DE22-453C-BDA6-052325CFC0E3}"/>
              </a:ext>
            </a:extLst>
          </p:cNvPr>
          <p:cNvSpPr txBox="1"/>
          <p:nvPr userDrawn="1"/>
        </p:nvSpPr>
        <p:spPr>
          <a:xfrm>
            <a:off x="7749956" y="6180254"/>
            <a:ext cx="3719733" cy="37586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defTabSz="914106">
              <a:spcBef>
                <a:spcPts val="800"/>
              </a:spcBef>
            </a:pPr>
            <a:r>
              <a:rPr lang="en-GB" sz="1600" b="1">
                <a:solidFill>
                  <a:prstClr val="white"/>
                </a:solidFill>
              </a:rPr>
              <a:t>ADNOC ONSHORE</a:t>
            </a:r>
          </a:p>
        </p:txBody>
      </p:sp>
      <p:sp>
        <p:nvSpPr>
          <p:cNvPr id="11" name="Rectangle 10"/>
          <p:cNvSpPr/>
          <p:nvPr userDrawn="1"/>
        </p:nvSpPr>
        <p:spPr bwMode="white">
          <a:xfrm>
            <a:off x="10546432" y="4"/>
            <a:ext cx="923259" cy="16275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5" tIns="45707" rIns="91415" bIns="45707" rtlCol="0" anchor="ctr"/>
          <a:lstStyle/>
          <a:p>
            <a:pPr algn="ctr" defTabSz="914106"/>
            <a:endParaRPr lang="en-GB" sz="1867">
              <a:solidFill>
                <a:prstClr val="white"/>
              </a:solidFill>
            </a:endParaRPr>
          </a:p>
        </p:txBody>
      </p:sp>
      <p:grpSp>
        <p:nvGrpSpPr>
          <p:cNvPr id="12" name="Group 11"/>
          <p:cNvGrpSpPr>
            <a:grpSpLocks noChangeAspect="1"/>
          </p:cNvGrpSpPr>
          <p:nvPr userDrawn="1"/>
        </p:nvGrpSpPr>
        <p:grpSpPr>
          <a:xfrm>
            <a:off x="10639084" y="333832"/>
            <a:ext cx="767941" cy="1201995"/>
            <a:chOff x="3986213" y="0"/>
            <a:chExt cx="4381501" cy="6858001"/>
          </a:xfrm>
          <a:solidFill>
            <a:schemeClr val="tx2"/>
          </a:solidFill>
        </p:grpSpPr>
        <p:sp>
          <p:nvSpPr>
            <p:cNvPr id="13" name="Freeform 5"/>
            <p:cNvSpPr>
              <a:spLocks/>
            </p:cNvSpPr>
            <p:nvPr/>
          </p:nvSpPr>
          <p:spPr bwMode="auto">
            <a:xfrm>
              <a:off x="6521451" y="1746250"/>
              <a:ext cx="1846263" cy="2443163"/>
            </a:xfrm>
            <a:custGeom>
              <a:avLst/>
              <a:gdLst>
                <a:gd name="T0" fmla="*/ 113 w 206"/>
                <a:gd name="T1" fmla="*/ 196 h 273"/>
                <a:gd name="T2" fmla="*/ 70 w 206"/>
                <a:gd name="T3" fmla="*/ 273 h 273"/>
                <a:gd name="T4" fmla="*/ 184 w 206"/>
                <a:gd name="T5" fmla="*/ 273 h 273"/>
                <a:gd name="T6" fmla="*/ 0 w 206"/>
                <a:gd name="T7" fmla="*/ 0 h 273"/>
                <a:gd name="T8" fmla="*/ 113 w 206"/>
                <a:gd name="T9" fmla="*/ 196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6" h="273">
                  <a:moveTo>
                    <a:pt x="113" y="196"/>
                  </a:moveTo>
                  <a:cubicBezTo>
                    <a:pt x="106" y="226"/>
                    <a:pt x="91" y="252"/>
                    <a:pt x="70" y="273"/>
                  </a:cubicBezTo>
                  <a:cubicBezTo>
                    <a:pt x="184" y="273"/>
                    <a:pt x="184" y="273"/>
                    <a:pt x="184" y="273"/>
                  </a:cubicBezTo>
                  <a:cubicBezTo>
                    <a:pt x="206" y="154"/>
                    <a:pt x="128" y="28"/>
                    <a:pt x="0" y="0"/>
                  </a:cubicBezTo>
                  <a:cubicBezTo>
                    <a:pt x="26" y="7"/>
                    <a:pt x="138" y="60"/>
                    <a:pt x="113" y="19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14" name="Freeform 6"/>
            <p:cNvSpPr>
              <a:spLocks/>
            </p:cNvSpPr>
            <p:nvPr/>
          </p:nvSpPr>
          <p:spPr bwMode="auto">
            <a:xfrm>
              <a:off x="3986213" y="0"/>
              <a:ext cx="4219575" cy="4189413"/>
            </a:xfrm>
            <a:custGeom>
              <a:avLst/>
              <a:gdLst>
                <a:gd name="T0" fmla="*/ 0 w 471"/>
                <a:gd name="T1" fmla="*/ 0 h 468"/>
                <a:gd name="T2" fmla="*/ 0 w 471"/>
                <a:gd name="T3" fmla="*/ 468 h 468"/>
                <a:gd name="T4" fmla="*/ 50 w 471"/>
                <a:gd name="T5" fmla="*/ 468 h 468"/>
                <a:gd name="T6" fmla="*/ 104 w 471"/>
                <a:gd name="T7" fmla="*/ 466 h 468"/>
                <a:gd name="T8" fmla="*/ 247 w 471"/>
                <a:gd name="T9" fmla="*/ 346 h 468"/>
                <a:gd name="T10" fmla="*/ 161 w 471"/>
                <a:gd name="T11" fmla="*/ 219 h 468"/>
                <a:gd name="T12" fmla="*/ 157 w 471"/>
                <a:gd name="T13" fmla="*/ 218 h 468"/>
                <a:gd name="T14" fmla="*/ 100 w 471"/>
                <a:gd name="T15" fmla="*/ 212 h 468"/>
                <a:gd name="T16" fmla="*/ 92 w 471"/>
                <a:gd name="T17" fmla="*/ 243 h 468"/>
                <a:gd name="T18" fmla="*/ 81 w 471"/>
                <a:gd name="T19" fmla="*/ 165 h 468"/>
                <a:gd name="T20" fmla="*/ 124 w 471"/>
                <a:gd name="T21" fmla="*/ 123 h 468"/>
                <a:gd name="T22" fmla="*/ 124 w 471"/>
                <a:gd name="T23" fmla="*/ 122 h 468"/>
                <a:gd name="T24" fmla="*/ 186 w 471"/>
                <a:gd name="T25" fmla="*/ 78 h 468"/>
                <a:gd name="T26" fmla="*/ 259 w 471"/>
                <a:gd name="T27" fmla="*/ 58 h 468"/>
                <a:gd name="T28" fmla="*/ 471 w 471"/>
                <a:gd name="T29" fmla="*/ 151 h 468"/>
                <a:gd name="T30" fmla="*/ 471 w 471"/>
                <a:gd name="T31" fmla="*/ 0 h 468"/>
                <a:gd name="T32" fmla="*/ 0 w 471"/>
                <a:gd name="T3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71" h="468">
                  <a:moveTo>
                    <a:pt x="0" y="0"/>
                  </a:moveTo>
                  <a:cubicBezTo>
                    <a:pt x="0" y="468"/>
                    <a:pt x="0" y="468"/>
                    <a:pt x="0" y="468"/>
                  </a:cubicBezTo>
                  <a:cubicBezTo>
                    <a:pt x="50" y="468"/>
                    <a:pt x="50" y="468"/>
                    <a:pt x="50" y="468"/>
                  </a:cubicBezTo>
                  <a:cubicBezTo>
                    <a:pt x="80" y="468"/>
                    <a:pt x="87" y="468"/>
                    <a:pt x="104" y="466"/>
                  </a:cubicBezTo>
                  <a:cubicBezTo>
                    <a:pt x="175" y="455"/>
                    <a:pt x="240" y="397"/>
                    <a:pt x="247" y="346"/>
                  </a:cubicBezTo>
                  <a:cubicBezTo>
                    <a:pt x="258" y="285"/>
                    <a:pt x="225" y="232"/>
                    <a:pt x="161" y="219"/>
                  </a:cubicBezTo>
                  <a:cubicBezTo>
                    <a:pt x="160" y="219"/>
                    <a:pt x="159" y="218"/>
                    <a:pt x="157" y="218"/>
                  </a:cubicBezTo>
                  <a:cubicBezTo>
                    <a:pt x="155" y="218"/>
                    <a:pt x="124" y="218"/>
                    <a:pt x="100" y="212"/>
                  </a:cubicBezTo>
                  <a:cubicBezTo>
                    <a:pt x="100" y="212"/>
                    <a:pt x="87" y="223"/>
                    <a:pt x="92" y="243"/>
                  </a:cubicBezTo>
                  <a:cubicBezTo>
                    <a:pt x="92" y="243"/>
                    <a:pt x="61" y="210"/>
                    <a:pt x="81" y="165"/>
                  </a:cubicBezTo>
                  <a:cubicBezTo>
                    <a:pt x="81" y="165"/>
                    <a:pt x="90" y="144"/>
                    <a:pt x="124" y="123"/>
                  </a:cubicBezTo>
                  <a:cubicBezTo>
                    <a:pt x="124" y="123"/>
                    <a:pt x="124" y="122"/>
                    <a:pt x="124" y="122"/>
                  </a:cubicBezTo>
                  <a:cubicBezTo>
                    <a:pt x="133" y="111"/>
                    <a:pt x="155" y="93"/>
                    <a:pt x="186" y="78"/>
                  </a:cubicBezTo>
                  <a:cubicBezTo>
                    <a:pt x="201" y="71"/>
                    <a:pt x="228" y="61"/>
                    <a:pt x="259" y="58"/>
                  </a:cubicBezTo>
                  <a:cubicBezTo>
                    <a:pt x="397" y="45"/>
                    <a:pt x="471" y="151"/>
                    <a:pt x="471" y="151"/>
                  </a:cubicBezTo>
                  <a:cubicBezTo>
                    <a:pt x="471" y="0"/>
                    <a:pt x="471" y="0"/>
                    <a:pt x="471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15" name="Freeform 7"/>
            <p:cNvSpPr>
              <a:spLocks/>
            </p:cNvSpPr>
            <p:nvPr/>
          </p:nvSpPr>
          <p:spPr bwMode="auto">
            <a:xfrm>
              <a:off x="5545138" y="939800"/>
              <a:ext cx="2660650" cy="1011238"/>
            </a:xfrm>
            <a:custGeom>
              <a:avLst/>
              <a:gdLst>
                <a:gd name="T0" fmla="*/ 167 w 297"/>
                <a:gd name="T1" fmla="*/ 9 h 113"/>
                <a:gd name="T2" fmla="*/ 0 w 297"/>
                <a:gd name="T3" fmla="*/ 48 h 113"/>
                <a:gd name="T4" fmla="*/ 33 w 297"/>
                <a:gd name="T5" fmla="*/ 33 h 113"/>
                <a:gd name="T6" fmla="*/ 61 w 297"/>
                <a:gd name="T7" fmla="*/ 60 h 113"/>
                <a:gd name="T8" fmla="*/ 103 w 297"/>
                <a:gd name="T9" fmla="*/ 34 h 113"/>
                <a:gd name="T10" fmla="*/ 103 w 297"/>
                <a:gd name="T11" fmla="*/ 20 h 113"/>
                <a:gd name="T12" fmla="*/ 297 w 297"/>
                <a:gd name="T13" fmla="*/ 113 h 113"/>
                <a:gd name="T14" fmla="*/ 297 w 297"/>
                <a:gd name="T15" fmla="*/ 71 h 113"/>
                <a:gd name="T16" fmla="*/ 167 w 297"/>
                <a:gd name="T17" fmla="*/ 9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7" h="113">
                  <a:moveTo>
                    <a:pt x="167" y="9"/>
                  </a:moveTo>
                  <a:cubicBezTo>
                    <a:pt x="100" y="0"/>
                    <a:pt x="44" y="17"/>
                    <a:pt x="0" y="48"/>
                  </a:cubicBezTo>
                  <a:cubicBezTo>
                    <a:pt x="0" y="48"/>
                    <a:pt x="13" y="40"/>
                    <a:pt x="33" y="33"/>
                  </a:cubicBezTo>
                  <a:cubicBezTo>
                    <a:pt x="36" y="46"/>
                    <a:pt x="47" y="57"/>
                    <a:pt x="61" y="60"/>
                  </a:cubicBezTo>
                  <a:cubicBezTo>
                    <a:pt x="81" y="64"/>
                    <a:pt x="100" y="52"/>
                    <a:pt x="103" y="34"/>
                  </a:cubicBezTo>
                  <a:cubicBezTo>
                    <a:pt x="104" y="30"/>
                    <a:pt x="104" y="25"/>
                    <a:pt x="103" y="20"/>
                  </a:cubicBezTo>
                  <a:cubicBezTo>
                    <a:pt x="230" y="16"/>
                    <a:pt x="297" y="113"/>
                    <a:pt x="297" y="113"/>
                  </a:cubicBezTo>
                  <a:cubicBezTo>
                    <a:pt x="297" y="71"/>
                    <a:pt x="297" y="71"/>
                    <a:pt x="297" y="71"/>
                  </a:cubicBezTo>
                  <a:cubicBezTo>
                    <a:pt x="278" y="52"/>
                    <a:pt x="226" y="15"/>
                    <a:pt x="167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16" name="Freeform 8"/>
            <p:cNvSpPr>
              <a:spLocks noEditPoints="1"/>
            </p:cNvSpPr>
            <p:nvPr/>
          </p:nvSpPr>
          <p:spPr bwMode="auto">
            <a:xfrm>
              <a:off x="3986213" y="6007100"/>
              <a:ext cx="796925" cy="833438"/>
            </a:xfrm>
            <a:custGeom>
              <a:avLst/>
              <a:gdLst>
                <a:gd name="T0" fmla="*/ 310 w 502"/>
                <a:gd name="T1" fmla="*/ 311 h 525"/>
                <a:gd name="T2" fmla="*/ 248 w 502"/>
                <a:gd name="T3" fmla="*/ 124 h 525"/>
                <a:gd name="T4" fmla="*/ 186 w 502"/>
                <a:gd name="T5" fmla="*/ 311 h 525"/>
                <a:gd name="T6" fmla="*/ 310 w 502"/>
                <a:gd name="T7" fmla="*/ 311 h 525"/>
                <a:gd name="T8" fmla="*/ 198 w 502"/>
                <a:gd name="T9" fmla="*/ 0 h 525"/>
                <a:gd name="T10" fmla="*/ 305 w 502"/>
                <a:gd name="T11" fmla="*/ 0 h 525"/>
                <a:gd name="T12" fmla="*/ 502 w 502"/>
                <a:gd name="T13" fmla="*/ 525 h 525"/>
                <a:gd name="T14" fmla="*/ 384 w 502"/>
                <a:gd name="T15" fmla="*/ 525 h 525"/>
                <a:gd name="T16" fmla="*/ 339 w 502"/>
                <a:gd name="T17" fmla="*/ 401 h 525"/>
                <a:gd name="T18" fmla="*/ 158 w 502"/>
                <a:gd name="T19" fmla="*/ 401 h 525"/>
                <a:gd name="T20" fmla="*/ 113 w 502"/>
                <a:gd name="T21" fmla="*/ 525 h 525"/>
                <a:gd name="T22" fmla="*/ 0 w 502"/>
                <a:gd name="T23" fmla="*/ 525 h 525"/>
                <a:gd name="T24" fmla="*/ 198 w 502"/>
                <a:gd name="T25" fmla="*/ 0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02" h="525">
                  <a:moveTo>
                    <a:pt x="310" y="311"/>
                  </a:moveTo>
                  <a:lnTo>
                    <a:pt x="248" y="124"/>
                  </a:lnTo>
                  <a:lnTo>
                    <a:pt x="186" y="311"/>
                  </a:lnTo>
                  <a:lnTo>
                    <a:pt x="310" y="311"/>
                  </a:lnTo>
                  <a:close/>
                  <a:moveTo>
                    <a:pt x="198" y="0"/>
                  </a:moveTo>
                  <a:lnTo>
                    <a:pt x="305" y="0"/>
                  </a:lnTo>
                  <a:lnTo>
                    <a:pt x="502" y="525"/>
                  </a:lnTo>
                  <a:lnTo>
                    <a:pt x="384" y="525"/>
                  </a:lnTo>
                  <a:lnTo>
                    <a:pt x="339" y="401"/>
                  </a:lnTo>
                  <a:lnTo>
                    <a:pt x="158" y="401"/>
                  </a:lnTo>
                  <a:lnTo>
                    <a:pt x="113" y="525"/>
                  </a:lnTo>
                  <a:lnTo>
                    <a:pt x="0" y="525"/>
                  </a:lnTo>
                  <a:lnTo>
                    <a:pt x="19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17" name="Freeform 9"/>
            <p:cNvSpPr>
              <a:spLocks noEditPoints="1"/>
            </p:cNvSpPr>
            <p:nvPr/>
          </p:nvSpPr>
          <p:spPr bwMode="auto">
            <a:xfrm>
              <a:off x="4881563" y="6007100"/>
              <a:ext cx="717550" cy="833438"/>
            </a:xfrm>
            <a:custGeom>
              <a:avLst/>
              <a:gdLst>
                <a:gd name="T0" fmla="*/ 32 w 80"/>
                <a:gd name="T1" fmla="*/ 76 h 93"/>
                <a:gd name="T2" fmla="*/ 45 w 80"/>
                <a:gd name="T3" fmla="*/ 74 h 93"/>
                <a:gd name="T4" fmla="*/ 53 w 80"/>
                <a:gd name="T5" fmla="*/ 68 h 93"/>
                <a:gd name="T6" fmla="*/ 58 w 80"/>
                <a:gd name="T7" fmla="*/ 58 h 93"/>
                <a:gd name="T8" fmla="*/ 60 w 80"/>
                <a:gd name="T9" fmla="*/ 46 h 93"/>
                <a:gd name="T10" fmla="*/ 59 w 80"/>
                <a:gd name="T11" fmla="*/ 34 h 93"/>
                <a:gd name="T12" fmla="*/ 54 w 80"/>
                <a:gd name="T13" fmla="*/ 24 h 93"/>
                <a:gd name="T14" fmla="*/ 46 w 80"/>
                <a:gd name="T15" fmla="*/ 18 h 93"/>
                <a:gd name="T16" fmla="*/ 35 w 80"/>
                <a:gd name="T17" fmla="*/ 16 h 93"/>
                <a:gd name="T18" fmla="*/ 19 w 80"/>
                <a:gd name="T19" fmla="*/ 16 h 93"/>
                <a:gd name="T20" fmla="*/ 19 w 80"/>
                <a:gd name="T21" fmla="*/ 76 h 93"/>
                <a:gd name="T22" fmla="*/ 32 w 80"/>
                <a:gd name="T23" fmla="*/ 76 h 93"/>
                <a:gd name="T24" fmla="*/ 0 w 80"/>
                <a:gd name="T25" fmla="*/ 0 h 93"/>
                <a:gd name="T26" fmla="*/ 35 w 80"/>
                <a:gd name="T27" fmla="*/ 0 h 93"/>
                <a:gd name="T28" fmla="*/ 68 w 80"/>
                <a:gd name="T29" fmla="*/ 11 h 93"/>
                <a:gd name="T30" fmla="*/ 80 w 80"/>
                <a:gd name="T31" fmla="*/ 46 h 93"/>
                <a:gd name="T32" fmla="*/ 77 w 80"/>
                <a:gd name="T33" fmla="*/ 66 h 93"/>
                <a:gd name="T34" fmla="*/ 67 w 80"/>
                <a:gd name="T35" fmla="*/ 81 h 93"/>
                <a:gd name="T36" fmla="*/ 52 w 80"/>
                <a:gd name="T37" fmla="*/ 90 h 93"/>
                <a:gd name="T38" fmla="*/ 31 w 80"/>
                <a:gd name="T39" fmla="*/ 93 h 93"/>
                <a:gd name="T40" fmla="*/ 0 w 80"/>
                <a:gd name="T41" fmla="*/ 93 h 93"/>
                <a:gd name="T42" fmla="*/ 0 w 80"/>
                <a:gd name="T43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0" h="93">
                  <a:moveTo>
                    <a:pt x="32" y="76"/>
                  </a:moveTo>
                  <a:cubicBezTo>
                    <a:pt x="37" y="76"/>
                    <a:pt x="41" y="76"/>
                    <a:pt x="45" y="74"/>
                  </a:cubicBezTo>
                  <a:cubicBezTo>
                    <a:pt x="48" y="73"/>
                    <a:pt x="51" y="71"/>
                    <a:pt x="53" y="68"/>
                  </a:cubicBezTo>
                  <a:cubicBezTo>
                    <a:pt x="56" y="65"/>
                    <a:pt x="57" y="62"/>
                    <a:pt x="58" y="58"/>
                  </a:cubicBezTo>
                  <a:cubicBezTo>
                    <a:pt x="59" y="55"/>
                    <a:pt x="60" y="51"/>
                    <a:pt x="60" y="46"/>
                  </a:cubicBezTo>
                  <a:cubicBezTo>
                    <a:pt x="60" y="41"/>
                    <a:pt x="59" y="37"/>
                    <a:pt x="59" y="34"/>
                  </a:cubicBezTo>
                  <a:cubicBezTo>
                    <a:pt x="58" y="30"/>
                    <a:pt x="56" y="27"/>
                    <a:pt x="54" y="24"/>
                  </a:cubicBezTo>
                  <a:cubicBezTo>
                    <a:pt x="52" y="22"/>
                    <a:pt x="50" y="20"/>
                    <a:pt x="46" y="18"/>
                  </a:cubicBezTo>
                  <a:cubicBezTo>
                    <a:pt x="43" y="17"/>
                    <a:pt x="39" y="16"/>
                    <a:pt x="35" y="16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19" y="76"/>
                    <a:pt x="19" y="76"/>
                    <a:pt x="19" y="76"/>
                  </a:cubicBezTo>
                  <a:lnTo>
                    <a:pt x="32" y="76"/>
                  </a:lnTo>
                  <a:close/>
                  <a:moveTo>
                    <a:pt x="0" y="0"/>
                  </a:moveTo>
                  <a:cubicBezTo>
                    <a:pt x="35" y="0"/>
                    <a:pt x="35" y="0"/>
                    <a:pt x="35" y="0"/>
                  </a:cubicBezTo>
                  <a:cubicBezTo>
                    <a:pt x="49" y="0"/>
                    <a:pt x="60" y="4"/>
                    <a:pt x="68" y="11"/>
                  </a:cubicBezTo>
                  <a:cubicBezTo>
                    <a:pt x="76" y="19"/>
                    <a:pt x="80" y="31"/>
                    <a:pt x="80" y="46"/>
                  </a:cubicBezTo>
                  <a:cubicBezTo>
                    <a:pt x="80" y="54"/>
                    <a:pt x="79" y="60"/>
                    <a:pt x="77" y="66"/>
                  </a:cubicBezTo>
                  <a:cubicBezTo>
                    <a:pt x="74" y="72"/>
                    <a:pt x="71" y="77"/>
                    <a:pt x="67" y="81"/>
                  </a:cubicBezTo>
                  <a:cubicBezTo>
                    <a:pt x="63" y="85"/>
                    <a:pt x="58" y="88"/>
                    <a:pt x="52" y="90"/>
                  </a:cubicBezTo>
                  <a:cubicBezTo>
                    <a:pt x="46" y="92"/>
                    <a:pt x="39" y="93"/>
                    <a:pt x="31" y="93"/>
                  </a:cubicBezTo>
                  <a:cubicBezTo>
                    <a:pt x="0" y="93"/>
                    <a:pt x="0" y="93"/>
                    <a:pt x="0" y="93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18" name="Freeform 10"/>
            <p:cNvSpPr>
              <a:spLocks/>
            </p:cNvSpPr>
            <p:nvPr/>
          </p:nvSpPr>
          <p:spPr bwMode="auto">
            <a:xfrm>
              <a:off x="5734051" y="6007100"/>
              <a:ext cx="671513" cy="833438"/>
            </a:xfrm>
            <a:custGeom>
              <a:avLst/>
              <a:gdLst>
                <a:gd name="T0" fmla="*/ 0 w 423"/>
                <a:gd name="T1" fmla="*/ 0 h 525"/>
                <a:gd name="T2" fmla="*/ 101 w 423"/>
                <a:gd name="T3" fmla="*/ 0 h 525"/>
                <a:gd name="T4" fmla="*/ 316 w 423"/>
                <a:gd name="T5" fmla="*/ 344 h 525"/>
                <a:gd name="T6" fmla="*/ 316 w 423"/>
                <a:gd name="T7" fmla="*/ 0 h 525"/>
                <a:gd name="T8" fmla="*/ 423 w 423"/>
                <a:gd name="T9" fmla="*/ 0 h 525"/>
                <a:gd name="T10" fmla="*/ 423 w 423"/>
                <a:gd name="T11" fmla="*/ 525 h 525"/>
                <a:gd name="T12" fmla="*/ 327 w 423"/>
                <a:gd name="T13" fmla="*/ 525 h 525"/>
                <a:gd name="T14" fmla="*/ 107 w 423"/>
                <a:gd name="T15" fmla="*/ 181 h 525"/>
                <a:gd name="T16" fmla="*/ 107 w 423"/>
                <a:gd name="T17" fmla="*/ 525 h 525"/>
                <a:gd name="T18" fmla="*/ 0 w 423"/>
                <a:gd name="T19" fmla="*/ 525 h 525"/>
                <a:gd name="T20" fmla="*/ 0 w 423"/>
                <a:gd name="T21" fmla="*/ 0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23" h="525">
                  <a:moveTo>
                    <a:pt x="0" y="0"/>
                  </a:moveTo>
                  <a:lnTo>
                    <a:pt x="101" y="0"/>
                  </a:lnTo>
                  <a:lnTo>
                    <a:pt x="316" y="344"/>
                  </a:lnTo>
                  <a:lnTo>
                    <a:pt x="316" y="0"/>
                  </a:lnTo>
                  <a:lnTo>
                    <a:pt x="423" y="0"/>
                  </a:lnTo>
                  <a:lnTo>
                    <a:pt x="423" y="525"/>
                  </a:lnTo>
                  <a:lnTo>
                    <a:pt x="327" y="525"/>
                  </a:lnTo>
                  <a:lnTo>
                    <a:pt x="107" y="181"/>
                  </a:lnTo>
                  <a:lnTo>
                    <a:pt x="107" y="525"/>
                  </a:lnTo>
                  <a:lnTo>
                    <a:pt x="0" y="52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19" name="Freeform 11"/>
            <p:cNvSpPr>
              <a:spLocks noEditPoints="1"/>
            </p:cNvSpPr>
            <p:nvPr/>
          </p:nvSpPr>
          <p:spPr bwMode="auto">
            <a:xfrm>
              <a:off x="6548438" y="5980113"/>
              <a:ext cx="796925" cy="877888"/>
            </a:xfrm>
            <a:custGeom>
              <a:avLst/>
              <a:gdLst>
                <a:gd name="T0" fmla="*/ 45 w 89"/>
                <a:gd name="T1" fmla="*/ 82 h 98"/>
                <a:gd name="T2" fmla="*/ 63 w 89"/>
                <a:gd name="T3" fmla="*/ 73 h 98"/>
                <a:gd name="T4" fmla="*/ 69 w 89"/>
                <a:gd name="T5" fmla="*/ 49 h 98"/>
                <a:gd name="T6" fmla="*/ 63 w 89"/>
                <a:gd name="T7" fmla="*/ 26 h 98"/>
                <a:gd name="T8" fmla="*/ 45 w 89"/>
                <a:gd name="T9" fmla="*/ 17 h 98"/>
                <a:gd name="T10" fmla="*/ 26 w 89"/>
                <a:gd name="T11" fmla="*/ 26 h 98"/>
                <a:gd name="T12" fmla="*/ 20 w 89"/>
                <a:gd name="T13" fmla="*/ 49 h 98"/>
                <a:gd name="T14" fmla="*/ 26 w 89"/>
                <a:gd name="T15" fmla="*/ 73 h 98"/>
                <a:gd name="T16" fmla="*/ 45 w 89"/>
                <a:gd name="T17" fmla="*/ 82 h 98"/>
                <a:gd name="T18" fmla="*/ 45 w 89"/>
                <a:gd name="T19" fmla="*/ 98 h 98"/>
                <a:gd name="T20" fmla="*/ 26 w 89"/>
                <a:gd name="T21" fmla="*/ 95 h 98"/>
                <a:gd name="T22" fmla="*/ 12 w 89"/>
                <a:gd name="T23" fmla="*/ 85 h 98"/>
                <a:gd name="T24" fmla="*/ 3 w 89"/>
                <a:gd name="T25" fmla="*/ 70 h 98"/>
                <a:gd name="T26" fmla="*/ 0 w 89"/>
                <a:gd name="T27" fmla="*/ 49 h 98"/>
                <a:gd name="T28" fmla="*/ 3 w 89"/>
                <a:gd name="T29" fmla="*/ 29 h 98"/>
                <a:gd name="T30" fmla="*/ 12 w 89"/>
                <a:gd name="T31" fmla="*/ 14 h 98"/>
                <a:gd name="T32" fmla="*/ 26 w 89"/>
                <a:gd name="T33" fmla="*/ 4 h 98"/>
                <a:gd name="T34" fmla="*/ 45 w 89"/>
                <a:gd name="T35" fmla="*/ 0 h 98"/>
                <a:gd name="T36" fmla="*/ 63 w 89"/>
                <a:gd name="T37" fmla="*/ 4 h 98"/>
                <a:gd name="T38" fmla="*/ 77 w 89"/>
                <a:gd name="T39" fmla="*/ 14 h 98"/>
                <a:gd name="T40" fmla="*/ 86 w 89"/>
                <a:gd name="T41" fmla="*/ 29 h 98"/>
                <a:gd name="T42" fmla="*/ 89 w 89"/>
                <a:gd name="T43" fmla="*/ 49 h 98"/>
                <a:gd name="T44" fmla="*/ 86 w 89"/>
                <a:gd name="T45" fmla="*/ 70 h 98"/>
                <a:gd name="T46" fmla="*/ 77 w 89"/>
                <a:gd name="T47" fmla="*/ 85 h 98"/>
                <a:gd name="T48" fmla="*/ 63 w 89"/>
                <a:gd name="T49" fmla="*/ 95 h 98"/>
                <a:gd name="T50" fmla="*/ 45 w 89"/>
                <a:gd name="T51" fmla="*/ 9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9" h="98">
                  <a:moveTo>
                    <a:pt x="45" y="82"/>
                  </a:moveTo>
                  <a:cubicBezTo>
                    <a:pt x="53" y="82"/>
                    <a:pt x="59" y="79"/>
                    <a:pt x="63" y="73"/>
                  </a:cubicBezTo>
                  <a:cubicBezTo>
                    <a:pt x="67" y="68"/>
                    <a:pt x="69" y="60"/>
                    <a:pt x="69" y="49"/>
                  </a:cubicBezTo>
                  <a:cubicBezTo>
                    <a:pt x="69" y="39"/>
                    <a:pt x="67" y="31"/>
                    <a:pt x="63" y="26"/>
                  </a:cubicBezTo>
                  <a:cubicBezTo>
                    <a:pt x="59" y="20"/>
                    <a:pt x="53" y="17"/>
                    <a:pt x="45" y="17"/>
                  </a:cubicBezTo>
                  <a:cubicBezTo>
                    <a:pt x="36" y="17"/>
                    <a:pt x="30" y="20"/>
                    <a:pt x="26" y="26"/>
                  </a:cubicBezTo>
                  <a:cubicBezTo>
                    <a:pt x="22" y="31"/>
                    <a:pt x="20" y="39"/>
                    <a:pt x="20" y="49"/>
                  </a:cubicBezTo>
                  <a:cubicBezTo>
                    <a:pt x="20" y="60"/>
                    <a:pt x="22" y="68"/>
                    <a:pt x="26" y="73"/>
                  </a:cubicBezTo>
                  <a:cubicBezTo>
                    <a:pt x="30" y="79"/>
                    <a:pt x="36" y="82"/>
                    <a:pt x="45" y="82"/>
                  </a:cubicBezTo>
                  <a:moveTo>
                    <a:pt x="45" y="98"/>
                  </a:moveTo>
                  <a:cubicBezTo>
                    <a:pt x="38" y="98"/>
                    <a:pt x="31" y="97"/>
                    <a:pt x="26" y="95"/>
                  </a:cubicBezTo>
                  <a:cubicBezTo>
                    <a:pt x="21" y="93"/>
                    <a:pt x="16" y="89"/>
                    <a:pt x="12" y="85"/>
                  </a:cubicBezTo>
                  <a:cubicBezTo>
                    <a:pt x="8" y="81"/>
                    <a:pt x="5" y="76"/>
                    <a:pt x="3" y="70"/>
                  </a:cubicBezTo>
                  <a:cubicBezTo>
                    <a:pt x="1" y="64"/>
                    <a:pt x="0" y="57"/>
                    <a:pt x="0" y="49"/>
                  </a:cubicBezTo>
                  <a:cubicBezTo>
                    <a:pt x="0" y="42"/>
                    <a:pt x="1" y="35"/>
                    <a:pt x="3" y="29"/>
                  </a:cubicBezTo>
                  <a:cubicBezTo>
                    <a:pt x="5" y="23"/>
                    <a:pt x="8" y="18"/>
                    <a:pt x="12" y="14"/>
                  </a:cubicBezTo>
                  <a:cubicBezTo>
                    <a:pt x="16" y="9"/>
                    <a:pt x="21" y="6"/>
                    <a:pt x="26" y="4"/>
                  </a:cubicBezTo>
                  <a:cubicBezTo>
                    <a:pt x="32" y="2"/>
                    <a:pt x="38" y="0"/>
                    <a:pt x="45" y="0"/>
                  </a:cubicBezTo>
                  <a:cubicBezTo>
                    <a:pt x="52" y="0"/>
                    <a:pt x="58" y="2"/>
                    <a:pt x="63" y="4"/>
                  </a:cubicBezTo>
                  <a:cubicBezTo>
                    <a:pt x="69" y="6"/>
                    <a:pt x="73" y="9"/>
                    <a:pt x="77" y="14"/>
                  </a:cubicBezTo>
                  <a:cubicBezTo>
                    <a:pt x="81" y="18"/>
                    <a:pt x="84" y="23"/>
                    <a:pt x="86" y="29"/>
                  </a:cubicBezTo>
                  <a:cubicBezTo>
                    <a:pt x="88" y="35"/>
                    <a:pt x="89" y="42"/>
                    <a:pt x="89" y="49"/>
                  </a:cubicBezTo>
                  <a:cubicBezTo>
                    <a:pt x="89" y="57"/>
                    <a:pt x="88" y="64"/>
                    <a:pt x="86" y="70"/>
                  </a:cubicBezTo>
                  <a:cubicBezTo>
                    <a:pt x="84" y="76"/>
                    <a:pt x="81" y="81"/>
                    <a:pt x="77" y="85"/>
                  </a:cubicBezTo>
                  <a:cubicBezTo>
                    <a:pt x="74" y="89"/>
                    <a:pt x="69" y="93"/>
                    <a:pt x="63" y="95"/>
                  </a:cubicBezTo>
                  <a:cubicBezTo>
                    <a:pt x="58" y="97"/>
                    <a:pt x="52" y="98"/>
                    <a:pt x="45" y="9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20" name="Freeform 12"/>
            <p:cNvSpPr>
              <a:spLocks/>
            </p:cNvSpPr>
            <p:nvPr/>
          </p:nvSpPr>
          <p:spPr bwMode="auto">
            <a:xfrm>
              <a:off x="7453313" y="5980113"/>
              <a:ext cx="742950" cy="877888"/>
            </a:xfrm>
            <a:custGeom>
              <a:avLst/>
              <a:gdLst>
                <a:gd name="T0" fmla="*/ 83 w 83"/>
                <a:gd name="T1" fmla="*/ 64 h 98"/>
                <a:gd name="T2" fmla="*/ 79 w 83"/>
                <a:gd name="T3" fmla="*/ 77 h 98"/>
                <a:gd name="T4" fmla="*/ 71 w 83"/>
                <a:gd name="T5" fmla="*/ 88 h 98"/>
                <a:gd name="T6" fmla="*/ 59 w 83"/>
                <a:gd name="T7" fmla="*/ 96 h 98"/>
                <a:gd name="T8" fmla="*/ 43 w 83"/>
                <a:gd name="T9" fmla="*/ 98 h 98"/>
                <a:gd name="T10" fmla="*/ 24 w 83"/>
                <a:gd name="T11" fmla="*/ 95 h 98"/>
                <a:gd name="T12" fmla="*/ 11 w 83"/>
                <a:gd name="T13" fmla="*/ 85 h 98"/>
                <a:gd name="T14" fmla="*/ 3 w 83"/>
                <a:gd name="T15" fmla="*/ 69 h 98"/>
                <a:gd name="T16" fmla="*/ 0 w 83"/>
                <a:gd name="T17" fmla="*/ 49 h 98"/>
                <a:gd name="T18" fmla="*/ 3 w 83"/>
                <a:gd name="T19" fmla="*/ 29 h 98"/>
                <a:gd name="T20" fmla="*/ 12 w 83"/>
                <a:gd name="T21" fmla="*/ 14 h 98"/>
                <a:gd name="T22" fmla="*/ 25 w 83"/>
                <a:gd name="T23" fmla="*/ 4 h 98"/>
                <a:gd name="T24" fmla="*/ 43 w 83"/>
                <a:gd name="T25" fmla="*/ 0 h 98"/>
                <a:gd name="T26" fmla="*/ 59 w 83"/>
                <a:gd name="T27" fmla="*/ 3 h 98"/>
                <a:gd name="T28" fmla="*/ 70 w 83"/>
                <a:gd name="T29" fmla="*/ 9 h 98"/>
                <a:gd name="T30" fmla="*/ 77 w 83"/>
                <a:gd name="T31" fmla="*/ 19 h 98"/>
                <a:gd name="T32" fmla="*/ 81 w 83"/>
                <a:gd name="T33" fmla="*/ 32 h 98"/>
                <a:gd name="T34" fmla="*/ 62 w 83"/>
                <a:gd name="T35" fmla="*/ 35 h 98"/>
                <a:gd name="T36" fmla="*/ 56 w 83"/>
                <a:gd name="T37" fmla="*/ 22 h 98"/>
                <a:gd name="T38" fmla="*/ 43 w 83"/>
                <a:gd name="T39" fmla="*/ 17 h 98"/>
                <a:gd name="T40" fmla="*/ 26 w 83"/>
                <a:gd name="T41" fmla="*/ 26 h 98"/>
                <a:gd name="T42" fmla="*/ 20 w 83"/>
                <a:gd name="T43" fmla="*/ 49 h 98"/>
                <a:gd name="T44" fmla="*/ 27 w 83"/>
                <a:gd name="T45" fmla="*/ 73 h 98"/>
                <a:gd name="T46" fmla="*/ 43 w 83"/>
                <a:gd name="T47" fmla="*/ 82 h 98"/>
                <a:gd name="T48" fmla="*/ 56 w 83"/>
                <a:gd name="T49" fmla="*/ 77 h 98"/>
                <a:gd name="T50" fmla="*/ 62 w 83"/>
                <a:gd name="T51" fmla="*/ 64 h 98"/>
                <a:gd name="T52" fmla="*/ 83 w 83"/>
                <a:gd name="T53" fmla="*/ 64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3" h="98">
                  <a:moveTo>
                    <a:pt x="83" y="64"/>
                  </a:moveTo>
                  <a:cubicBezTo>
                    <a:pt x="82" y="69"/>
                    <a:pt x="81" y="73"/>
                    <a:pt x="79" y="77"/>
                  </a:cubicBezTo>
                  <a:cubicBezTo>
                    <a:pt x="77" y="82"/>
                    <a:pt x="75" y="85"/>
                    <a:pt x="71" y="88"/>
                  </a:cubicBezTo>
                  <a:cubicBezTo>
                    <a:pt x="68" y="91"/>
                    <a:pt x="64" y="94"/>
                    <a:pt x="59" y="96"/>
                  </a:cubicBezTo>
                  <a:cubicBezTo>
                    <a:pt x="55" y="97"/>
                    <a:pt x="49" y="98"/>
                    <a:pt x="43" y="98"/>
                  </a:cubicBezTo>
                  <a:cubicBezTo>
                    <a:pt x="36" y="98"/>
                    <a:pt x="30" y="97"/>
                    <a:pt x="24" y="95"/>
                  </a:cubicBezTo>
                  <a:cubicBezTo>
                    <a:pt x="19" y="92"/>
                    <a:pt x="15" y="89"/>
                    <a:pt x="11" y="85"/>
                  </a:cubicBezTo>
                  <a:cubicBezTo>
                    <a:pt x="7" y="81"/>
                    <a:pt x="5" y="75"/>
                    <a:pt x="3" y="69"/>
                  </a:cubicBezTo>
                  <a:cubicBezTo>
                    <a:pt x="1" y="63"/>
                    <a:pt x="0" y="57"/>
                    <a:pt x="0" y="49"/>
                  </a:cubicBezTo>
                  <a:cubicBezTo>
                    <a:pt x="0" y="42"/>
                    <a:pt x="1" y="35"/>
                    <a:pt x="3" y="29"/>
                  </a:cubicBezTo>
                  <a:cubicBezTo>
                    <a:pt x="5" y="23"/>
                    <a:pt x="8" y="18"/>
                    <a:pt x="12" y="14"/>
                  </a:cubicBezTo>
                  <a:cubicBezTo>
                    <a:pt x="15" y="9"/>
                    <a:pt x="20" y="6"/>
                    <a:pt x="25" y="4"/>
                  </a:cubicBezTo>
                  <a:cubicBezTo>
                    <a:pt x="31" y="2"/>
                    <a:pt x="37" y="0"/>
                    <a:pt x="43" y="0"/>
                  </a:cubicBezTo>
                  <a:cubicBezTo>
                    <a:pt x="49" y="0"/>
                    <a:pt x="54" y="1"/>
                    <a:pt x="59" y="3"/>
                  </a:cubicBezTo>
                  <a:cubicBezTo>
                    <a:pt x="63" y="4"/>
                    <a:pt x="67" y="6"/>
                    <a:pt x="70" y="9"/>
                  </a:cubicBezTo>
                  <a:cubicBezTo>
                    <a:pt x="73" y="12"/>
                    <a:pt x="75" y="15"/>
                    <a:pt x="77" y="19"/>
                  </a:cubicBezTo>
                  <a:cubicBezTo>
                    <a:pt x="79" y="23"/>
                    <a:pt x="80" y="27"/>
                    <a:pt x="81" y="32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1" y="29"/>
                    <a:pt x="59" y="25"/>
                    <a:pt x="56" y="22"/>
                  </a:cubicBezTo>
                  <a:cubicBezTo>
                    <a:pt x="53" y="19"/>
                    <a:pt x="49" y="17"/>
                    <a:pt x="43" y="17"/>
                  </a:cubicBezTo>
                  <a:cubicBezTo>
                    <a:pt x="36" y="17"/>
                    <a:pt x="30" y="20"/>
                    <a:pt x="26" y="26"/>
                  </a:cubicBezTo>
                  <a:cubicBezTo>
                    <a:pt x="22" y="31"/>
                    <a:pt x="20" y="39"/>
                    <a:pt x="20" y="49"/>
                  </a:cubicBezTo>
                  <a:cubicBezTo>
                    <a:pt x="20" y="60"/>
                    <a:pt x="23" y="68"/>
                    <a:pt x="27" y="73"/>
                  </a:cubicBezTo>
                  <a:cubicBezTo>
                    <a:pt x="31" y="79"/>
                    <a:pt x="36" y="82"/>
                    <a:pt x="43" y="82"/>
                  </a:cubicBezTo>
                  <a:cubicBezTo>
                    <a:pt x="49" y="82"/>
                    <a:pt x="54" y="80"/>
                    <a:pt x="56" y="77"/>
                  </a:cubicBezTo>
                  <a:cubicBezTo>
                    <a:pt x="59" y="74"/>
                    <a:pt x="61" y="69"/>
                    <a:pt x="62" y="64"/>
                  </a:cubicBezTo>
                  <a:lnTo>
                    <a:pt x="83" y="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21" name="Freeform 13"/>
            <p:cNvSpPr>
              <a:spLocks noEditPoints="1"/>
            </p:cNvSpPr>
            <p:nvPr/>
          </p:nvSpPr>
          <p:spPr bwMode="auto">
            <a:xfrm>
              <a:off x="3986213" y="4735513"/>
              <a:ext cx="1066800" cy="887413"/>
            </a:xfrm>
            <a:custGeom>
              <a:avLst/>
              <a:gdLst>
                <a:gd name="T0" fmla="*/ 82 w 119"/>
                <a:gd name="T1" fmla="*/ 40 h 99"/>
                <a:gd name="T2" fmla="*/ 82 w 119"/>
                <a:gd name="T3" fmla="*/ 47 h 99"/>
                <a:gd name="T4" fmla="*/ 57 w 119"/>
                <a:gd name="T5" fmla="*/ 47 h 99"/>
                <a:gd name="T6" fmla="*/ 57 w 119"/>
                <a:gd name="T7" fmla="*/ 40 h 99"/>
                <a:gd name="T8" fmla="*/ 60 w 119"/>
                <a:gd name="T9" fmla="*/ 40 h 99"/>
                <a:gd name="T10" fmla="*/ 60 w 119"/>
                <a:gd name="T11" fmla="*/ 36 h 99"/>
                <a:gd name="T12" fmla="*/ 63 w 119"/>
                <a:gd name="T13" fmla="*/ 28 h 99"/>
                <a:gd name="T14" fmla="*/ 71 w 119"/>
                <a:gd name="T15" fmla="*/ 25 h 99"/>
                <a:gd name="T16" fmla="*/ 78 w 119"/>
                <a:gd name="T17" fmla="*/ 28 h 99"/>
                <a:gd name="T18" fmla="*/ 81 w 119"/>
                <a:gd name="T19" fmla="*/ 35 h 99"/>
                <a:gd name="T20" fmla="*/ 75 w 119"/>
                <a:gd name="T21" fmla="*/ 36 h 99"/>
                <a:gd name="T22" fmla="*/ 74 w 119"/>
                <a:gd name="T23" fmla="*/ 32 h 99"/>
                <a:gd name="T24" fmla="*/ 71 w 119"/>
                <a:gd name="T25" fmla="*/ 32 h 99"/>
                <a:gd name="T26" fmla="*/ 67 w 119"/>
                <a:gd name="T27" fmla="*/ 36 h 99"/>
                <a:gd name="T28" fmla="*/ 67 w 119"/>
                <a:gd name="T29" fmla="*/ 40 h 99"/>
                <a:gd name="T30" fmla="*/ 82 w 119"/>
                <a:gd name="T31" fmla="*/ 40 h 99"/>
                <a:gd name="T32" fmla="*/ 100 w 119"/>
                <a:gd name="T33" fmla="*/ 82 h 99"/>
                <a:gd name="T34" fmla="*/ 100 w 119"/>
                <a:gd name="T35" fmla="*/ 0 h 99"/>
                <a:gd name="T36" fmla="*/ 119 w 119"/>
                <a:gd name="T37" fmla="*/ 0 h 99"/>
                <a:gd name="T38" fmla="*/ 119 w 119"/>
                <a:gd name="T39" fmla="*/ 99 h 99"/>
                <a:gd name="T40" fmla="*/ 38 w 119"/>
                <a:gd name="T41" fmla="*/ 99 h 99"/>
                <a:gd name="T42" fmla="*/ 10 w 119"/>
                <a:gd name="T43" fmla="*/ 91 h 99"/>
                <a:gd name="T44" fmla="*/ 0 w 119"/>
                <a:gd name="T45" fmla="*/ 65 h 99"/>
                <a:gd name="T46" fmla="*/ 4 w 119"/>
                <a:gd name="T47" fmla="*/ 49 h 99"/>
                <a:gd name="T48" fmla="*/ 16 w 119"/>
                <a:gd name="T49" fmla="*/ 37 h 99"/>
                <a:gd name="T50" fmla="*/ 34 w 119"/>
                <a:gd name="T51" fmla="*/ 33 h 99"/>
                <a:gd name="T52" fmla="*/ 36 w 119"/>
                <a:gd name="T53" fmla="*/ 49 h 99"/>
                <a:gd name="T54" fmla="*/ 23 w 119"/>
                <a:gd name="T55" fmla="*/ 54 h 99"/>
                <a:gd name="T56" fmla="*/ 19 w 119"/>
                <a:gd name="T57" fmla="*/ 65 h 99"/>
                <a:gd name="T58" fmla="*/ 23 w 119"/>
                <a:gd name="T59" fmla="*/ 78 h 99"/>
                <a:gd name="T60" fmla="*/ 38 w 119"/>
                <a:gd name="T61" fmla="*/ 82 h 99"/>
                <a:gd name="T62" fmla="*/ 100 w 119"/>
                <a:gd name="T63" fmla="*/ 82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19" h="99">
                  <a:moveTo>
                    <a:pt x="82" y="40"/>
                  </a:moveTo>
                  <a:cubicBezTo>
                    <a:pt x="82" y="47"/>
                    <a:pt x="82" y="47"/>
                    <a:pt x="82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60" y="33"/>
                    <a:pt x="61" y="30"/>
                    <a:pt x="63" y="28"/>
                  </a:cubicBezTo>
                  <a:cubicBezTo>
                    <a:pt x="65" y="26"/>
                    <a:pt x="67" y="25"/>
                    <a:pt x="71" y="25"/>
                  </a:cubicBezTo>
                  <a:cubicBezTo>
                    <a:pt x="74" y="25"/>
                    <a:pt x="77" y="26"/>
                    <a:pt x="78" y="28"/>
                  </a:cubicBezTo>
                  <a:cubicBezTo>
                    <a:pt x="80" y="29"/>
                    <a:pt x="81" y="31"/>
                    <a:pt x="81" y="35"/>
                  </a:cubicBezTo>
                  <a:cubicBezTo>
                    <a:pt x="75" y="36"/>
                    <a:pt x="75" y="36"/>
                    <a:pt x="75" y="36"/>
                  </a:cubicBezTo>
                  <a:cubicBezTo>
                    <a:pt x="75" y="34"/>
                    <a:pt x="75" y="33"/>
                    <a:pt x="74" y="32"/>
                  </a:cubicBezTo>
                  <a:cubicBezTo>
                    <a:pt x="74" y="32"/>
                    <a:pt x="73" y="32"/>
                    <a:pt x="71" y="32"/>
                  </a:cubicBezTo>
                  <a:cubicBezTo>
                    <a:pt x="68" y="32"/>
                    <a:pt x="67" y="33"/>
                    <a:pt x="67" y="36"/>
                  </a:cubicBezTo>
                  <a:cubicBezTo>
                    <a:pt x="67" y="40"/>
                    <a:pt x="67" y="40"/>
                    <a:pt x="67" y="40"/>
                  </a:cubicBezTo>
                  <a:lnTo>
                    <a:pt x="82" y="40"/>
                  </a:lnTo>
                  <a:close/>
                  <a:moveTo>
                    <a:pt x="100" y="82"/>
                  </a:moveTo>
                  <a:cubicBezTo>
                    <a:pt x="100" y="0"/>
                    <a:pt x="100" y="0"/>
                    <a:pt x="100" y="0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99"/>
                    <a:pt x="119" y="99"/>
                    <a:pt x="119" y="99"/>
                  </a:cubicBezTo>
                  <a:cubicBezTo>
                    <a:pt x="38" y="99"/>
                    <a:pt x="38" y="99"/>
                    <a:pt x="38" y="99"/>
                  </a:cubicBezTo>
                  <a:cubicBezTo>
                    <a:pt x="25" y="99"/>
                    <a:pt x="16" y="96"/>
                    <a:pt x="10" y="91"/>
                  </a:cubicBezTo>
                  <a:cubicBezTo>
                    <a:pt x="3" y="85"/>
                    <a:pt x="0" y="77"/>
                    <a:pt x="0" y="65"/>
                  </a:cubicBezTo>
                  <a:cubicBezTo>
                    <a:pt x="0" y="59"/>
                    <a:pt x="2" y="54"/>
                    <a:pt x="4" y="49"/>
                  </a:cubicBezTo>
                  <a:cubicBezTo>
                    <a:pt x="7" y="44"/>
                    <a:pt x="11" y="40"/>
                    <a:pt x="16" y="37"/>
                  </a:cubicBezTo>
                  <a:cubicBezTo>
                    <a:pt x="21" y="34"/>
                    <a:pt x="27" y="33"/>
                    <a:pt x="34" y="33"/>
                  </a:cubicBezTo>
                  <a:cubicBezTo>
                    <a:pt x="36" y="49"/>
                    <a:pt x="36" y="49"/>
                    <a:pt x="36" y="49"/>
                  </a:cubicBezTo>
                  <a:cubicBezTo>
                    <a:pt x="30" y="50"/>
                    <a:pt x="25" y="51"/>
                    <a:pt x="23" y="54"/>
                  </a:cubicBezTo>
                  <a:cubicBezTo>
                    <a:pt x="20" y="56"/>
                    <a:pt x="19" y="60"/>
                    <a:pt x="19" y="65"/>
                  </a:cubicBezTo>
                  <a:cubicBezTo>
                    <a:pt x="19" y="71"/>
                    <a:pt x="20" y="76"/>
                    <a:pt x="23" y="78"/>
                  </a:cubicBezTo>
                  <a:cubicBezTo>
                    <a:pt x="26" y="81"/>
                    <a:pt x="31" y="82"/>
                    <a:pt x="38" y="82"/>
                  </a:cubicBezTo>
                  <a:lnTo>
                    <a:pt x="100" y="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22" name="Freeform 14"/>
            <p:cNvSpPr>
              <a:spLocks noEditPoints="1"/>
            </p:cNvSpPr>
            <p:nvPr/>
          </p:nvSpPr>
          <p:spPr bwMode="auto">
            <a:xfrm>
              <a:off x="5195888" y="5005388"/>
              <a:ext cx="1684338" cy="903288"/>
            </a:xfrm>
            <a:custGeom>
              <a:avLst/>
              <a:gdLst>
                <a:gd name="T0" fmla="*/ 44 w 188"/>
                <a:gd name="T1" fmla="*/ 52 h 101"/>
                <a:gd name="T2" fmla="*/ 38 w 188"/>
                <a:gd name="T3" fmla="*/ 52 h 101"/>
                <a:gd name="T4" fmla="*/ 19 w 188"/>
                <a:gd name="T5" fmla="*/ 32 h 101"/>
                <a:gd name="T6" fmla="*/ 22 w 188"/>
                <a:gd name="T7" fmla="*/ 20 h 101"/>
                <a:gd name="T8" fmla="*/ 32 w 188"/>
                <a:gd name="T9" fmla="*/ 16 h 101"/>
                <a:gd name="T10" fmla="*/ 39 w 188"/>
                <a:gd name="T11" fmla="*/ 17 h 101"/>
                <a:gd name="T12" fmla="*/ 43 w 188"/>
                <a:gd name="T13" fmla="*/ 23 h 101"/>
                <a:gd name="T14" fmla="*/ 44 w 188"/>
                <a:gd name="T15" fmla="*/ 37 h 101"/>
                <a:gd name="T16" fmla="*/ 44 w 188"/>
                <a:gd name="T17" fmla="*/ 52 h 101"/>
                <a:gd name="T18" fmla="*/ 170 w 188"/>
                <a:gd name="T19" fmla="*/ 0 h 101"/>
                <a:gd name="T20" fmla="*/ 170 w 188"/>
                <a:gd name="T21" fmla="*/ 52 h 101"/>
                <a:gd name="T22" fmla="*/ 63 w 188"/>
                <a:gd name="T23" fmla="*/ 52 h 101"/>
                <a:gd name="T24" fmla="*/ 63 w 188"/>
                <a:gd name="T25" fmla="*/ 32 h 101"/>
                <a:gd name="T26" fmla="*/ 55 w 188"/>
                <a:gd name="T27" fmla="*/ 8 h 101"/>
                <a:gd name="T28" fmla="*/ 32 w 188"/>
                <a:gd name="T29" fmla="*/ 0 h 101"/>
                <a:gd name="T30" fmla="*/ 8 w 188"/>
                <a:gd name="T31" fmla="*/ 9 h 101"/>
                <a:gd name="T32" fmla="*/ 0 w 188"/>
                <a:gd name="T33" fmla="*/ 32 h 101"/>
                <a:gd name="T34" fmla="*/ 11 w 188"/>
                <a:gd name="T35" fmla="*/ 60 h 101"/>
                <a:gd name="T36" fmla="*/ 42 w 188"/>
                <a:gd name="T37" fmla="*/ 69 h 101"/>
                <a:gd name="T38" fmla="*/ 44 w 188"/>
                <a:gd name="T39" fmla="*/ 69 h 101"/>
                <a:gd name="T40" fmla="*/ 44 w 188"/>
                <a:gd name="T41" fmla="*/ 72 h 101"/>
                <a:gd name="T42" fmla="*/ 41 w 188"/>
                <a:gd name="T43" fmla="*/ 86 h 101"/>
                <a:gd name="T44" fmla="*/ 51 w 188"/>
                <a:gd name="T45" fmla="*/ 101 h 101"/>
                <a:gd name="T46" fmla="*/ 55 w 188"/>
                <a:gd name="T47" fmla="*/ 97 h 101"/>
                <a:gd name="T48" fmla="*/ 63 w 188"/>
                <a:gd name="T49" fmla="*/ 69 h 101"/>
                <a:gd name="T50" fmla="*/ 188 w 188"/>
                <a:gd name="T51" fmla="*/ 69 h 101"/>
                <a:gd name="T52" fmla="*/ 188 w 188"/>
                <a:gd name="T53" fmla="*/ 0 h 101"/>
                <a:gd name="T54" fmla="*/ 170 w 188"/>
                <a:gd name="T55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8" h="101">
                  <a:moveTo>
                    <a:pt x="44" y="52"/>
                  </a:moveTo>
                  <a:cubicBezTo>
                    <a:pt x="38" y="52"/>
                    <a:pt x="38" y="52"/>
                    <a:pt x="38" y="52"/>
                  </a:cubicBezTo>
                  <a:cubicBezTo>
                    <a:pt x="25" y="52"/>
                    <a:pt x="19" y="45"/>
                    <a:pt x="19" y="32"/>
                  </a:cubicBezTo>
                  <a:cubicBezTo>
                    <a:pt x="19" y="27"/>
                    <a:pt x="20" y="23"/>
                    <a:pt x="22" y="20"/>
                  </a:cubicBezTo>
                  <a:cubicBezTo>
                    <a:pt x="24" y="17"/>
                    <a:pt x="27" y="16"/>
                    <a:pt x="32" y="16"/>
                  </a:cubicBezTo>
                  <a:cubicBezTo>
                    <a:pt x="35" y="16"/>
                    <a:pt x="37" y="16"/>
                    <a:pt x="39" y="17"/>
                  </a:cubicBezTo>
                  <a:cubicBezTo>
                    <a:pt x="41" y="19"/>
                    <a:pt x="42" y="20"/>
                    <a:pt x="43" y="23"/>
                  </a:cubicBezTo>
                  <a:cubicBezTo>
                    <a:pt x="44" y="26"/>
                    <a:pt x="44" y="32"/>
                    <a:pt x="44" y="37"/>
                  </a:cubicBezTo>
                  <a:lnTo>
                    <a:pt x="44" y="52"/>
                  </a:lnTo>
                  <a:close/>
                  <a:moveTo>
                    <a:pt x="170" y="0"/>
                  </a:moveTo>
                  <a:cubicBezTo>
                    <a:pt x="170" y="52"/>
                    <a:pt x="170" y="52"/>
                    <a:pt x="170" y="52"/>
                  </a:cubicBezTo>
                  <a:cubicBezTo>
                    <a:pt x="63" y="52"/>
                    <a:pt x="63" y="52"/>
                    <a:pt x="63" y="52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22"/>
                    <a:pt x="60" y="13"/>
                    <a:pt x="55" y="8"/>
                  </a:cubicBezTo>
                  <a:cubicBezTo>
                    <a:pt x="50" y="3"/>
                    <a:pt x="42" y="0"/>
                    <a:pt x="32" y="0"/>
                  </a:cubicBezTo>
                  <a:cubicBezTo>
                    <a:pt x="22" y="0"/>
                    <a:pt x="14" y="3"/>
                    <a:pt x="8" y="9"/>
                  </a:cubicBezTo>
                  <a:cubicBezTo>
                    <a:pt x="3" y="14"/>
                    <a:pt x="0" y="22"/>
                    <a:pt x="0" y="32"/>
                  </a:cubicBezTo>
                  <a:cubicBezTo>
                    <a:pt x="0" y="44"/>
                    <a:pt x="3" y="54"/>
                    <a:pt x="11" y="60"/>
                  </a:cubicBezTo>
                  <a:cubicBezTo>
                    <a:pt x="18" y="66"/>
                    <a:pt x="28" y="69"/>
                    <a:pt x="42" y="69"/>
                  </a:cubicBezTo>
                  <a:cubicBezTo>
                    <a:pt x="44" y="69"/>
                    <a:pt x="44" y="69"/>
                    <a:pt x="44" y="69"/>
                  </a:cubicBezTo>
                  <a:cubicBezTo>
                    <a:pt x="44" y="72"/>
                    <a:pt x="44" y="72"/>
                    <a:pt x="44" y="72"/>
                  </a:cubicBezTo>
                  <a:cubicBezTo>
                    <a:pt x="44" y="79"/>
                    <a:pt x="43" y="83"/>
                    <a:pt x="41" y="86"/>
                  </a:cubicBezTo>
                  <a:cubicBezTo>
                    <a:pt x="51" y="101"/>
                    <a:pt x="51" y="101"/>
                    <a:pt x="51" y="101"/>
                  </a:cubicBezTo>
                  <a:cubicBezTo>
                    <a:pt x="53" y="100"/>
                    <a:pt x="54" y="99"/>
                    <a:pt x="55" y="97"/>
                  </a:cubicBezTo>
                  <a:cubicBezTo>
                    <a:pt x="60" y="92"/>
                    <a:pt x="63" y="80"/>
                    <a:pt x="63" y="69"/>
                  </a:cubicBezTo>
                  <a:cubicBezTo>
                    <a:pt x="188" y="69"/>
                    <a:pt x="188" y="69"/>
                    <a:pt x="188" y="69"/>
                  </a:cubicBezTo>
                  <a:cubicBezTo>
                    <a:pt x="188" y="0"/>
                    <a:pt x="188" y="0"/>
                    <a:pt x="188" y="0"/>
                  </a:cubicBezTo>
                  <a:lnTo>
                    <a:pt x="17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23" name="Rectangle 15"/>
            <p:cNvSpPr>
              <a:spLocks noChangeArrowheads="1"/>
            </p:cNvSpPr>
            <p:nvPr/>
          </p:nvSpPr>
          <p:spPr bwMode="auto">
            <a:xfrm>
              <a:off x="6718301" y="4754563"/>
              <a:ext cx="161925" cy="169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24" name="Freeform 16"/>
            <p:cNvSpPr>
              <a:spLocks/>
            </p:cNvSpPr>
            <p:nvPr/>
          </p:nvSpPr>
          <p:spPr bwMode="auto">
            <a:xfrm>
              <a:off x="7013576" y="5005388"/>
              <a:ext cx="833438" cy="617538"/>
            </a:xfrm>
            <a:custGeom>
              <a:avLst/>
              <a:gdLst>
                <a:gd name="T0" fmla="*/ 74 w 93"/>
                <a:gd name="T1" fmla="*/ 52 h 69"/>
                <a:gd name="T2" fmla="*/ 74 w 93"/>
                <a:gd name="T3" fmla="*/ 42 h 69"/>
                <a:gd name="T4" fmla="*/ 70 w 93"/>
                <a:gd name="T5" fmla="*/ 23 h 69"/>
                <a:gd name="T6" fmla="*/ 55 w 93"/>
                <a:gd name="T7" fmla="*/ 17 h 69"/>
                <a:gd name="T8" fmla="*/ 41 w 93"/>
                <a:gd name="T9" fmla="*/ 20 h 69"/>
                <a:gd name="T10" fmla="*/ 36 w 93"/>
                <a:gd name="T11" fmla="*/ 3 h 69"/>
                <a:gd name="T12" fmla="*/ 56 w 93"/>
                <a:gd name="T13" fmla="*/ 0 h 69"/>
                <a:gd name="T14" fmla="*/ 84 w 93"/>
                <a:gd name="T15" fmla="*/ 10 h 69"/>
                <a:gd name="T16" fmla="*/ 93 w 93"/>
                <a:gd name="T17" fmla="*/ 40 h 69"/>
                <a:gd name="T18" fmla="*/ 93 w 93"/>
                <a:gd name="T19" fmla="*/ 69 h 69"/>
                <a:gd name="T20" fmla="*/ 0 w 93"/>
                <a:gd name="T21" fmla="*/ 69 h 69"/>
                <a:gd name="T22" fmla="*/ 0 w 93"/>
                <a:gd name="T23" fmla="*/ 52 h 69"/>
                <a:gd name="T24" fmla="*/ 74 w 93"/>
                <a:gd name="T25" fmla="*/ 52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3" h="69">
                  <a:moveTo>
                    <a:pt x="74" y="52"/>
                  </a:moveTo>
                  <a:cubicBezTo>
                    <a:pt x="74" y="42"/>
                    <a:pt x="74" y="42"/>
                    <a:pt x="74" y="42"/>
                  </a:cubicBezTo>
                  <a:cubicBezTo>
                    <a:pt x="74" y="34"/>
                    <a:pt x="73" y="27"/>
                    <a:pt x="70" y="23"/>
                  </a:cubicBezTo>
                  <a:cubicBezTo>
                    <a:pt x="66" y="19"/>
                    <a:pt x="61" y="17"/>
                    <a:pt x="55" y="17"/>
                  </a:cubicBezTo>
                  <a:cubicBezTo>
                    <a:pt x="50" y="17"/>
                    <a:pt x="46" y="18"/>
                    <a:pt x="41" y="20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42" y="1"/>
                    <a:pt x="49" y="0"/>
                    <a:pt x="56" y="0"/>
                  </a:cubicBezTo>
                  <a:cubicBezTo>
                    <a:pt x="68" y="0"/>
                    <a:pt x="77" y="3"/>
                    <a:pt x="84" y="10"/>
                  </a:cubicBezTo>
                  <a:cubicBezTo>
                    <a:pt x="90" y="17"/>
                    <a:pt x="93" y="27"/>
                    <a:pt x="93" y="40"/>
                  </a:cubicBezTo>
                  <a:cubicBezTo>
                    <a:pt x="93" y="69"/>
                    <a:pt x="93" y="69"/>
                    <a:pt x="93" y="69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74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25" name="Freeform 17"/>
            <p:cNvSpPr>
              <a:spLocks/>
            </p:cNvSpPr>
            <p:nvPr/>
          </p:nvSpPr>
          <p:spPr bwMode="auto">
            <a:xfrm>
              <a:off x="7972426" y="4565650"/>
              <a:ext cx="223838" cy="188913"/>
            </a:xfrm>
            <a:custGeom>
              <a:avLst/>
              <a:gdLst>
                <a:gd name="T0" fmla="*/ 25 w 25"/>
                <a:gd name="T1" fmla="*/ 14 h 21"/>
                <a:gd name="T2" fmla="*/ 25 w 25"/>
                <a:gd name="T3" fmla="*/ 21 h 21"/>
                <a:gd name="T4" fmla="*/ 0 w 25"/>
                <a:gd name="T5" fmla="*/ 21 h 21"/>
                <a:gd name="T6" fmla="*/ 0 w 25"/>
                <a:gd name="T7" fmla="*/ 14 h 21"/>
                <a:gd name="T8" fmla="*/ 3 w 25"/>
                <a:gd name="T9" fmla="*/ 14 h 21"/>
                <a:gd name="T10" fmla="*/ 3 w 25"/>
                <a:gd name="T11" fmla="*/ 10 h 21"/>
                <a:gd name="T12" fmla="*/ 6 w 25"/>
                <a:gd name="T13" fmla="*/ 2 h 21"/>
                <a:gd name="T14" fmla="*/ 14 w 25"/>
                <a:gd name="T15" fmla="*/ 0 h 21"/>
                <a:gd name="T16" fmla="*/ 21 w 25"/>
                <a:gd name="T17" fmla="*/ 2 h 21"/>
                <a:gd name="T18" fmla="*/ 24 w 25"/>
                <a:gd name="T19" fmla="*/ 9 h 21"/>
                <a:gd name="T20" fmla="*/ 18 w 25"/>
                <a:gd name="T21" fmla="*/ 10 h 21"/>
                <a:gd name="T22" fmla="*/ 17 w 25"/>
                <a:gd name="T23" fmla="*/ 7 h 21"/>
                <a:gd name="T24" fmla="*/ 14 w 25"/>
                <a:gd name="T25" fmla="*/ 6 h 21"/>
                <a:gd name="T26" fmla="*/ 10 w 25"/>
                <a:gd name="T27" fmla="*/ 11 h 21"/>
                <a:gd name="T28" fmla="*/ 10 w 25"/>
                <a:gd name="T29" fmla="*/ 14 h 21"/>
                <a:gd name="T30" fmla="*/ 25 w 25"/>
                <a:gd name="T31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5" h="21">
                  <a:moveTo>
                    <a:pt x="25" y="14"/>
                  </a:moveTo>
                  <a:cubicBezTo>
                    <a:pt x="25" y="21"/>
                    <a:pt x="25" y="21"/>
                    <a:pt x="25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3" y="7"/>
                    <a:pt x="4" y="4"/>
                    <a:pt x="6" y="2"/>
                  </a:cubicBezTo>
                  <a:cubicBezTo>
                    <a:pt x="8" y="1"/>
                    <a:pt x="10" y="0"/>
                    <a:pt x="14" y="0"/>
                  </a:cubicBezTo>
                  <a:cubicBezTo>
                    <a:pt x="17" y="0"/>
                    <a:pt x="20" y="0"/>
                    <a:pt x="21" y="2"/>
                  </a:cubicBezTo>
                  <a:cubicBezTo>
                    <a:pt x="23" y="3"/>
                    <a:pt x="24" y="6"/>
                    <a:pt x="24" y="9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8"/>
                    <a:pt x="17" y="7"/>
                    <a:pt x="17" y="7"/>
                  </a:cubicBezTo>
                  <a:cubicBezTo>
                    <a:pt x="16" y="6"/>
                    <a:pt x="15" y="6"/>
                    <a:pt x="14" y="6"/>
                  </a:cubicBezTo>
                  <a:cubicBezTo>
                    <a:pt x="11" y="6"/>
                    <a:pt x="10" y="7"/>
                    <a:pt x="10" y="11"/>
                  </a:cubicBezTo>
                  <a:cubicBezTo>
                    <a:pt x="10" y="14"/>
                    <a:pt x="10" y="14"/>
                    <a:pt x="10" y="14"/>
                  </a:cubicBezTo>
                  <a:lnTo>
                    <a:pt x="25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26" name="Rectangle 18"/>
            <p:cNvSpPr>
              <a:spLocks noChangeArrowheads="1"/>
            </p:cNvSpPr>
            <p:nvPr/>
          </p:nvSpPr>
          <p:spPr bwMode="auto">
            <a:xfrm>
              <a:off x="7991476" y="4816475"/>
              <a:ext cx="169863" cy="8064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6718221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8904485-B9AA-421C-92A9-10ECD97E74ED}"/>
              </a:ext>
            </a:extLst>
          </p:cNvPr>
          <p:cNvSpPr/>
          <p:nvPr userDrawn="1"/>
        </p:nvSpPr>
        <p:spPr>
          <a:xfrm>
            <a:off x="240604" y="239401"/>
            <a:ext cx="11710800" cy="6379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5" tIns="45707" rIns="91415" bIns="45707" rtlCol="0" anchor="ctr"/>
          <a:lstStyle/>
          <a:p>
            <a:pPr algn="ctr" defTabSz="914106"/>
            <a:endParaRPr lang="en-GB" sz="1867">
              <a:solidFill>
                <a:prstClr val="white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11BC3D-310E-4C57-8C3E-0836A08AC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746" y="2732403"/>
            <a:ext cx="10521951" cy="2340280"/>
          </a:xfrm>
        </p:spPr>
        <p:txBody>
          <a:bodyPr anchor="t"/>
          <a:lstStyle>
            <a:lvl1pPr>
              <a:defRPr sz="6667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820B125-6366-4323-A287-39A0472EAB2B}"/>
              </a:ext>
            </a:extLst>
          </p:cNvPr>
          <p:cNvCxnSpPr>
            <a:cxnSpLocks/>
          </p:cNvCxnSpPr>
          <p:nvPr userDrawn="1"/>
        </p:nvCxnSpPr>
        <p:spPr>
          <a:xfrm flipV="1">
            <a:off x="946805" y="6137335"/>
            <a:ext cx="10522889" cy="671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D37BEDD-DE22-453C-BDA6-052325CFC0E3}"/>
              </a:ext>
            </a:extLst>
          </p:cNvPr>
          <p:cNvSpPr txBox="1"/>
          <p:nvPr userDrawn="1"/>
        </p:nvSpPr>
        <p:spPr>
          <a:xfrm>
            <a:off x="7749956" y="6180254"/>
            <a:ext cx="3719733" cy="37586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defTabSz="914106">
              <a:spcBef>
                <a:spcPts val="800"/>
              </a:spcBef>
              <a:defRPr/>
            </a:pPr>
            <a:r>
              <a:rPr lang="en-GB" sz="1600" b="1">
                <a:solidFill>
                  <a:prstClr val="white"/>
                </a:solidFill>
              </a:rPr>
              <a:t>ADNOC ONSHORE</a:t>
            </a:r>
          </a:p>
          <a:p>
            <a:pPr algn="r" defTabSz="914106">
              <a:spcBef>
                <a:spcPts val="800"/>
              </a:spcBef>
            </a:pPr>
            <a:endParaRPr lang="en-GB" sz="1600" b="1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 userDrawn="1"/>
        </p:nvSpPr>
        <p:spPr bwMode="white">
          <a:xfrm>
            <a:off x="10546432" y="4"/>
            <a:ext cx="923259" cy="16275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5" tIns="45707" rIns="91415" bIns="45707" rtlCol="0" anchor="ctr"/>
          <a:lstStyle/>
          <a:p>
            <a:pPr algn="ctr" defTabSz="914106"/>
            <a:endParaRPr lang="en-GB" sz="1867">
              <a:solidFill>
                <a:prstClr val="white"/>
              </a:solidFill>
            </a:endParaRPr>
          </a:p>
        </p:txBody>
      </p:sp>
      <p:grpSp>
        <p:nvGrpSpPr>
          <p:cNvPr id="12" name="Group 11"/>
          <p:cNvGrpSpPr>
            <a:grpSpLocks noChangeAspect="1"/>
          </p:cNvGrpSpPr>
          <p:nvPr userDrawn="1"/>
        </p:nvGrpSpPr>
        <p:grpSpPr>
          <a:xfrm>
            <a:off x="10639084" y="333832"/>
            <a:ext cx="767941" cy="1201995"/>
            <a:chOff x="3986213" y="0"/>
            <a:chExt cx="4381501" cy="6858001"/>
          </a:xfrm>
          <a:solidFill>
            <a:schemeClr val="tx2"/>
          </a:solidFill>
        </p:grpSpPr>
        <p:sp>
          <p:nvSpPr>
            <p:cNvPr id="13" name="Freeform 5"/>
            <p:cNvSpPr>
              <a:spLocks/>
            </p:cNvSpPr>
            <p:nvPr/>
          </p:nvSpPr>
          <p:spPr bwMode="auto">
            <a:xfrm>
              <a:off x="6521451" y="1746250"/>
              <a:ext cx="1846263" cy="2443163"/>
            </a:xfrm>
            <a:custGeom>
              <a:avLst/>
              <a:gdLst>
                <a:gd name="T0" fmla="*/ 113 w 206"/>
                <a:gd name="T1" fmla="*/ 196 h 273"/>
                <a:gd name="T2" fmla="*/ 70 w 206"/>
                <a:gd name="T3" fmla="*/ 273 h 273"/>
                <a:gd name="T4" fmla="*/ 184 w 206"/>
                <a:gd name="T5" fmla="*/ 273 h 273"/>
                <a:gd name="T6" fmla="*/ 0 w 206"/>
                <a:gd name="T7" fmla="*/ 0 h 273"/>
                <a:gd name="T8" fmla="*/ 113 w 206"/>
                <a:gd name="T9" fmla="*/ 196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6" h="273">
                  <a:moveTo>
                    <a:pt x="113" y="196"/>
                  </a:moveTo>
                  <a:cubicBezTo>
                    <a:pt x="106" y="226"/>
                    <a:pt x="91" y="252"/>
                    <a:pt x="70" y="273"/>
                  </a:cubicBezTo>
                  <a:cubicBezTo>
                    <a:pt x="184" y="273"/>
                    <a:pt x="184" y="273"/>
                    <a:pt x="184" y="273"/>
                  </a:cubicBezTo>
                  <a:cubicBezTo>
                    <a:pt x="206" y="154"/>
                    <a:pt x="128" y="28"/>
                    <a:pt x="0" y="0"/>
                  </a:cubicBezTo>
                  <a:cubicBezTo>
                    <a:pt x="26" y="7"/>
                    <a:pt x="138" y="60"/>
                    <a:pt x="113" y="19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14" name="Freeform 6"/>
            <p:cNvSpPr>
              <a:spLocks/>
            </p:cNvSpPr>
            <p:nvPr/>
          </p:nvSpPr>
          <p:spPr bwMode="auto">
            <a:xfrm>
              <a:off x="3986213" y="0"/>
              <a:ext cx="4219575" cy="4189413"/>
            </a:xfrm>
            <a:custGeom>
              <a:avLst/>
              <a:gdLst>
                <a:gd name="T0" fmla="*/ 0 w 471"/>
                <a:gd name="T1" fmla="*/ 0 h 468"/>
                <a:gd name="T2" fmla="*/ 0 w 471"/>
                <a:gd name="T3" fmla="*/ 468 h 468"/>
                <a:gd name="T4" fmla="*/ 50 w 471"/>
                <a:gd name="T5" fmla="*/ 468 h 468"/>
                <a:gd name="T6" fmla="*/ 104 w 471"/>
                <a:gd name="T7" fmla="*/ 466 h 468"/>
                <a:gd name="T8" fmla="*/ 247 w 471"/>
                <a:gd name="T9" fmla="*/ 346 h 468"/>
                <a:gd name="T10" fmla="*/ 161 w 471"/>
                <a:gd name="T11" fmla="*/ 219 h 468"/>
                <a:gd name="T12" fmla="*/ 157 w 471"/>
                <a:gd name="T13" fmla="*/ 218 h 468"/>
                <a:gd name="T14" fmla="*/ 100 w 471"/>
                <a:gd name="T15" fmla="*/ 212 h 468"/>
                <a:gd name="T16" fmla="*/ 92 w 471"/>
                <a:gd name="T17" fmla="*/ 243 h 468"/>
                <a:gd name="T18" fmla="*/ 81 w 471"/>
                <a:gd name="T19" fmla="*/ 165 h 468"/>
                <a:gd name="T20" fmla="*/ 124 w 471"/>
                <a:gd name="T21" fmla="*/ 123 h 468"/>
                <a:gd name="T22" fmla="*/ 124 w 471"/>
                <a:gd name="T23" fmla="*/ 122 h 468"/>
                <a:gd name="T24" fmla="*/ 186 w 471"/>
                <a:gd name="T25" fmla="*/ 78 h 468"/>
                <a:gd name="T26" fmla="*/ 259 w 471"/>
                <a:gd name="T27" fmla="*/ 58 h 468"/>
                <a:gd name="T28" fmla="*/ 471 w 471"/>
                <a:gd name="T29" fmla="*/ 151 h 468"/>
                <a:gd name="T30" fmla="*/ 471 w 471"/>
                <a:gd name="T31" fmla="*/ 0 h 468"/>
                <a:gd name="T32" fmla="*/ 0 w 471"/>
                <a:gd name="T3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71" h="468">
                  <a:moveTo>
                    <a:pt x="0" y="0"/>
                  </a:moveTo>
                  <a:cubicBezTo>
                    <a:pt x="0" y="468"/>
                    <a:pt x="0" y="468"/>
                    <a:pt x="0" y="468"/>
                  </a:cubicBezTo>
                  <a:cubicBezTo>
                    <a:pt x="50" y="468"/>
                    <a:pt x="50" y="468"/>
                    <a:pt x="50" y="468"/>
                  </a:cubicBezTo>
                  <a:cubicBezTo>
                    <a:pt x="80" y="468"/>
                    <a:pt x="87" y="468"/>
                    <a:pt x="104" y="466"/>
                  </a:cubicBezTo>
                  <a:cubicBezTo>
                    <a:pt x="175" y="455"/>
                    <a:pt x="240" y="397"/>
                    <a:pt x="247" y="346"/>
                  </a:cubicBezTo>
                  <a:cubicBezTo>
                    <a:pt x="258" y="285"/>
                    <a:pt x="225" y="232"/>
                    <a:pt x="161" y="219"/>
                  </a:cubicBezTo>
                  <a:cubicBezTo>
                    <a:pt x="160" y="219"/>
                    <a:pt x="159" y="218"/>
                    <a:pt x="157" y="218"/>
                  </a:cubicBezTo>
                  <a:cubicBezTo>
                    <a:pt x="155" y="218"/>
                    <a:pt x="124" y="218"/>
                    <a:pt x="100" y="212"/>
                  </a:cubicBezTo>
                  <a:cubicBezTo>
                    <a:pt x="100" y="212"/>
                    <a:pt x="87" y="223"/>
                    <a:pt x="92" y="243"/>
                  </a:cubicBezTo>
                  <a:cubicBezTo>
                    <a:pt x="92" y="243"/>
                    <a:pt x="61" y="210"/>
                    <a:pt x="81" y="165"/>
                  </a:cubicBezTo>
                  <a:cubicBezTo>
                    <a:pt x="81" y="165"/>
                    <a:pt x="90" y="144"/>
                    <a:pt x="124" y="123"/>
                  </a:cubicBezTo>
                  <a:cubicBezTo>
                    <a:pt x="124" y="123"/>
                    <a:pt x="124" y="122"/>
                    <a:pt x="124" y="122"/>
                  </a:cubicBezTo>
                  <a:cubicBezTo>
                    <a:pt x="133" y="111"/>
                    <a:pt x="155" y="93"/>
                    <a:pt x="186" y="78"/>
                  </a:cubicBezTo>
                  <a:cubicBezTo>
                    <a:pt x="201" y="71"/>
                    <a:pt x="228" y="61"/>
                    <a:pt x="259" y="58"/>
                  </a:cubicBezTo>
                  <a:cubicBezTo>
                    <a:pt x="397" y="45"/>
                    <a:pt x="471" y="151"/>
                    <a:pt x="471" y="151"/>
                  </a:cubicBezTo>
                  <a:cubicBezTo>
                    <a:pt x="471" y="0"/>
                    <a:pt x="471" y="0"/>
                    <a:pt x="471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15" name="Freeform 7"/>
            <p:cNvSpPr>
              <a:spLocks/>
            </p:cNvSpPr>
            <p:nvPr/>
          </p:nvSpPr>
          <p:spPr bwMode="auto">
            <a:xfrm>
              <a:off x="5545138" y="939800"/>
              <a:ext cx="2660650" cy="1011238"/>
            </a:xfrm>
            <a:custGeom>
              <a:avLst/>
              <a:gdLst>
                <a:gd name="T0" fmla="*/ 167 w 297"/>
                <a:gd name="T1" fmla="*/ 9 h 113"/>
                <a:gd name="T2" fmla="*/ 0 w 297"/>
                <a:gd name="T3" fmla="*/ 48 h 113"/>
                <a:gd name="T4" fmla="*/ 33 w 297"/>
                <a:gd name="T5" fmla="*/ 33 h 113"/>
                <a:gd name="T6" fmla="*/ 61 w 297"/>
                <a:gd name="T7" fmla="*/ 60 h 113"/>
                <a:gd name="T8" fmla="*/ 103 w 297"/>
                <a:gd name="T9" fmla="*/ 34 h 113"/>
                <a:gd name="T10" fmla="*/ 103 w 297"/>
                <a:gd name="T11" fmla="*/ 20 h 113"/>
                <a:gd name="T12" fmla="*/ 297 w 297"/>
                <a:gd name="T13" fmla="*/ 113 h 113"/>
                <a:gd name="T14" fmla="*/ 297 w 297"/>
                <a:gd name="T15" fmla="*/ 71 h 113"/>
                <a:gd name="T16" fmla="*/ 167 w 297"/>
                <a:gd name="T17" fmla="*/ 9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7" h="113">
                  <a:moveTo>
                    <a:pt x="167" y="9"/>
                  </a:moveTo>
                  <a:cubicBezTo>
                    <a:pt x="100" y="0"/>
                    <a:pt x="44" y="17"/>
                    <a:pt x="0" y="48"/>
                  </a:cubicBezTo>
                  <a:cubicBezTo>
                    <a:pt x="0" y="48"/>
                    <a:pt x="13" y="40"/>
                    <a:pt x="33" y="33"/>
                  </a:cubicBezTo>
                  <a:cubicBezTo>
                    <a:pt x="36" y="46"/>
                    <a:pt x="47" y="57"/>
                    <a:pt x="61" y="60"/>
                  </a:cubicBezTo>
                  <a:cubicBezTo>
                    <a:pt x="81" y="64"/>
                    <a:pt x="100" y="52"/>
                    <a:pt x="103" y="34"/>
                  </a:cubicBezTo>
                  <a:cubicBezTo>
                    <a:pt x="104" y="30"/>
                    <a:pt x="104" y="25"/>
                    <a:pt x="103" y="20"/>
                  </a:cubicBezTo>
                  <a:cubicBezTo>
                    <a:pt x="230" y="16"/>
                    <a:pt x="297" y="113"/>
                    <a:pt x="297" y="113"/>
                  </a:cubicBezTo>
                  <a:cubicBezTo>
                    <a:pt x="297" y="71"/>
                    <a:pt x="297" y="71"/>
                    <a:pt x="297" y="71"/>
                  </a:cubicBezTo>
                  <a:cubicBezTo>
                    <a:pt x="278" y="52"/>
                    <a:pt x="226" y="15"/>
                    <a:pt x="167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16" name="Freeform 8"/>
            <p:cNvSpPr>
              <a:spLocks noEditPoints="1"/>
            </p:cNvSpPr>
            <p:nvPr/>
          </p:nvSpPr>
          <p:spPr bwMode="auto">
            <a:xfrm>
              <a:off x="3986213" y="6007100"/>
              <a:ext cx="796925" cy="833438"/>
            </a:xfrm>
            <a:custGeom>
              <a:avLst/>
              <a:gdLst>
                <a:gd name="T0" fmla="*/ 310 w 502"/>
                <a:gd name="T1" fmla="*/ 311 h 525"/>
                <a:gd name="T2" fmla="*/ 248 w 502"/>
                <a:gd name="T3" fmla="*/ 124 h 525"/>
                <a:gd name="T4" fmla="*/ 186 w 502"/>
                <a:gd name="T5" fmla="*/ 311 h 525"/>
                <a:gd name="T6" fmla="*/ 310 w 502"/>
                <a:gd name="T7" fmla="*/ 311 h 525"/>
                <a:gd name="T8" fmla="*/ 198 w 502"/>
                <a:gd name="T9" fmla="*/ 0 h 525"/>
                <a:gd name="T10" fmla="*/ 305 w 502"/>
                <a:gd name="T11" fmla="*/ 0 h 525"/>
                <a:gd name="T12" fmla="*/ 502 w 502"/>
                <a:gd name="T13" fmla="*/ 525 h 525"/>
                <a:gd name="T14" fmla="*/ 384 w 502"/>
                <a:gd name="T15" fmla="*/ 525 h 525"/>
                <a:gd name="T16" fmla="*/ 339 w 502"/>
                <a:gd name="T17" fmla="*/ 401 h 525"/>
                <a:gd name="T18" fmla="*/ 158 w 502"/>
                <a:gd name="T19" fmla="*/ 401 h 525"/>
                <a:gd name="T20" fmla="*/ 113 w 502"/>
                <a:gd name="T21" fmla="*/ 525 h 525"/>
                <a:gd name="T22" fmla="*/ 0 w 502"/>
                <a:gd name="T23" fmla="*/ 525 h 525"/>
                <a:gd name="T24" fmla="*/ 198 w 502"/>
                <a:gd name="T25" fmla="*/ 0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02" h="525">
                  <a:moveTo>
                    <a:pt x="310" y="311"/>
                  </a:moveTo>
                  <a:lnTo>
                    <a:pt x="248" y="124"/>
                  </a:lnTo>
                  <a:lnTo>
                    <a:pt x="186" y="311"/>
                  </a:lnTo>
                  <a:lnTo>
                    <a:pt x="310" y="311"/>
                  </a:lnTo>
                  <a:close/>
                  <a:moveTo>
                    <a:pt x="198" y="0"/>
                  </a:moveTo>
                  <a:lnTo>
                    <a:pt x="305" y="0"/>
                  </a:lnTo>
                  <a:lnTo>
                    <a:pt x="502" y="525"/>
                  </a:lnTo>
                  <a:lnTo>
                    <a:pt x="384" y="525"/>
                  </a:lnTo>
                  <a:lnTo>
                    <a:pt x="339" y="401"/>
                  </a:lnTo>
                  <a:lnTo>
                    <a:pt x="158" y="401"/>
                  </a:lnTo>
                  <a:lnTo>
                    <a:pt x="113" y="525"/>
                  </a:lnTo>
                  <a:lnTo>
                    <a:pt x="0" y="525"/>
                  </a:lnTo>
                  <a:lnTo>
                    <a:pt x="19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17" name="Freeform 9"/>
            <p:cNvSpPr>
              <a:spLocks noEditPoints="1"/>
            </p:cNvSpPr>
            <p:nvPr/>
          </p:nvSpPr>
          <p:spPr bwMode="auto">
            <a:xfrm>
              <a:off x="4881563" y="6007100"/>
              <a:ext cx="717550" cy="833438"/>
            </a:xfrm>
            <a:custGeom>
              <a:avLst/>
              <a:gdLst>
                <a:gd name="T0" fmla="*/ 32 w 80"/>
                <a:gd name="T1" fmla="*/ 76 h 93"/>
                <a:gd name="T2" fmla="*/ 45 w 80"/>
                <a:gd name="T3" fmla="*/ 74 h 93"/>
                <a:gd name="T4" fmla="*/ 53 w 80"/>
                <a:gd name="T5" fmla="*/ 68 h 93"/>
                <a:gd name="T6" fmla="*/ 58 w 80"/>
                <a:gd name="T7" fmla="*/ 58 h 93"/>
                <a:gd name="T8" fmla="*/ 60 w 80"/>
                <a:gd name="T9" fmla="*/ 46 h 93"/>
                <a:gd name="T10" fmla="*/ 59 w 80"/>
                <a:gd name="T11" fmla="*/ 34 h 93"/>
                <a:gd name="T12" fmla="*/ 54 w 80"/>
                <a:gd name="T13" fmla="*/ 24 h 93"/>
                <a:gd name="T14" fmla="*/ 46 w 80"/>
                <a:gd name="T15" fmla="*/ 18 h 93"/>
                <a:gd name="T16" fmla="*/ 35 w 80"/>
                <a:gd name="T17" fmla="*/ 16 h 93"/>
                <a:gd name="T18" fmla="*/ 19 w 80"/>
                <a:gd name="T19" fmla="*/ 16 h 93"/>
                <a:gd name="T20" fmla="*/ 19 w 80"/>
                <a:gd name="T21" fmla="*/ 76 h 93"/>
                <a:gd name="T22" fmla="*/ 32 w 80"/>
                <a:gd name="T23" fmla="*/ 76 h 93"/>
                <a:gd name="T24" fmla="*/ 0 w 80"/>
                <a:gd name="T25" fmla="*/ 0 h 93"/>
                <a:gd name="T26" fmla="*/ 35 w 80"/>
                <a:gd name="T27" fmla="*/ 0 h 93"/>
                <a:gd name="T28" fmla="*/ 68 w 80"/>
                <a:gd name="T29" fmla="*/ 11 h 93"/>
                <a:gd name="T30" fmla="*/ 80 w 80"/>
                <a:gd name="T31" fmla="*/ 46 h 93"/>
                <a:gd name="T32" fmla="*/ 77 w 80"/>
                <a:gd name="T33" fmla="*/ 66 h 93"/>
                <a:gd name="T34" fmla="*/ 67 w 80"/>
                <a:gd name="T35" fmla="*/ 81 h 93"/>
                <a:gd name="T36" fmla="*/ 52 w 80"/>
                <a:gd name="T37" fmla="*/ 90 h 93"/>
                <a:gd name="T38" fmla="*/ 31 w 80"/>
                <a:gd name="T39" fmla="*/ 93 h 93"/>
                <a:gd name="T40" fmla="*/ 0 w 80"/>
                <a:gd name="T41" fmla="*/ 93 h 93"/>
                <a:gd name="T42" fmla="*/ 0 w 80"/>
                <a:gd name="T43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0" h="93">
                  <a:moveTo>
                    <a:pt x="32" y="76"/>
                  </a:moveTo>
                  <a:cubicBezTo>
                    <a:pt x="37" y="76"/>
                    <a:pt x="41" y="76"/>
                    <a:pt x="45" y="74"/>
                  </a:cubicBezTo>
                  <a:cubicBezTo>
                    <a:pt x="48" y="73"/>
                    <a:pt x="51" y="71"/>
                    <a:pt x="53" y="68"/>
                  </a:cubicBezTo>
                  <a:cubicBezTo>
                    <a:pt x="56" y="65"/>
                    <a:pt x="57" y="62"/>
                    <a:pt x="58" y="58"/>
                  </a:cubicBezTo>
                  <a:cubicBezTo>
                    <a:pt x="59" y="55"/>
                    <a:pt x="60" y="51"/>
                    <a:pt x="60" y="46"/>
                  </a:cubicBezTo>
                  <a:cubicBezTo>
                    <a:pt x="60" y="41"/>
                    <a:pt x="59" y="37"/>
                    <a:pt x="59" y="34"/>
                  </a:cubicBezTo>
                  <a:cubicBezTo>
                    <a:pt x="58" y="30"/>
                    <a:pt x="56" y="27"/>
                    <a:pt x="54" y="24"/>
                  </a:cubicBezTo>
                  <a:cubicBezTo>
                    <a:pt x="52" y="22"/>
                    <a:pt x="50" y="20"/>
                    <a:pt x="46" y="18"/>
                  </a:cubicBezTo>
                  <a:cubicBezTo>
                    <a:pt x="43" y="17"/>
                    <a:pt x="39" y="16"/>
                    <a:pt x="35" y="16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19" y="76"/>
                    <a:pt x="19" y="76"/>
                    <a:pt x="19" y="76"/>
                  </a:cubicBezTo>
                  <a:lnTo>
                    <a:pt x="32" y="76"/>
                  </a:lnTo>
                  <a:close/>
                  <a:moveTo>
                    <a:pt x="0" y="0"/>
                  </a:moveTo>
                  <a:cubicBezTo>
                    <a:pt x="35" y="0"/>
                    <a:pt x="35" y="0"/>
                    <a:pt x="35" y="0"/>
                  </a:cubicBezTo>
                  <a:cubicBezTo>
                    <a:pt x="49" y="0"/>
                    <a:pt x="60" y="4"/>
                    <a:pt x="68" y="11"/>
                  </a:cubicBezTo>
                  <a:cubicBezTo>
                    <a:pt x="76" y="19"/>
                    <a:pt x="80" y="31"/>
                    <a:pt x="80" y="46"/>
                  </a:cubicBezTo>
                  <a:cubicBezTo>
                    <a:pt x="80" y="54"/>
                    <a:pt x="79" y="60"/>
                    <a:pt x="77" y="66"/>
                  </a:cubicBezTo>
                  <a:cubicBezTo>
                    <a:pt x="74" y="72"/>
                    <a:pt x="71" y="77"/>
                    <a:pt x="67" y="81"/>
                  </a:cubicBezTo>
                  <a:cubicBezTo>
                    <a:pt x="63" y="85"/>
                    <a:pt x="58" y="88"/>
                    <a:pt x="52" y="90"/>
                  </a:cubicBezTo>
                  <a:cubicBezTo>
                    <a:pt x="46" y="92"/>
                    <a:pt x="39" y="93"/>
                    <a:pt x="31" y="93"/>
                  </a:cubicBezTo>
                  <a:cubicBezTo>
                    <a:pt x="0" y="93"/>
                    <a:pt x="0" y="93"/>
                    <a:pt x="0" y="93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18" name="Freeform 10"/>
            <p:cNvSpPr>
              <a:spLocks/>
            </p:cNvSpPr>
            <p:nvPr/>
          </p:nvSpPr>
          <p:spPr bwMode="auto">
            <a:xfrm>
              <a:off x="5734051" y="6007100"/>
              <a:ext cx="671513" cy="833438"/>
            </a:xfrm>
            <a:custGeom>
              <a:avLst/>
              <a:gdLst>
                <a:gd name="T0" fmla="*/ 0 w 423"/>
                <a:gd name="T1" fmla="*/ 0 h 525"/>
                <a:gd name="T2" fmla="*/ 101 w 423"/>
                <a:gd name="T3" fmla="*/ 0 h 525"/>
                <a:gd name="T4" fmla="*/ 316 w 423"/>
                <a:gd name="T5" fmla="*/ 344 h 525"/>
                <a:gd name="T6" fmla="*/ 316 w 423"/>
                <a:gd name="T7" fmla="*/ 0 h 525"/>
                <a:gd name="T8" fmla="*/ 423 w 423"/>
                <a:gd name="T9" fmla="*/ 0 h 525"/>
                <a:gd name="T10" fmla="*/ 423 w 423"/>
                <a:gd name="T11" fmla="*/ 525 h 525"/>
                <a:gd name="T12" fmla="*/ 327 w 423"/>
                <a:gd name="T13" fmla="*/ 525 h 525"/>
                <a:gd name="T14" fmla="*/ 107 w 423"/>
                <a:gd name="T15" fmla="*/ 181 h 525"/>
                <a:gd name="T16" fmla="*/ 107 w 423"/>
                <a:gd name="T17" fmla="*/ 525 h 525"/>
                <a:gd name="T18" fmla="*/ 0 w 423"/>
                <a:gd name="T19" fmla="*/ 525 h 525"/>
                <a:gd name="T20" fmla="*/ 0 w 423"/>
                <a:gd name="T21" fmla="*/ 0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23" h="525">
                  <a:moveTo>
                    <a:pt x="0" y="0"/>
                  </a:moveTo>
                  <a:lnTo>
                    <a:pt x="101" y="0"/>
                  </a:lnTo>
                  <a:lnTo>
                    <a:pt x="316" y="344"/>
                  </a:lnTo>
                  <a:lnTo>
                    <a:pt x="316" y="0"/>
                  </a:lnTo>
                  <a:lnTo>
                    <a:pt x="423" y="0"/>
                  </a:lnTo>
                  <a:lnTo>
                    <a:pt x="423" y="525"/>
                  </a:lnTo>
                  <a:lnTo>
                    <a:pt x="327" y="525"/>
                  </a:lnTo>
                  <a:lnTo>
                    <a:pt x="107" y="181"/>
                  </a:lnTo>
                  <a:lnTo>
                    <a:pt x="107" y="525"/>
                  </a:lnTo>
                  <a:lnTo>
                    <a:pt x="0" y="52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19" name="Freeform 11"/>
            <p:cNvSpPr>
              <a:spLocks noEditPoints="1"/>
            </p:cNvSpPr>
            <p:nvPr/>
          </p:nvSpPr>
          <p:spPr bwMode="auto">
            <a:xfrm>
              <a:off x="6548438" y="5980113"/>
              <a:ext cx="796925" cy="877888"/>
            </a:xfrm>
            <a:custGeom>
              <a:avLst/>
              <a:gdLst>
                <a:gd name="T0" fmla="*/ 45 w 89"/>
                <a:gd name="T1" fmla="*/ 82 h 98"/>
                <a:gd name="T2" fmla="*/ 63 w 89"/>
                <a:gd name="T3" fmla="*/ 73 h 98"/>
                <a:gd name="T4" fmla="*/ 69 w 89"/>
                <a:gd name="T5" fmla="*/ 49 h 98"/>
                <a:gd name="T6" fmla="*/ 63 w 89"/>
                <a:gd name="T7" fmla="*/ 26 h 98"/>
                <a:gd name="T8" fmla="*/ 45 w 89"/>
                <a:gd name="T9" fmla="*/ 17 h 98"/>
                <a:gd name="T10" fmla="*/ 26 w 89"/>
                <a:gd name="T11" fmla="*/ 26 h 98"/>
                <a:gd name="T12" fmla="*/ 20 w 89"/>
                <a:gd name="T13" fmla="*/ 49 h 98"/>
                <a:gd name="T14" fmla="*/ 26 w 89"/>
                <a:gd name="T15" fmla="*/ 73 h 98"/>
                <a:gd name="T16" fmla="*/ 45 w 89"/>
                <a:gd name="T17" fmla="*/ 82 h 98"/>
                <a:gd name="T18" fmla="*/ 45 w 89"/>
                <a:gd name="T19" fmla="*/ 98 h 98"/>
                <a:gd name="T20" fmla="*/ 26 w 89"/>
                <a:gd name="T21" fmla="*/ 95 h 98"/>
                <a:gd name="T22" fmla="*/ 12 w 89"/>
                <a:gd name="T23" fmla="*/ 85 h 98"/>
                <a:gd name="T24" fmla="*/ 3 w 89"/>
                <a:gd name="T25" fmla="*/ 70 h 98"/>
                <a:gd name="T26" fmla="*/ 0 w 89"/>
                <a:gd name="T27" fmla="*/ 49 h 98"/>
                <a:gd name="T28" fmla="*/ 3 w 89"/>
                <a:gd name="T29" fmla="*/ 29 h 98"/>
                <a:gd name="T30" fmla="*/ 12 w 89"/>
                <a:gd name="T31" fmla="*/ 14 h 98"/>
                <a:gd name="T32" fmla="*/ 26 w 89"/>
                <a:gd name="T33" fmla="*/ 4 h 98"/>
                <a:gd name="T34" fmla="*/ 45 w 89"/>
                <a:gd name="T35" fmla="*/ 0 h 98"/>
                <a:gd name="T36" fmla="*/ 63 w 89"/>
                <a:gd name="T37" fmla="*/ 4 h 98"/>
                <a:gd name="T38" fmla="*/ 77 w 89"/>
                <a:gd name="T39" fmla="*/ 14 h 98"/>
                <a:gd name="T40" fmla="*/ 86 w 89"/>
                <a:gd name="T41" fmla="*/ 29 h 98"/>
                <a:gd name="T42" fmla="*/ 89 w 89"/>
                <a:gd name="T43" fmla="*/ 49 h 98"/>
                <a:gd name="T44" fmla="*/ 86 w 89"/>
                <a:gd name="T45" fmla="*/ 70 h 98"/>
                <a:gd name="T46" fmla="*/ 77 w 89"/>
                <a:gd name="T47" fmla="*/ 85 h 98"/>
                <a:gd name="T48" fmla="*/ 63 w 89"/>
                <a:gd name="T49" fmla="*/ 95 h 98"/>
                <a:gd name="T50" fmla="*/ 45 w 89"/>
                <a:gd name="T51" fmla="*/ 9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9" h="98">
                  <a:moveTo>
                    <a:pt x="45" y="82"/>
                  </a:moveTo>
                  <a:cubicBezTo>
                    <a:pt x="53" y="82"/>
                    <a:pt x="59" y="79"/>
                    <a:pt x="63" y="73"/>
                  </a:cubicBezTo>
                  <a:cubicBezTo>
                    <a:pt x="67" y="68"/>
                    <a:pt x="69" y="60"/>
                    <a:pt x="69" y="49"/>
                  </a:cubicBezTo>
                  <a:cubicBezTo>
                    <a:pt x="69" y="39"/>
                    <a:pt x="67" y="31"/>
                    <a:pt x="63" y="26"/>
                  </a:cubicBezTo>
                  <a:cubicBezTo>
                    <a:pt x="59" y="20"/>
                    <a:pt x="53" y="17"/>
                    <a:pt x="45" y="17"/>
                  </a:cubicBezTo>
                  <a:cubicBezTo>
                    <a:pt x="36" y="17"/>
                    <a:pt x="30" y="20"/>
                    <a:pt x="26" y="26"/>
                  </a:cubicBezTo>
                  <a:cubicBezTo>
                    <a:pt x="22" y="31"/>
                    <a:pt x="20" y="39"/>
                    <a:pt x="20" y="49"/>
                  </a:cubicBezTo>
                  <a:cubicBezTo>
                    <a:pt x="20" y="60"/>
                    <a:pt x="22" y="68"/>
                    <a:pt x="26" y="73"/>
                  </a:cubicBezTo>
                  <a:cubicBezTo>
                    <a:pt x="30" y="79"/>
                    <a:pt x="36" y="82"/>
                    <a:pt x="45" y="82"/>
                  </a:cubicBezTo>
                  <a:moveTo>
                    <a:pt x="45" y="98"/>
                  </a:moveTo>
                  <a:cubicBezTo>
                    <a:pt x="38" y="98"/>
                    <a:pt x="31" y="97"/>
                    <a:pt x="26" y="95"/>
                  </a:cubicBezTo>
                  <a:cubicBezTo>
                    <a:pt x="21" y="93"/>
                    <a:pt x="16" y="89"/>
                    <a:pt x="12" y="85"/>
                  </a:cubicBezTo>
                  <a:cubicBezTo>
                    <a:pt x="8" y="81"/>
                    <a:pt x="5" y="76"/>
                    <a:pt x="3" y="70"/>
                  </a:cubicBezTo>
                  <a:cubicBezTo>
                    <a:pt x="1" y="64"/>
                    <a:pt x="0" y="57"/>
                    <a:pt x="0" y="49"/>
                  </a:cubicBezTo>
                  <a:cubicBezTo>
                    <a:pt x="0" y="42"/>
                    <a:pt x="1" y="35"/>
                    <a:pt x="3" y="29"/>
                  </a:cubicBezTo>
                  <a:cubicBezTo>
                    <a:pt x="5" y="23"/>
                    <a:pt x="8" y="18"/>
                    <a:pt x="12" y="14"/>
                  </a:cubicBezTo>
                  <a:cubicBezTo>
                    <a:pt x="16" y="9"/>
                    <a:pt x="21" y="6"/>
                    <a:pt x="26" y="4"/>
                  </a:cubicBezTo>
                  <a:cubicBezTo>
                    <a:pt x="32" y="2"/>
                    <a:pt x="38" y="0"/>
                    <a:pt x="45" y="0"/>
                  </a:cubicBezTo>
                  <a:cubicBezTo>
                    <a:pt x="52" y="0"/>
                    <a:pt x="58" y="2"/>
                    <a:pt x="63" y="4"/>
                  </a:cubicBezTo>
                  <a:cubicBezTo>
                    <a:pt x="69" y="6"/>
                    <a:pt x="73" y="9"/>
                    <a:pt x="77" y="14"/>
                  </a:cubicBezTo>
                  <a:cubicBezTo>
                    <a:pt x="81" y="18"/>
                    <a:pt x="84" y="23"/>
                    <a:pt x="86" y="29"/>
                  </a:cubicBezTo>
                  <a:cubicBezTo>
                    <a:pt x="88" y="35"/>
                    <a:pt x="89" y="42"/>
                    <a:pt x="89" y="49"/>
                  </a:cubicBezTo>
                  <a:cubicBezTo>
                    <a:pt x="89" y="57"/>
                    <a:pt x="88" y="64"/>
                    <a:pt x="86" y="70"/>
                  </a:cubicBezTo>
                  <a:cubicBezTo>
                    <a:pt x="84" y="76"/>
                    <a:pt x="81" y="81"/>
                    <a:pt x="77" y="85"/>
                  </a:cubicBezTo>
                  <a:cubicBezTo>
                    <a:pt x="74" y="89"/>
                    <a:pt x="69" y="93"/>
                    <a:pt x="63" y="95"/>
                  </a:cubicBezTo>
                  <a:cubicBezTo>
                    <a:pt x="58" y="97"/>
                    <a:pt x="52" y="98"/>
                    <a:pt x="45" y="9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20" name="Freeform 12"/>
            <p:cNvSpPr>
              <a:spLocks/>
            </p:cNvSpPr>
            <p:nvPr/>
          </p:nvSpPr>
          <p:spPr bwMode="auto">
            <a:xfrm>
              <a:off x="7453313" y="5980113"/>
              <a:ext cx="742950" cy="877888"/>
            </a:xfrm>
            <a:custGeom>
              <a:avLst/>
              <a:gdLst>
                <a:gd name="T0" fmla="*/ 83 w 83"/>
                <a:gd name="T1" fmla="*/ 64 h 98"/>
                <a:gd name="T2" fmla="*/ 79 w 83"/>
                <a:gd name="T3" fmla="*/ 77 h 98"/>
                <a:gd name="T4" fmla="*/ 71 w 83"/>
                <a:gd name="T5" fmla="*/ 88 h 98"/>
                <a:gd name="T6" fmla="*/ 59 w 83"/>
                <a:gd name="T7" fmla="*/ 96 h 98"/>
                <a:gd name="T8" fmla="*/ 43 w 83"/>
                <a:gd name="T9" fmla="*/ 98 h 98"/>
                <a:gd name="T10" fmla="*/ 24 w 83"/>
                <a:gd name="T11" fmla="*/ 95 h 98"/>
                <a:gd name="T12" fmla="*/ 11 w 83"/>
                <a:gd name="T13" fmla="*/ 85 h 98"/>
                <a:gd name="T14" fmla="*/ 3 w 83"/>
                <a:gd name="T15" fmla="*/ 69 h 98"/>
                <a:gd name="T16" fmla="*/ 0 w 83"/>
                <a:gd name="T17" fmla="*/ 49 h 98"/>
                <a:gd name="T18" fmla="*/ 3 w 83"/>
                <a:gd name="T19" fmla="*/ 29 h 98"/>
                <a:gd name="T20" fmla="*/ 12 w 83"/>
                <a:gd name="T21" fmla="*/ 14 h 98"/>
                <a:gd name="T22" fmla="*/ 25 w 83"/>
                <a:gd name="T23" fmla="*/ 4 h 98"/>
                <a:gd name="T24" fmla="*/ 43 w 83"/>
                <a:gd name="T25" fmla="*/ 0 h 98"/>
                <a:gd name="T26" fmla="*/ 59 w 83"/>
                <a:gd name="T27" fmla="*/ 3 h 98"/>
                <a:gd name="T28" fmla="*/ 70 w 83"/>
                <a:gd name="T29" fmla="*/ 9 h 98"/>
                <a:gd name="T30" fmla="*/ 77 w 83"/>
                <a:gd name="T31" fmla="*/ 19 h 98"/>
                <a:gd name="T32" fmla="*/ 81 w 83"/>
                <a:gd name="T33" fmla="*/ 32 h 98"/>
                <a:gd name="T34" fmla="*/ 62 w 83"/>
                <a:gd name="T35" fmla="*/ 35 h 98"/>
                <a:gd name="T36" fmla="*/ 56 w 83"/>
                <a:gd name="T37" fmla="*/ 22 h 98"/>
                <a:gd name="T38" fmla="*/ 43 w 83"/>
                <a:gd name="T39" fmla="*/ 17 h 98"/>
                <a:gd name="T40" fmla="*/ 26 w 83"/>
                <a:gd name="T41" fmla="*/ 26 h 98"/>
                <a:gd name="T42" fmla="*/ 20 w 83"/>
                <a:gd name="T43" fmla="*/ 49 h 98"/>
                <a:gd name="T44" fmla="*/ 27 w 83"/>
                <a:gd name="T45" fmla="*/ 73 h 98"/>
                <a:gd name="T46" fmla="*/ 43 w 83"/>
                <a:gd name="T47" fmla="*/ 82 h 98"/>
                <a:gd name="T48" fmla="*/ 56 w 83"/>
                <a:gd name="T49" fmla="*/ 77 h 98"/>
                <a:gd name="T50" fmla="*/ 62 w 83"/>
                <a:gd name="T51" fmla="*/ 64 h 98"/>
                <a:gd name="T52" fmla="*/ 83 w 83"/>
                <a:gd name="T53" fmla="*/ 64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3" h="98">
                  <a:moveTo>
                    <a:pt x="83" y="64"/>
                  </a:moveTo>
                  <a:cubicBezTo>
                    <a:pt x="82" y="69"/>
                    <a:pt x="81" y="73"/>
                    <a:pt x="79" y="77"/>
                  </a:cubicBezTo>
                  <a:cubicBezTo>
                    <a:pt x="77" y="82"/>
                    <a:pt x="75" y="85"/>
                    <a:pt x="71" y="88"/>
                  </a:cubicBezTo>
                  <a:cubicBezTo>
                    <a:pt x="68" y="91"/>
                    <a:pt x="64" y="94"/>
                    <a:pt x="59" y="96"/>
                  </a:cubicBezTo>
                  <a:cubicBezTo>
                    <a:pt x="55" y="97"/>
                    <a:pt x="49" y="98"/>
                    <a:pt x="43" y="98"/>
                  </a:cubicBezTo>
                  <a:cubicBezTo>
                    <a:pt x="36" y="98"/>
                    <a:pt x="30" y="97"/>
                    <a:pt x="24" y="95"/>
                  </a:cubicBezTo>
                  <a:cubicBezTo>
                    <a:pt x="19" y="92"/>
                    <a:pt x="15" y="89"/>
                    <a:pt x="11" y="85"/>
                  </a:cubicBezTo>
                  <a:cubicBezTo>
                    <a:pt x="7" y="81"/>
                    <a:pt x="5" y="75"/>
                    <a:pt x="3" y="69"/>
                  </a:cubicBezTo>
                  <a:cubicBezTo>
                    <a:pt x="1" y="63"/>
                    <a:pt x="0" y="57"/>
                    <a:pt x="0" y="49"/>
                  </a:cubicBezTo>
                  <a:cubicBezTo>
                    <a:pt x="0" y="42"/>
                    <a:pt x="1" y="35"/>
                    <a:pt x="3" y="29"/>
                  </a:cubicBezTo>
                  <a:cubicBezTo>
                    <a:pt x="5" y="23"/>
                    <a:pt x="8" y="18"/>
                    <a:pt x="12" y="14"/>
                  </a:cubicBezTo>
                  <a:cubicBezTo>
                    <a:pt x="15" y="9"/>
                    <a:pt x="20" y="6"/>
                    <a:pt x="25" y="4"/>
                  </a:cubicBezTo>
                  <a:cubicBezTo>
                    <a:pt x="31" y="2"/>
                    <a:pt x="37" y="0"/>
                    <a:pt x="43" y="0"/>
                  </a:cubicBezTo>
                  <a:cubicBezTo>
                    <a:pt x="49" y="0"/>
                    <a:pt x="54" y="1"/>
                    <a:pt x="59" y="3"/>
                  </a:cubicBezTo>
                  <a:cubicBezTo>
                    <a:pt x="63" y="4"/>
                    <a:pt x="67" y="6"/>
                    <a:pt x="70" y="9"/>
                  </a:cubicBezTo>
                  <a:cubicBezTo>
                    <a:pt x="73" y="12"/>
                    <a:pt x="75" y="15"/>
                    <a:pt x="77" y="19"/>
                  </a:cubicBezTo>
                  <a:cubicBezTo>
                    <a:pt x="79" y="23"/>
                    <a:pt x="80" y="27"/>
                    <a:pt x="81" y="32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1" y="29"/>
                    <a:pt x="59" y="25"/>
                    <a:pt x="56" y="22"/>
                  </a:cubicBezTo>
                  <a:cubicBezTo>
                    <a:pt x="53" y="19"/>
                    <a:pt x="49" y="17"/>
                    <a:pt x="43" y="17"/>
                  </a:cubicBezTo>
                  <a:cubicBezTo>
                    <a:pt x="36" y="17"/>
                    <a:pt x="30" y="20"/>
                    <a:pt x="26" y="26"/>
                  </a:cubicBezTo>
                  <a:cubicBezTo>
                    <a:pt x="22" y="31"/>
                    <a:pt x="20" y="39"/>
                    <a:pt x="20" y="49"/>
                  </a:cubicBezTo>
                  <a:cubicBezTo>
                    <a:pt x="20" y="60"/>
                    <a:pt x="23" y="68"/>
                    <a:pt x="27" y="73"/>
                  </a:cubicBezTo>
                  <a:cubicBezTo>
                    <a:pt x="31" y="79"/>
                    <a:pt x="36" y="82"/>
                    <a:pt x="43" y="82"/>
                  </a:cubicBezTo>
                  <a:cubicBezTo>
                    <a:pt x="49" y="82"/>
                    <a:pt x="54" y="80"/>
                    <a:pt x="56" y="77"/>
                  </a:cubicBezTo>
                  <a:cubicBezTo>
                    <a:pt x="59" y="74"/>
                    <a:pt x="61" y="69"/>
                    <a:pt x="62" y="64"/>
                  </a:cubicBezTo>
                  <a:lnTo>
                    <a:pt x="83" y="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21" name="Freeform 13"/>
            <p:cNvSpPr>
              <a:spLocks noEditPoints="1"/>
            </p:cNvSpPr>
            <p:nvPr/>
          </p:nvSpPr>
          <p:spPr bwMode="auto">
            <a:xfrm>
              <a:off x="3986213" y="4735513"/>
              <a:ext cx="1066800" cy="887413"/>
            </a:xfrm>
            <a:custGeom>
              <a:avLst/>
              <a:gdLst>
                <a:gd name="T0" fmla="*/ 82 w 119"/>
                <a:gd name="T1" fmla="*/ 40 h 99"/>
                <a:gd name="T2" fmla="*/ 82 w 119"/>
                <a:gd name="T3" fmla="*/ 47 h 99"/>
                <a:gd name="T4" fmla="*/ 57 w 119"/>
                <a:gd name="T5" fmla="*/ 47 h 99"/>
                <a:gd name="T6" fmla="*/ 57 w 119"/>
                <a:gd name="T7" fmla="*/ 40 h 99"/>
                <a:gd name="T8" fmla="*/ 60 w 119"/>
                <a:gd name="T9" fmla="*/ 40 h 99"/>
                <a:gd name="T10" fmla="*/ 60 w 119"/>
                <a:gd name="T11" fmla="*/ 36 h 99"/>
                <a:gd name="T12" fmla="*/ 63 w 119"/>
                <a:gd name="T13" fmla="*/ 28 h 99"/>
                <a:gd name="T14" fmla="*/ 71 w 119"/>
                <a:gd name="T15" fmla="*/ 25 h 99"/>
                <a:gd name="T16" fmla="*/ 78 w 119"/>
                <a:gd name="T17" fmla="*/ 28 h 99"/>
                <a:gd name="T18" fmla="*/ 81 w 119"/>
                <a:gd name="T19" fmla="*/ 35 h 99"/>
                <a:gd name="T20" fmla="*/ 75 w 119"/>
                <a:gd name="T21" fmla="*/ 36 h 99"/>
                <a:gd name="T22" fmla="*/ 74 w 119"/>
                <a:gd name="T23" fmla="*/ 32 h 99"/>
                <a:gd name="T24" fmla="*/ 71 w 119"/>
                <a:gd name="T25" fmla="*/ 32 h 99"/>
                <a:gd name="T26" fmla="*/ 67 w 119"/>
                <a:gd name="T27" fmla="*/ 36 h 99"/>
                <a:gd name="T28" fmla="*/ 67 w 119"/>
                <a:gd name="T29" fmla="*/ 40 h 99"/>
                <a:gd name="T30" fmla="*/ 82 w 119"/>
                <a:gd name="T31" fmla="*/ 40 h 99"/>
                <a:gd name="T32" fmla="*/ 100 w 119"/>
                <a:gd name="T33" fmla="*/ 82 h 99"/>
                <a:gd name="T34" fmla="*/ 100 w 119"/>
                <a:gd name="T35" fmla="*/ 0 h 99"/>
                <a:gd name="T36" fmla="*/ 119 w 119"/>
                <a:gd name="T37" fmla="*/ 0 h 99"/>
                <a:gd name="T38" fmla="*/ 119 w 119"/>
                <a:gd name="T39" fmla="*/ 99 h 99"/>
                <a:gd name="T40" fmla="*/ 38 w 119"/>
                <a:gd name="T41" fmla="*/ 99 h 99"/>
                <a:gd name="T42" fmla="*/ 10 w 119"/>
                <a:gd name="T43" fmla="*/ 91 h 99"/>
                <a:gd name="T44" fmla="*/ 0 w 119"/>
                <a:gd name="T45" fmla="*/ 65 h 99"/>
                <a:gd name="T46" fmla="*/ 4 w 119"/>
                <a:gd name="T47" fmla="*/ 49 h 99"/>
                <a:gd name="T48" fmla="*/ 16 w 119"/>
                <a:gd name="T49" fmla="*/ 37 h 99"/>
                <a:gd name="T50" fmla="*/ 34 w 119"/>
                <a:gd name="T51" fmla="*/ 33 h 99"/>
                <a:gd name="T52" fmla="*/ 36 w 119"/>
                <a:gd name="T53" fmla="*/ 49 h 99"/>
                <a:gd name="T54" fmla="*/ 23 w 119"/>
                <a:gd name="T55" fmla="*/ 54 h 99"/>
                <a:gd name="T56" fmla="*/ 19 w 119"/>
                <a:gd name="T57" fmla="*/ 65 h 99"/>
                <a:gd name="T58" fmla="*/ 23 w 119"/>
                <a:gd name="T59" fmla="*/ 78 h 99"/>
                <a:gd name="T60" fmla="*/ 38 w 119"/>
                <a:gd name="T61" fmla="*/ 82 h 99"/>
                <a:gd name="T62" fmla="*/ 100 w 119"/>
                <a:gd name="T63" fmla="*/ 82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19" h="99">
                  <a:moveTo>
                    <a:pt x="82" y="40"/>
                  </a:moveTo>
                  <a:cubicBezTo>
                    <a:pt x="82" y="47"/>
                    <a:pt x="82" y="47"/>
                    <a:pt x="82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60" y="33"/>
                    <a:pt x="61" y="30"/>
                    <a:pt x="63" y="28"/>
                  </a:cubicBezTo>
                  <a:cubicBezTo>
                    <a:pt x="65" y="26"/>
                    <a:pt x="67" y="25"/>
                    <a:pt x="71" y="25"/>
                  </a:cubicBezTo>
                  <a:cubicBezTo>
                    <a:pt x="74" y="25"/>
                    <a:pt x="77" y="26"/>
                    <a:pt x="78" y="28"/>
                  </a:cubicBezTo>
                  <a:cubicBezTo>
                    <a:pt x="80" y="29"/>
                    <a:pt x="81" y="31"/>
                    <a:pt x="81" y="35"/>
                  </a:cubicBezTo>
                  <a:cubicBezTo>
                    <a:pt x="75" y="36"/>
                    <a:pt x="75" y="36"/>
                    <a:pt x="75" y="36"/>
                  </a:cubicBezTo>
                  <a:cubicBezTo>
                    <a:pt x="75" y="34"/>
                    <a:pt x="75" y="33"/>
                    <a:pt x="74" y="32"/>
                  </a:cubicBezTo>
                  <a:cubicBezTo>
                    <a:pt x="74" y="32"/>
                    <a:pt x="73" y="32"/>
                    <a:pt x="71" y="32"/>
                  </a:cubicBezTo>
                  <a:cubicBezTo>
                    <a:pt x="68" y="32"/>
                    <a:pt x="67" y="33"/>
                    <a:pt x="67" y="36"/>
                  </a:cubicBezTo>
                  <a:cubicBezTo>
                    <a:pt x="67" y="40"/>
                    <a:pt x="67" y="40"/>
                    <a:pt x="67" y="40"/>
                  </a:cubicBezTo>
                  <a:lnTo>
                    <a:pt x="82" y="40"/>
                  </a:lnTo>
                  <a:close/>
                  <a:moveTo>
                    <a:pt x="100" y="82"/>
                  </a:moveTo>
                  <a:cubicBezTo>
                    <a:pt x="100" y="0"/>
                    <a:pt x="100" y="0"/>
                    <a:pt x="100" y="0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99"/>
                    <a:pt x="119" y="99"/>
                    <a:pt x="119" y="99"/>
                  </a:cubicBezTo>
                  <a:cubicBezTo>
                    <a:pt x="38" y="99"/>
                    <a:pt x="38" y="99"/>
                    <a:pt x="38" y="99"/>
                  </a:cubicBezTo>
                  <a:cubicBezTo>
                    <a:pt x="25" y="99"/>
                    <a:pt x="16" y="96"/>
                    <a:pt x="10" y="91"/>
                  </a:cubicBezTo>
                  <a:cubicBezTo>
                    <a:pt x="3" y="85"/>
                    <a:pt x="0" y="77"/>
                    <a:pt x="0" y="65"/>
                  </a:cubicBezTo>
                  <a:cubicBezTo>
                    <a:pt x="0" y="59"/>
                    <a:pt x="2" y="54"/>
                    <a:pt x="4" y="49"/>
                  </a:cubicBezTo>
                  <a:cubicBezTo>
                    <a:pt x="7" y="44"/>
                    <a:pt x="11" y="40"/>
                    <a:pt x="16" y="37"/>
                  </a:cubicBezTo>
                  <a:cubicBezTo>
                    <a:pt x="21" y="34"/>
                    <a:pt x="27" y="33"/>
                    <a:pt x="34" y="33"/>
                  </a:cubicBezTo>
                  <a:cubicBezTo>
                    <a:pt x="36" y="49"/>
                    <a:pt x="36" y="49"/>
                    <a:pt x="36" y="49"/>
                  </a:cubicBezTo>
                  <a:cubicBezTo>
                    <a:pt x="30" y="50"/>
                    <a:pt x="25" y="51"/>
                    <a:pt x="23" y="54"/>
                  </a:cubicBezTo>
                  <a:cubicBezTo>
                    <a:pt x="20" y="56"/>
                    <a:pt x="19" y="60"/>
                    <a:pt x="19" y="65"/>
                  </a:cubicBezTo>
                  <a:cubicBezTo>
                    <a:pt x="19" y="71"/>
                    <a:pt x="20" y="76"/>
                    <a:pt x="23" y="78"/>
                  </a:cubicBezTo>
                  <a:cubicBezTo>
                    <a:pt x="26" y="81"/>
                    <a:pt x="31" y="82"/>
                    <a:pt x="38" y="82"/>
                  </a:cubicBezTo>
                  <a:lnTo>
                    <a:pt x="100" y="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22" name="Freeform 14"/>
            <p:cNvSpPr>
              <a:spLocks noEditPoints="1"/>
            </p:cNvSpPr>
            <p:nvPr/>
          </p:nvSpPr>
          <p:spPr bwMode="auto">
            <a:xfrm>
              <a:off x="5195888" y="5005388"/>
              <a:ext cx="1684338" cy="903288"/>
            </a:xfrm>
            <a:custGeom>
              <a:avLst/>
              <a:gdLst>
                <a:gd name="T0" fmla="*/ 44 w 188"/>
                <a:gd name="T1" fmla="*/ 52 h 101"/>
                <a:gd name="T2" fmla="*/ 38 w 188"/>
                <a:gd name="T3" fmla="*/ 52 h 101"/>
                <a:gd name="T4" fmla="*/ 19 w 188"/>
                <a:gd name="T5" fmla="*/ 32 h 101"/>
                <a:gd name="T6" fmla="*/ 22 w 188"/>
                <a:gd name="T7" fmla="*/ 20 h 101"/>
                <a:gd name="T8" fmla="*/ 32 w 188"/>
                <a:gd name="T9" fmla="*/ 16 h 101"/>
                <a:gd name="T10" fmla="*/ 39 w 188"/>
                <a:gd name="T11" fmla="*/ 17 h 101"/>
                <a:gd name="T12" fmla="*/ 43 w 188"/>
                <a:gd name="T13" fmla="*/ 23 h 101"/>
                <a:gd name="T14" fmla="*/ 44 w 188"/>
                <a:gd name="T15" fmla="*/ 37 h 101"/>
                <a:gd name="T16" fmla="*/ 44 w 188"/>
                <a:gd name="T17" fmla="*/ 52 h 101"/>
                <a:gd name="T18" fmla="*/ 170 w 188"/>
                <a:gd name="T19" fmla="*/ 0 h 101"/>
                <a:gd name="T20" fmla="*/ 170 w 188"/>
                <a:gd name="T21" fmla="*/ 52 h 101"/>
                <a:gd name="T22" fmla="*/ 63 w 188"/>
                <a:gd name="T23" fmla="*/ 52 h 101"/>
                <a:gd name="T24" fmla="*/ 63 w 188"/>
                <a:gd name="T25" fmla="*/ 32 h 101"/>
                <a:gd name="T26" fmla="*/ 55 w 188"/>
                <a:gd name="T27" fmla="*/ 8 h 101"/>
                <a:gd name="T28" fmla="*/ 32 w 188"/>
                <a:gd name="T29" fmla="*/ 0 h 101"/>
                <a:gd name="T30" fmla="*/ 8 w 188"/>
                <a:gd name="T31" fmla="*/ 9 h 101"/>
                <a:gd name="T32" fmla="*/ 0 w 188"/>
                <a:gd name="T33" fmla="*/ 32 h 101"/>
                <a:gd name="T34" fmla="*/ 11 w 188"/>
                <a:gd name="T35" fmla="*/ 60 h 101"/>
                <a:gd name="T36" fmla="*/ 42 w 188"/>
                <a:gd name="T37" fmla="*/ 69 h 101"/>
                <a:gd name="T38" fmla="*/ 44 w 188"/>
                <a:gd name="T39" fmla="*/ 69 h 101"/>
                <a:gd name="T40" fmla="*/ 44 w 188"/>
                <a:gd name="T41" fmla="*/ 72 h 101"/>
                <a:gd name="T42" fmla="*/ 41 w 188"/>
                <a:gd name="T43" fmla="*/ 86 h 101"/>
                <a:gd name="T44" fmla="*/ 51 w 188"/>
                <a:gd name="T45" fmla="*/ 101 h 101"/>
                <a:gd name="T46" fmla="*/ 55 w 188"/>
                <a:gd name="T47" fmla="*/ 97 h 101"/>
                <a:gd name="T48" fmla="*/ 63 w 188"/>
                <a:gd name="T49" fmla="*/ 69 h 101"/>
                <a:gd name="T50" fmla="*/ 188 w 188"/>
                <a:gd name="T51" fmla="*/ 69 h 101"/>
                <a:gd name="T52" fmla="*/ 188 w 188"/>
                <a:gd name="T53" fmla="*/ 0 h 101"/>
                <a:gd name="T54" fmla="*/ 170 w 188"/>
                <a:gd name="T55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8" h="101">
                  <a:moveTo>
                    <a:pt x="44" y="52"/>
                  </a:moveTo>
                  <a:cubicBezTo>
                    <a:pt x="38" y="52"/>
                    <a:pt x="38" y="52"/>
                    <a:pt x="38" y="52"/>
                  </a:cubicBezTo>
                  <a:cubicBezTo>
                    <a:pt x="25" y="52"/>
                    <a:pt x="19" y="45"/>
                    <a:pt x="19" y="32"/>
                  </a:cubicBezTo>
                  <a:cubicBezTo>
                    <a:pt x="19" y="27"/>
                    <a:pt x="20" y="23"/>
                    <a:pt x="22" y="20"/>
                  </a:cubicBezTo>
                  <a:cubicBezTo>
                    <a:pt x="24" y="17"/>
                    <a:pt x="27" y="16"/>
                    <a:pt x="32" y="16"/>
                  </a:cubicBezTo>
                  <a:cubicBezTo>
                    <a:pt x="35" y="16"/>
                    <a:pt x="37" y="16"/>
                    <a:pt x="39" y="17"/>
                  </a:cubicBezTo>
                  <a:cubicBezTo>
                    <a:pt x="41" y="19"/>
                    <a:pt x="42" y="20"/>
                    <a:pt x="43" y="23"/>
                  </a:cubicBezTo>
                  <a:cubicBezTo>
                    <a:pt x="44" y="26"/>
                    <a:pt x="44" y="32"/>
                    <a:pt x="44" y="37"/>
                  </a:cubicBezTo>
                  <a:lnTo>
                    <a:pt x="44" y="52"/>
                  </a:lnTo>
                  <a:close/>
                  <a:moveTo>
                    <a:pt x="170" y="0"/>
                  </a:moveTo>
                  <a:cubicBezTo>
                    <a:pt x="170" y="52"/>
                    <a:pt x="170" y="52"/>
                    <a:pt x="170" y="52"/>
                  </a:cubicBezTo>
                  <a:cubicBezTo>
                    <a:pt x="63" y="52"/>
                    <a:pt x="63" y="52"/>
                    <a:pt x="63" y="52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22"/>
                    <a:pt x="60" y="13"/>
                    <a:pt x="55" y="8"/>
                  </a:cubicBezTo>
                  <a:cubicBezTo>
                    <a:pt x="50" y="3"/>
                    <a:pt x="42" y="0"/>
                    <a:pt x="32" y="0"/>
                  </a:cubicBezTo>
                  <a:cubicBezTo>
                    <a:pt x="22" y="0"/>
                    <a:pt x="14" y="3"/>
                    <a:pt x="8" y="9"/>
                  </a:cubicBezTo>
                  <a:cubicBezTo>
                    <a:pt x="3" y="14"/>
                    <a:pt x="0" y="22"/>
                    <a:pt x="0" y="32"/>
                  </a:cubicBezTo>
                  <a:cubicBezTo>
                    <a:pt x="0" y="44"/>
                    <a:pt x="3" y="54"/>
                    <a:pt x="11" y="60"/>
                  </a:cubicBezTo>
                  <a:cubicBezTo>
                    <a:pt x="18" y="66"/>
                    <a:pt x="28" y="69"/>
                    <a:pt x="42" y="69"/>
                  </a:cubicBezTo>
                  <a:cubicBezTo>
                    <a:pt x="44" y="69"/>
                    <a:pt x="44" y="69"/>
                    <a:pt x="44" y="69"/>
                  </a:cubicBezTo>
                  <a:cubicBezTo>
                    <a:pt x="44" y="72"/>
                    <a:pt x="44" y="72"/>
                    <a:pt x="44" y="72"/>
                  </a:cubicBezTo>
                  <a:cubicBezTo>
                    <a:pt x="44" y="79"/>
                    <a:pt x="43" y="83"/>
                    <a:pt x="41" y="86"/>
                  </a:cubicBezTo>
                  <a:cubicBezTo>
                    <a:pt x="51" y="101"/>
                    <a:pt x="51" y="101"/>
                    <a:pt x="51" y="101"/>
                  </a:cubicBezTo>
                  <a:cubicBezTo>
                    <a:pt x="53" y="100"/>
                    <a:pt x="54" y="99"/>
                    <a:pt x="55" y="97"/>
                  </a:cubicBezTo>
                  <a:cubicBezTo>
                    <a:pt x="60" y="92"/>
                    <a:pt x="63" y="80"/>
                    <a:pt x="63" y="69"/>
                  </a:cubicBezTo>
                  <a:cubicBezTo>
                    <a:pt x="188" y="69"/>
                    <a:pt x="188" y="69"/>
                    <a:pt x="188" y="69"/>
                  </a:cubicBezTo>
                  <a:cubicBezTo>
                    <a:pt x="188" y="0"/>
                    <a:pt x="188" y="0"/>
                    <a:pt x="188" y="0"/>
                  </a:cubicBezTo>
                  <a:lnTo>
                    <a:pt x="17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23" name="Rectangle 15"/>
            <p:cNvSpPr>
              <a:spLocks noChangeArrowheads="1"/>
            </p:cNvSpPr>
            <p:nvPr/>
          </p:nvSpPr>
          <p:spPr bwMode="auto">
            <a:xfrm>
              <a:off x="6718301" y="4754563"/>
              <a:ext cx="161925" cy="169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24" name="Freeform 16"/>
            <p:cNvSpPr>
              <a:spLocks/>
            </p:cNvSpPr>
            <p:nvPr/>
          </p:nvSpPr>
          <p:spPr bwMode="auto">
            <a:xfrm>
              <a:off x="7013576" y="5005388"/>
              <a:ext cx="833438" cy="617538"/>
            </a:xfrm>
            <a:custGeom>
              <a:avLst/>
              <a:gdLst>
                <a:gd name="T0" fmla="*/ 74 w 93"/>
                <a:gd name="T1" fmla="*/ 52 h 69"/>
                <a:gd name="T2" fmla="*/ 74 w 93"/>
                <a:gd name="T3" fmla="*/ 42 h 69"/>
                <a:gd name="T4" fmla="*/ 70 w 93"/>
                <a:gd name="T5" fmla="*/ 23 h 69"/>
                <a:gd name="T6" fmla="*/ 55 w 93"/>
                <a:gd name="T7" fmla="*/ 17 h 69"/>
                <a:gd name="T8" fmla="*/ 41 w 93"/>
                <a:gd name="T9" fmla="*/ 20 h 69"/>
                <a:gd name="T10" fmla="*/ 36 w 93"/>
                <a:gd name="T11" fmla="*/ 3 h 69"/>
                <a:gd name="T12" fmla="*/ 56 w 93"/>
                <a:gd name="T13" fmla="*/ 0 h 69"/>
                <a:gd name="T14" fmla="*/ 84 w 93"/>
                <a:gd name="T15" fmla="*/ 10 h 69"/>
                <a:gd name="T16" fmla="*/ 93 w 93"/>
                <a:gd name="T17" fmla="*/ 40 h 69"/>
                <a:gd name="T18" fmla="*/ 93 w 93"/>
                <a:gd name="T19" fmla="*/ 69 h 69"/>
                <a:gd name="T20" fmla="*/ 0 w 93"/>
                <a:gd name="T21" fmla="*/ 69 h 69"/>
                <a:gd name="T22" fmla="*/ 0 w 93"/>
                <a:gd name="T23" fmla="*/ 52 h 69"/>
                <a:gd name="T24" fmla="*/ 74 w 93"/>
                <a:gd name="T25" fmla="*/ 52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3" h="69">
                  <a:moveTo>
                    <a:pt x="74" y="52"/>
                  </a:moveTo>
                  <a:cubicBezTo>
                    <a:pt x="74" y="42"/>
                    <a:pt x="74" y="42"/>
                    <a:pt x="74" y="42"/>
                  </a:cubicBezTo>
                  <a:cubicBezTo>
                    <a:pt x="74" y="34"/>
                    <a:pt x="73" y="27"/>
                    <a:pt x="70" y="23"/>
                  </a:cubicBezTo>
                  <a:cubicBezTo>
                    <a:pt x="66" y="19"/>
                    <a:pt x="61" y="17"/>
                    <a:pt x="55" y="17"/>
                  </a:cubicBezTo>
                  <a:cubicBezTo>
                    <a:pt x="50" y="17"/>
                    <a:pt x="46" y="18"/>
                    <a:pt x="41" y="20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42" y="1"/>
                    <a:pt x="49" y="0"/>
                    <a:pt x="56" y="0"/>
                  </a:cubicBezTo>
                  <a:cubicBezTo>
                    <a:pt x="68" y="0"/>
                    <a:pt x="77" y="3"/>
                    <a:pt x="84" y="10"/>
                  </a:cubicBezTo>
                  <a:cubicBezTo>
                    <a:pt x="90" y="17"/>
                    <a:pt x="93" y="27"/>
                    <a:pt x="93" y="40"/>
                  </a:cubicBezTo>
                  <a:cubicBezTo>
                    <a:pt x="93" y="69"/>
                    <a:pt x="93" y="69"/>
                    <a:pt x="93" y="69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74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25" name="Freeform 17"/>
            <p:cNvSpPr>
              <a:spLocks/>
            </p:cNvSpPr>
            <p:nvPr/>
          </p:nvSpPr>
          <p:spPr bwMode="auto">
            <a:xfrm>
              <a:off x="7972426" y="4565650"/>
              <a:ext cx="223838" cy="188913"/>
            </a:xfrm>
            <a:custGeom>
              <a:avLst/>
              <a:gdLst>
                <a:gd name="T0" fmla="*/ 25 w 25"/>
                <a:gd name="T1" fmla="*/ 14 h 21"/>
                <a:gd name="T2" fmla="*/ 25 w 25"/>
                <a:gd name="T3" fmla="*/ 21 h 21"/>
                <a:gd name="T4" fmla="*/ 0 w 25"/>
                <a:gd name="T5" fmla="*/ 21 h 21"/>
                <a:gd name="T6" fmla="*/ 0 w 25"/>
                <a:gd name="T7" fmla="*/ 14 h 21"/>
                <a:gd name="T8" fmla="*/ 3 w 25"/>
                <a:gd name="T9" fmla="*/ 14 h 21"/>
                <a:gd name="T10" fmla="*/ 3 w 25"/>
                <a:gd name="T11" fmla="*/ 10 h 21"/>
                <a:gd name="T12" fmla="*/ 6 w 25"/>
                <a:gd name="T13" fmla="*/ 2 h 21"/>
                <a:gd name="T14" fmla="*/ 14 w 25"/>
                <a:gd name="T15" fmla="*/ 0 h 21"/>
                <a:gd name="T16" fmla="*/ 21 w 25"/>
                <a:gd name="T17" fmla="*/ 2 h 21"/>
                <a:gd name="T18" fmla="*/ 24 w 25"/>
                <a:gd name="T19" fmla="*/ 9 h 21"/>
                <a:gd name="T20" fmla="*/ 18 w 25"/>
                <a:gd name="T21" fmla="*/ 10 h 21"/>
                <a:gd name="T22" fmla="*/ 17 w 25"/>
                <a:gd name="T23" fmla="*/ 7 h 21"/>
                <a:gd name="T24" fmla="*/ 14 w 25"/>
                <a:gd name="T25" fmla="*/ 6 h 21"/>
                <a:gd name="T26" fmla="*/ 10 w 25"/>
                <a:gd name="T27" fmla="*/ 11 h 21"/>
                <a:gd name="T28" fmla="*/ 10 w 25"/>
                <a:gd name="T29" fmla="*/ 14 h 21"/>
                <a:gd name="T30" fmla="*/ 25 w 25"/>
                <a:gd name="T31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5" h="21">
                  <a:moveTo>
                    <a:pt x="25" y="14"/>
                  </a:moveTo>
                  <a:cubicBezTo>
                    <a:pt x="25" y="21"/>
                    <a:pt x="25" y="21"/>
                    <a:pt x="25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3" y="7"/>
                    <a:pt x="4" y="4"/>
                    <a:pt x="6" y="2"/>
                  </a:cubicBezTo>
                  <a:cubicBezTo>
                    <a:pt x="8" y="1"/>
                    <a:pt x="10" y="0"/>
                    <a:pt x="14" y="0"/>
                  </a:cubicBezTo>
                  <a:cubicBezTo>
                    <a:pt x="17" y="0"/>
                    <a:pt x="20" y="0"/>
                    <a:pt x="21" y="2"/>
                  </a:cubicBezTo>
                  <a:cubicBezTo>
                    <a:pt x="23" y="3"/>
                    <a:pt x="24" y="6"/>
                    <a:pt x="24" y="9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8"/>
                    <a:pt x="17" y="7"/>
                    <a:pt x="17" y="7"/>
                  </a:cubicBezTo>
                  <a:cubicBezTo>
                    <a:pt x="16" y="6"/>
                    <a:pt x="15" y="6"/>
                    <a:pt x="14" y="6"/>
                  </a:cubicBezTo>
                  <a:cubicBezTo>
                    <a:pt x="11" y="6"/>
                    <a:pt x="10" y="7"/>
                    <a:pt x="10" y="11"/>
                  </a:cubicBezTo>
                  <a:cubicBezTo>
                    <a:pt x="10" y="14"/>
                    <a:pt x="10" y="14"/>
                    <a:pt x="10" y="14"/>
                  </a:cubicBezTo>
                  <a:lnTo>
                    <a:pt x="25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26" name="Rectangle 18"/>
            <p:cNvSpPr>
              <a:spLocks noChangeArrowheads="1"/>
            </p:cNvSpPr>
            <p:nvPr/>
          </p:nvSpPr>
          <p:spPr bwMode="auto">
            <a:xfrm>
              <a:off x="7991476" y="4816475"/>
              <a:ext cx="169863" cy="8064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226427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Ligh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8904485-B9AA-421C-92A9-10ECD97E74ED}"/>
              </a:ext>
            </a:extLst>
          </p:cNvPr>
          <p:cNvSpPr/>
          <p:nvPr userDrawn="1"/>
        </p:nvSpPr>
        <p:spPr>
          <a:xfrm>
            <a:off x="240604" y="239401"/>
            <a:ext cx="11710800" cy="6379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5" tIns="45707" rIns="91415" bIns="45707" rtlCol="0" anchor="ctr"/>
          <a:lstStyle/>
          <a:p>
            <a:pPr algn="ctr" defTabSz="914106"/>
            <a:endParaRPr lang="en-GB" sz="1867">
              <a:solidFill>
                <a:prstClr val="white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11BC3D-310E-4C57-8C3E-0836A08AC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746" y="2732403"/>
            <a:ext cx="10521951" cy="2340280"/>
          </a:xfrm>
        </p:spPr>
        <p:txBody>
          <a:bodyPr anchor="t"/>
          <a:lstStyle>
            <a:lvl1pPr>
              <a:defRPr sz="6667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820B125-6366-4323-A287-39A0472EAB2B}"/>
              </a:ext>
            </a:extLst>
          </p:cNvPr>
          <p:cNvCxnSpPr>
            <a:cxnSpLocks/>
          </p:cNvCxnSpPr>
          <p:nvPr userDrawn="1"/>
        </p:nvCxnSpPr>
        <p:spPr>
          <a:xfrm flipV="1">
            <a:off x="946805" y="6137335"/>
            <a:ext cx="10522889" cy="671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D37BEDD-DE22-453C-BDA6-052325CFC0E3}"/>
              </a:ext>
            </a:extLst>
          </p:cNvPr>
          <p:cNvSpPr txBox="1"/>
          <p:nvPr userDrawn="1"/>
        </p:nvSpPr>
        <p:spPr>
          <a:xfrm>
            <a:off x="7749956" y="6180254"/>
            <a:ext cx="3719733" cy="37586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defTabSz="914106">
              <a:spcBef>
                <a:spcPts val="800"/>
              </a:spcBef>
            </a:pPr>
            <a:r>
              <a:rPr lang="en-GB" sz="1600" b="1">
                <a:solidFill>
                  <a:srgbClr val="1859A9"/>
                </a:solidFill>
              </a:rPr>
              <a:t>ADNOC ONSHORE</a:t>
            </a:r>
          </a:p>
        </p:txBody>
      </p:sp>
      <p:sp>
        <p:nvSpPr>
          <p:cNvPr id="11" name="Rectangle 10"/>
          <p:cNvSpPr/>
          <p:nvPr userDrawn="1"/>
        </p:nvSpPr>
        <p:spPr bwMode="white">
          <a:xfrm>
            <a:off x="10546432" y="4"/>
            <a:ext cx="923259" cy="16275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5" tIns="45707" rIns="91415" bIns="45707" rtlCol="0" anchor="ctr"/>
          <a:lstStyle/>
          <a:p>
            <a:pPr algn="ctr" defTabSz="914106"/>
            <a:endParaRPr lang="en-GB" sz="1867">
              <a:solidFill>
                <a:prstClr val="white"/>
              </a:solidFill>
            </a:endParaRPr>
          </a:p>
        </p:txBody>
      </p:sp>
      <p:grpSp>
        <p:nvGrpSpPr>
          <p:cNvPr id="12" name="Group 11"/>
          <p:cNvGrpSpPr>
            <a:grpSpLocks noChangeAspect="1"/>
          </p:cNvGrpSpPr>
          <p:nvPr userDrawn="1"/>
        </p:nvGrpSpPr>
        <p:grpSpPr>
          <a:xfrm>
            <a:off x="10639084" y="333832"/>
            <a:ext cx="767941" cy="1201995"/>
            <a:chOff x="3986213" y="0"/>
            <a:chExt cx="4381501" cy="6858001"/>
          </a:xfrm>
          <a:solidFill>
            <a:schemeClr val="tx2"/>
          </a:solidFill>
        </p:grpSpPr>
        <p:sp>
          <p:nvSpPr>
            <p:cNvPr id="13" name="Freeform 5"/>
            <p:cNvSpPr>
              <a:spLocks/>
            </p:cNvSpPr>
            <p:nvPr/>
          </p:nvSpPr>
          <p:spPr bwMode="auto">
            <a:xfrm>
              <a:off x="6521451" y="1746250"/>
              <a:ext cx="1846263" cy="2443163"/>
            </a:xfrm>
            <a:custGeom>
              <a:avLst/>
              <a:gdLst>
                <a:gd name="T0" fmla="*/ 113 w 206"/>
                <a:gd name="T1" fmla="*/ 196 h 273"/>
                <a:gd name="T2" fmla="*/ 70 w 206"/>
                <a:gd name="T3" fmla="*/ 273 h 273"/>
                <a:gd name="T4" fmla="*/ 184 w 206"/>
                <a:gd name="T5" fmla="*/ 273 h 273"/>
                <a:gd name="T6" fmla="*/ 0 w 206"/>
                <a:gd name="T7" fmla="*/ 0 h 273"/>
                <a:gd name="T8" fmla="*/ 113 w 206"/>
                <a:gd name="T9" fmla="*/ 196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6" h="273">
                  <a:moveTo>
                    <a:pt x="113" y="196"/>
                  </a:moveTo>
                  <a:cubicBezTo>
                    <a:pt x="106" y="226"/>
                    <a:pt x="91" y="252"/>
                    <a:pt x="70" y="273"/>
                  </a:cubicBezTo>
                  <a:cubicBezTo>
                    <a:pt x="184" y="273"/>
                    <a:pt x="184" y="273"/>
                    <a:pt x="184" y="273"/>
                  </a:cubicBezTo>
                  <a:cubicBezTo>
                    <a:pt x="206" y="154"/>
                    <a:pt x="128" y="28"/>
                    <a:pt x="0" y="0"/>
                  </a:cubicBezTo>
                  <a:cubicBezTo>
                    <a:pt x="26" y="7"/>
                    <a:pt x="138" y="60"/>
                    <a:pt x="113" y="19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14" name="Freeform 6"/>
            <p:cNvSpPr>
              <a:spLocks/>
            </p:cNvSpPr>
            <p:nvPr/>
          </p:nvSpPr>
          <p:spPr bwMode="auto">
            <a:xfrm>
              <a:off x="3986213" y="0"/>
              <a:ext cx="4219575" cy="4189413"/>
            </a:xfrm>
            <a:custGeom>
              <a:avLst/>
              <a:gdLst>
                <a:gd name="T0" fmla="*/ 0 w 471"/>
                <a:gd name="T1" fmla="*/ 0 h 468"/>
                <a:gd name="T2" fmla="*/ 0 w 471"/>
                <a:gd name="T3" fmla="*/ 468 h 468"/>
                <a:gd name="T4" fmla="*/ 50 w 471"/>
                <a:gd name="T5" fmla="*/ 468 h 468"/>
                <a:gd name="T6" fmla="*/ 104 w 471"/>
                <a:gd name="T7" fmla="*/ 466 h 468"/>
                <a:gd name="T8" fmla="*/ 247 w 471"/>
                <a:gd name="T9" fmla="*/ 346 h 468"/>
                <a:gd name="T10" fmla="*/ 161 w 471"/>
                <a:gd name="T11" fmla="*/ 219 h 468"/>
                <a:gd name="T12" fmla="*/ 157 w 471"/>
                <a:gd name="T13" fmla="*/ 218 h 468"/>
                <a:gd name="T14" fmla="*/ 100 w 471"/>
                <a:gd name="T15" fmla="*/ 212 h 468"/>
                <a:gd name="T16" fmla="*/ 92 w 471"/>
                <a:gd name="T17" fmla="*/ 243 h 468"/>
                <a:gd name="T18" fmla="*/ 81 w 471"/>
                <a:gd name="T19" fmla="*/ 165 h 468"/>
                <a:gd name="T20" fmla="*/ 124 w 471"/>
                <a:gd name="T21" fmla="*/ 123 h 468"/>
                <a:gd name="T22" fmla="*/ 124 w 471"/>
                <a:gd name="T23" fmla="*/ 122 h 468"/>
                <a:gd name="T24" fmla="*/ 186 w 471"/>
                <a:gd name="T25" fmla="*/ 78 h 468"/>
                <a:gd name="T26" fmla="*/ 259 w 471"/>
                <a:gd name="T27" fmla="*/ 58 h 468"/>
                <a:gd name="T28" fmla="*/ 471 w 471"/>
                <a:gd name="T29" fmla="*/ 151 h 468"/>
                <a:gd name="T30" fmla="*/ 471 w 471"/>
                <a:gd name="T31" fmla="*/ 0 h 468"/>
                <a:gd name="T32" fmla="*/ 0 w 471"/>
                <a:gd name="T3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71" h="468">
                  <a:moveTo>
                    <a:pt x="0" y="0"/>
                  </a:moveTo>
                  <a:cubicBezTo>
                    <a:pt x="0" y="468"/>
                    <a:pt x="0" y="468"/>
                    <a:pt x="0" y="468"/>
                  </a:cubicBezTo>
                  <a:cubicBezTo>
                    <a:pt x="50" y="468"/>
                    <a:pt x="50" y="468"/>
                    <a:pt x="50" y="468"/>
                  </a:cubicBezTo>
                  <a:cubicBezTo>
                    <a:pt x="80" y="468"/>
                    <a:pt x="87" y="468"/>
                    <a:pt x="104" y="466"/>
                  </a:cubicBezTo>
                  <a:cubicBezTo>
                    <a:pt x="175" y="455"/>
                    <a:pt x="240" y="397"/>
                    <a:pt x="247" y="346"/>
                  </a:cubicBezTo>
                  <a:cubicBezTo>
                    <a:pt x="258" y="285"/>
                    <a:pt x="225" y="232"/>
                    <a:pt x="161" y="219"/>
                  </a:cubicBezTo>
                  <a:cubicBezTo>
                    <a:pt x="160" y="219"/>
                    <a:pt x="159" y="218"/>
                    <a:pt x="157" y="218"/>
                  </a:cubicBezTo>
                  <a:cubicBezTo>
                    <a:pt x="155" y="218"/>
                    <a:pt x="124" y="218"/>
                    <a:pt x="100" y="212"/>
                  </a:cubicBezTo>
                  <a:cubicBezTo>
                    <a:pt x="100" y="212"/>
                    <a:pt x="87" y="223"/>
                    <a:pt x="92" y="243"/>
                  </a:cubicBezTo>
                  <a:cubicBezTo>
                    <a:pt x="92" y="243"/>
                    <a:pt x="61" y="210"/>
                    <a:pt x="81" y="165"/>
                  </a:cubicBezTo>
                  <a:cubicBezTo>
                    <a:pt x="81" y="165"/>
                    <a:pt x="90" y="144"/>
                    <a:pt x="124" y="123"/>
                  </a:cubicBezTo>
                  <a:cubicBezTo>
                    <a:pt x="124" y="123"/>
                    <a:pt x="124" y="122"/>
                    <a:pt x="124" y="122"/>
                  </a:cubicBezTo>
                  <a:cubicBezTo>
                    <a:pt x="133" y="111"/>
                    <a:pt x="155" y="93"/>
                    <a:pt x="186" y="78"/>
                  </a:cubicBezTo>
                  <a:cubicBezTo>
                    <a:pt x="201" y="71"/>
                    <a:pt x="228" y="61"/>
                    <a:pt x="259" y="58"/>
                  </a:cubicBezTo>
                  <a:cubicBezTo>
                    <a:pt x="397" y="45"/>
                    <a:pt x="471" y="151"/>
                    <a:pt x="471" y="151"/>
                  </a:cubicBezTo>
                  <a:cubicBezTo>
                    <a:pt x="471" y="0"/>
                    <a:pt x="471" y="0"/>
                    <a:pt x="471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15" name="Freeform 7"/>
            <p:cNvSpPr>
              <a:spLocks/>
            </p:cNvSpPr>
            <p:nvPr/>
          </p:nvSpPr>
          <p:spPr bwMode="auto">
            <a:xfrm>
              <a:off x="5545138" y="939800"/>
              <a:ext cx="2660650" cy="1011238"/>
            </a:xfrm>
            <a:custGeom>
              <a:avLst/>
              <a:gdLst>
                <a:gd name="T0" fmla="*/ 167 w 297"/>
                <a:gd name="T1" fmla="*/ 9 h 113"/>
                <a:gd name="T2" fmla="*/ 0 w 297"/>
                <a:gd name="T3" fmla="*/ 48 h 113"/>
                <a:gd name="T4" fmla="*/ 33 w 297"/>
                <a:gd name="T5" fmla="*/ 33 h 113"/>
                <a:gd name="T6" fmla="*/ 61 w 297"/>
                <a:gd name="T7" fmla="*/ 60 h 113"/>
                <a:gd name="T8" fmla="*/ 103 w 297"/>
                <a:gd name="T9" fmla="*/ 34 h 113"/>
                <a:gd name="T10" fmla="*/ 103 w 297"/>
                <a:gd name="T11" fmla="*/ 20 h 113"/>
                <a:gd name="T12" fmla="*/ 297 w 297"/>
                <a:gd name="T13" fmla="*/ 113 h 113"/>
                <a:gd name="T14" fmla="*/ 297 w 297"/>
                <a:gd name="T15" fmla="*/ 71 h 113"/>
                <a:gd name="T16" fmla="*/ 167 w 297"/>
                <a:gd name="T17" fmla="*/ 9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7" h="113">
                  <a:moveTo>
                    <a:pt x="167" y="9"/>
                  </a:moveTo>
                  <a:cubicBezTo>
                    <a:pt x="100" y="0"/>
                    <a:pt x="44" y="17"/>
                    <a:pt x="0" y="48"/>
                  </a:cubicBezTo>
                  <a:cubicBezTo>
                    <a:pt x="0" y="48"/>
                    <a:pt x="13" y="40"/>
                    <a:pt x="33" y="33"/>
                  </a:cubicBezTo>
                  <a:cubicBezTo>
                    <a:pt x="36" y="46"/>
                    <a:pt x="47" y="57"/>
                    <a:pt x="61" y="60"/>
                  </a:cubicBezTo>
                  <a:cubicBezTo>
                    <a:pt x="81" y="64"/>
                    <a:pt x="100" y="52"/>
                    <a:pt x="103" y="34"/>
                  </a:cubicBezTo>
                  <a:cubicBezTo>
                    <a:pt x="104" y="30"/>
                    <a:pt x="104" y="25"/>
                    <a:pt x="103" y="20"/>
                  </a:cubicBezTo>
                  <a:cubicBezTo>
                    <a:pt x="230" y="16"/>
                    <a:pt x="297" y="113"/>
                    <a:pt x="297" y="113"/>
                  </a:cubicBezTo>
                  <a:cubicBezTo>
                    <a:pt x="297" y="71"/>
                    <a:pt x="297" y="71"/>
                    <a:pt x="297" y="71"/>
                  </a:cubicBezTo>
                  <a:cubicBezTo>
                    <a:pt x="278" y="52"/>
                    <a:pt x="226" y="15"/>
                    <a:pt x="167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16" name="Freeform 8"/>
            <p:cNvSpPr>
              <a:spLocks noEditPoints="1"/>
            </p:cNvSpPr>
            <p:nvPr/>
          </p:nvSpPr>
          <p:spPr bwMode="auto">
            <a:xfrm>
              <a:off x="3986213" y="6007100"/>
              <a:ext cx="796925" cy="833438"/>
            </a:xfrm>
            <a:custGeom>
              <a:avLst/>
              <a:gdLst>
                <a:gd name="T0" fmla="*/ 310 w 502"/>
                <a:gd name="T1" fmla="*/ 311 h 525"/>
                <a:gd name="T2" fmla="*/ 248 w 502"/>
                <a:gd name="T3" fmla="*/ 124 h 525"/>
                <a:gd name="T4" fmla="*/ 186 w 502"/>
                <a:gd name="T5" fmla="*/ 311 h 525"/>
                <a:gd name="T6" fmla="*/ 310 w 502"/>
                <a:gd name="T7" fmla="*/ 311 h 525"/>
                <a:gd name="T8" fmla="*/ 198 w 502"/>
                <a:gd name="T9" fmla="*/ 0 h 525"/>
                <a:gd name="T10" fmla="*/ 305 w 502"/>
                <a:gd name="T11" fmla="*/ 0 h 525"/>
                <a:gd name="T12" fmla="*/ 502 w 502"/>
                <a:gd name="T13" fmla="*/ 525 h 525"/>
                <a:gd name="T14" fmla="*/ 384 w 502"/>
                <a:gd name="T15" fmla="*/ 525 h 525"/>
                <a:gd name="T16" fmla="*/ 339 w 502"/>
                <a:gd name="T17" fmla="*/ 401 h 525"/>
                <a:gd name="T18" fmla="*/ 158 w 502"/>
                <a:gd name="T19" fmla="*/ 401 h 525"/>
                <a:gd name="T20" fmla="*/ 113 w 502"/>
                <a:gd name="T21" fmla="*/ 525 h 525"/>
                <a:gd name="T22" fmla="*/ 0 w 502"/>
                <a:gd name="T23" fmla="*/ 525 h 525"/>
                <a:gd name="T24" fmla="*/ 198 w 502"/>
                <a:gd name="T25" fmla="*/ 0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02" h="525">
                  <a:moveTo>
                    <a:pt x="310" y="311"/>
                  </a:moveTo>
                  <a:lnTo>
                    <a:pt x="248" y="124"/>
                  </a:lnTo>
                  <a:lnTo>
                    <a:pt x="186" y="311"/>
                  </a:lnTo>
                  <a:lnTo>
                    <a:pt x="310" y="311"/>
                  </a:lnTo>
                  <a:close/>
                  <a:moveTo>
                    <a:pt x="198" y="0"/>
                  </a:moveTo>
                  <a:lnTo>
                    <a:pt x="305" y="0"/>
                  </a:lnTo>
                  <a:lnTo>
                    <a:pt x="502" y="525"/>
                  </a:lnTo>
                  <a:lnTo>
                    <a:pt x="384" y="525"/>
                  </a:lnTo>
                  <a:lnTo>
                    <a:pt x="339" y="401"/>
                  </a:lnTo>
                  <a:lnTo>
                    <a:pt x="158" y="401"/>
                  </a:lnTo>
                  <a:lnTo>
                    <a:pt x="113" y="525"/>
                  </a:lnTo>
                  <a:lnTo>
                    <a:pt x="0" y="525"/>
                  </a:lnTo>
                  <a:lnTo>
                    <a:pt x="19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17" name="Freeform 9"/>
            <p:cNvSpPr>
              <a:spLocks noEditPoints="1"/>
            </p:cNvSpPr>
            <p:nvPr/>
          </p:nvSpPr>
          <p:spPr bwMode="auto">
            <a:xfrm>
              <a:off x="4881563" y="6007100"/>
              <a:ext cx="717550" cy="833438"/>
            </a:xfrm>
            <a:custGeom>
              <a:avLst/>
              <a:gdLst>
                <a:gd name="T0" fmla="*/ 32 w 80"/>
                <a:gd name="T1" fmla="*/ 76 h 93"/>
                <a:gd name="T2" fmla="*/ 45 w 80"/>
                <a:gd name="T3" fmla="*/ 74 h 93"/>
                <a:gd name="T4" fmla="*/ 53 w 80"/>
                <a:gd name="T5" fmla="*/ 68 h 93"/>
                <a:gd name="T6" fmla="*/ 58 w 80"/>
                <a:gd name="T7" fmla="*/ 58 h 93"/>
                <a:gd name="T8" fmla="*/ 60 w 80"/>
                <a:gd name="T9" fmla="*/ 46 h 93"/>
                <a:gd name="T10" fmla="*/ 59 w 80"/>
                <a:gd name="T11" fmla="*/ 34 h 93"/>
                <a:gd name="T12" fmla="*/ 54 w 80"/>
                <a:gd name="T13" fmla="*/ 24 h 93"/>
                <a:gd name="T14" fmla="*/ 46 w 80"/>
                <a:gd name="T15" fmla="*/ 18 h 93"/>
                <a:gd name="T16" fmla="*/ 35 w 80"/>
                <a:gd name="T17" fmla="*/ 16 h 93"/>
                <a:gd name="T18" fmla="*/ 19 w 80"/>
                <a:gd name="T19" fmla="*/ 16 h 93"/>
                <a:gd name="T20" fmla="*/ 19 w 80"/>
                <a:gd name="T21" fmla="*/ 76 h 93"/>
                <a:gd name="T22" fmla="*/ 32 w 80"/>
                <a:gd name="T23" fmla="*/ 76 h 93"/>
                <a:gd name="T24" fmla="*/ 0 w 80"/>
                <a:gd name="T25" fmla="*/ 0 h 93"/>
                <a:gd name="T26" fmla="*/ 35 w 80"/>
                <a:gd name="T27" fmla="*/ 0 h 93"/>
                <a:gd name="T28" fmla="*/ 68 w 80"/>
                <a:gd name="T29" fmla="*/ 11 h 93"/>
                <a:gd name="T30" fmla="*/ 80 w 80"/>
                <a:gd name="T31" fmla="*/ 46 h 93"/>
                <a:gd name="T32" fmla="*/ 77 w 80"/>
                <a:gd name="T33" fmla="*/ 66 h 93"/>
                <a:gd name="T34" fmla="*/ 67 w 80"/>
                <a:gd name="T35" fmla="*/ 81 h 93"/>
                <a:gd name="T36" fmla="*/ 52 w 80"/>
                <a:gd name="T37" fmla="*/ 90 h 93"/>
                <a:gd name="T38" fmla="*/ 31 w 80"/>
                <a:gd name="T39" fmla="*/ 93 h 93"/>
                <a:gd name="T40" fmla="*/ 0 w 80"/>
                <a:gd name="T41" fmla="*/ 93 h 93"/>
                <a:gd name="T42" fmla="*/ 0 w 80"/>
                <a:gd name="T43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0" h="93">
                  <a:moveTo>
                    <a:pt x="32" y="76"/>
                  </a:moveTo>
                  <a:cubicBezTo>
                    <a:pt x="37" y="76"/>
                    <a:pt x="41" y="76"/>
                    <a:pt x="45" y="74"/>
                  </a:cubicBezTo>
                  <a:cubicBezTo>
                    <a:pt x="48" y="73"/>
                    <a:pt x="51" y="71"/>
                    <a:pt x="53" y="68"/>
                  </a:cubicBezTo>
                  <a:cubicBezTo>
                    <a:pt x="56" y="65"/>
                    <a:pt x="57" y="62"/>
                    <a:pt x="58" y="58"/>
                  </a:cubicBezTo>
                  <a:cubicBezTo>
                    <a:pt x="59" y="55"/>
                    <a:pt x="60" y="51"/>
                    <a:pt x="60" y="46"/>
                  </a:cubicBezTo>
                  <a:cubicBezTo>
                    <a:pt x="60" y="41"/>
                    <a:pt x="59" y="37"/>
                    <a:pt x="59" y="34"/>
                  </a:cubicBezTo>
                  <a:cubicBezTo>
                    <a:pt x="58" y="30"/>
                    <a:pt x="56" y="27"/>
                    <a:pt x="54" y="24"/>
                  </a:cubicBezTo>
                  <a:cubicBezTo>
                    <a:pt x="52" y="22"/>
                    <a:pt x="50" y="20"/>
                    <a:pt x="46" y="18"/>
                  </a:cubicBezTo>
                  <a:cubicBezTo>
                    <a:pt x="43" y="17"/>
                    <a:pt x="39" y="16"/>
                    <a:pt x="35" y="16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19" y="76"/>
                    <a:pt x="19" y="76"/>
                    <a:pt x="19" y="76"/>
                  </a:cubicBezTo>
                  <a:lnTo>
                    <a:pt x="32" y="76"/>
                  </a:lnTo>
                  <a:close/>
                  <a:moveTo>
                    <a:pt x="0" y="0"/>
                  </a:moveTo>
                  <a:cubicBezTo>
                    <a:pt x="35" y="0"/>
                    <a:pt x="35" y="0"/>
                    <a:pt x="35" y="0"/>
                  </a:cubicBezTo>
                  <a:cubicBezTo>
                    <a:pt x="49" y="0"/>
                    <a:pt x="60" y="4"/>
                    <a:pt x="68" y="11"/>
                  </a:cubicBezTo>
                  <a:cubicBezTo>
                    <a:pt x="76" y="19"/>
                    <a:pt x="80" y="31"/>
                    <a:pt x="80" y="46"/>
                  </a:cubicBezTo>
                  <a:cubicBezTo>
                    <a:pt x="80" y="54"/>
                    <a:pt x="79" y="60"/>
                    <a:pt x="77" y="66"/>
                  </a:cubicBezTo>
                  <a:cubicBezTo>
                    <a:pt x="74" y="72"/>
                    <a:pt x="71" y="77"/>
                    <a:pt x="67" y="81"/>
                  </a:cubicBezTo>
                  <a:cubicBezTo>
                    <a:pt x="63" y="85"/>
                    <a:pt x="58" y="88"/>
                    <a:pt x="52" y="90"/>
                  </a:cubicBezTo>
                  <a:cubicBezTo>
                    <a:pt x="46" y="92"/>
                    <a:pt x="39" y="93"/>
                    <a:pt x="31" y="93"/>
                  </a:cubicBezTo>
                  <a:cubicBezTo>
                    <a:pt x="0" y="93"/>
                    <a:pt x="0" y="93"/>
                    <a:pt x="0" y="93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18" name="Freeform 10"/>
            <p:cNvSpPr>
              <a:spLocks/>
            </p:cNvSpPr>
            <p:nvPr/>
          </p:nvSpPr>
          <p:spPr bwMode="auto">
            <a:xfrm>
              <a:off x="5734051" y="6007100"/>
              <a:ext cx="671513" cy="833438"/>
            </a:xfrm>
            <a:custGeom>
              <a:avLst/>
              <a:gdLst>
                <a:gd name="T0" fmla="*/ 0 w 423"/>
                <a:gd name="T1" fmla="*/ 0 h 525"/>
                <a:gd name="T2" fmla="*/ 101 w 423"/>
                <a:gd name="T3" fmla="*/ 0 h 525"/>
                <a:gd name="T4" fmla="*/ 316 w 423"/>
                <a:gd name="T5" fmla="*/ 344 h 525"/>
                <a:gd name="T6" fmla="*/ 316 w 423"/>
                <a:gd name="T7" fmla="*/ 0 h 525"/>
                <a:gd name="T8" fmla="*/ 423 w 423"/>
                <a:gd name="T9" fmla="*/ 0 h 525"/>
                <a:gd name="T10" fmla="*/ 423 w 423"/>
                <a:gd name="T11" fmla="*/ 525 h 525"/>
                <a:gd name="T12" fmla="*/ 327 w 423"/>
                <a:gd name="T13" fmla="*/ 525 h 525"/>
                <a:gd name="T14" fmla="*/ 107 w 423"/>
                <a:gd name="T15" fmla="*/ 181 h 525"/>
                <a:gd name="T16" fmla="*/ 107 w 423"/>
                <a:gd name="T17" fmla="*/ 525 h 525"/>
                <a:gd name="T18" fmla="*/ 0 w 423"/>
                <a:gd name="T19" fmla="*/ 525 h 525"/>
                <a:gd name="T20" fmla="*/ 0 w 423"/>
                <a:gd name="T21" fmla="*/ 0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23" h="525">
                  <a:moveTo>
                    <a:pt x="0" y="0"/>
                  </a:moveTo>
                  <a:lnTo>
                    <a:pt x="101" y="0"/>
                  </a:lnTo>
                  <a:lnTo>
                    <a:pt x="316" y="344"/>
                  </a:lnTo>
                  <a:lnTo>
                    <a:pt x="316" y="0"/>
                  </a:lnTo>
                  <a:lnTo>
                    <a:pt x="423" y="0"/>
                  </a:lnTo>
                  <a:lnTo>
                    <a:pt x="423" y="525"/>
                  </a:lnTo>
                  <a:lnTo>
                    <a:pt x="327" y="525"/>
                  </a:lnTo>
                  <a:lnTo>
                    <a:pt x="107" y="181"/>
                  </a:lnTo>
                  <a:lnTo>
                    <a:pt x="107" y="525"/>
                  </a:lnTo>
                  <a:lnTo>
                    <a:pt x="0" y="52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19" name="Freeform 11"/>
            <p:cNvSpPr>
              <a:spLocks noEditPoints="1"/>
            </p:cNvSpPr>
            <p:nvPr/>
          </p:nvSpPr>
          <p:spPr bwMode="auto">
            <a:xfrm>
              <a:off x="6548438" y="5980113"/>
              <a:ext cx="796925" cy="877888"/>
            </a:xfrm>
            <a:custGeom>
              <a:avLst/>
              <a:gdLst>
                <a:gd name="T0" fmla="*/ 45 w 89"/>
                <a:gd name="T1" fmla="*/ 82 h 98"/>
                <a:gd name="T2" fmla="*/ 63 w 89"/>
                <a:gd name="T3" fmla="*/ 73 h 98"/>
                <a:gd name="T4" fmla="*/ 69 w 89"/>
                <a:gd name="T5" fmla="*/ 49 h 98"/>
                <a:gd name="T6" fmla="*/ 63 w 89"/>
                <a:gd name="T7" fmla="*/ 26 h 98"/>
                <a:gd name="T8" fmla="*/ 45 w 89"/>
                <a:gd name="T9" fmla="*/ 17 h 98"/>
                <a:gd name="T10" fmla="*/ 26 w 89"/>
                <a:gd name="T11" fmla="*/ 26 h 98"/>
                <a:gd name="T12" fmla="*/ 20 w 89"/>
                <a:gd name="T13" fmla="*/ 49 h 98"/>
                <a:gd name="T14" fmla="*/ 26 w 89"/>
                <a:gd name="T15" fmla="*/ 73 h 98"/>
                <a:gd name="T16" fmla="*/ 45 w 89"/>
                <a:gd name="T17" fmla="*/ 82 h 98"/>
                <a:gd name="T18" fmla="*/ 45 w 89"/>
                <a:gd name="T19" fmla="*/ 98 h 98"/>
                <a:gd name="T20" fmla="*/ 26 w 89"/>
                <a:gd name="T21" fmla="*/ 95 h 98"/>
                <a:gd name="T22" fmla="*/ 12 w 89"/>
                <a:gd name="T23" fmla="*/ 85 h 98"/>
                <a:gd name="T24" fmla="*/ 3 w 89"/>
                <a:gd name="T25" fmla="*/ 70 h 98"/>
                <a:gd name="T26" fmla="*/ 0 w 89"/>
                <a:gd name="T27" fmla="*/ 49 h 98"/>
                <a:gd name="T28" fmla="*/ 3 w 89"/>
                <a:gd name="T29" fmla="*/ 29 h 98"/>
                <a:gd name="T30" fmla="*/ 12 w 89"/>
                <a:gd name="T31" fmla="*/ 14 h 98"/>
                <a:gd name="T32" fmla="*/ 26 w 89"/>
                <a:gd name="T33" fmla="*/ 4 h 98"/>
                <a:gd name="T34" fmla="*/ 45 w 89"/>
                <a:gd name="T35" fmla="*/ 0 h 98"/>
                <a:gd name="T36" fmla="*/ 63 w 89"/>
                <a:gd name="T37" fmla="*/ 4 h 98"/>
                <a:gd name="T38" fmla="*/ 77 w 89"/>
                <a:gd name="T39" fmla="*/ 14 h 98"/>
                <a:gd name="T40" fmla="*/ 86 w 89"/>
                <a:gd name="T41" fmla="*/ 29 h 98"/>
                <a:gd name="T42" fmla="*/ 89 w 89"/>
                <a:gd name="T43" fmla="*/ 49 h 98"/>
                <a:gd name="T44" fmla="*/ 86 w 89"/>
                <a:gd name="T45" fmla="*/ 70 h 98"/>
                <a:gd name="T46" fmla="*/ 77 w 89"/>
                <a:gd name="T47" fmla="*/ 85 h 98"/>
                <a:gd name="T48" fmla="*/ 63 w 89"/>
                <a:gd name="T49" fmla="*/ 95 h 98"/>
                <a:gd name="T50" fmla="*/ 45 w 89"/>
                <a:gd name="T51" fmla="*/ 9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9" h="98">
                  <a:moveTo>
                    <a:pt x="45" y="82"/>
                  </a:moveTo>
                  <a:cubicBezTo>
                    <a:pt x="53" y="82"/>
                    <a:pt x="59" y="79"/>
                    <a:pt x="63" y="73"/>
                  </a:cubicBezTo>
                  <a:cubicBezTo>
                    <a:pt x="67" y="68"/>
                    <a:pt x="69" y="60"/>
                    <a:pt x="69" y="49"/>
                  </a:cubicBezTo>
                  <a:cubicBezTo>
                    <a:pt x="69" y="39"/>
                    <a:pt x="67" y="31"/>
                    <a:pt x="63" y="26"/>
                  </a:cubicBezTo>
                  <a:cubicBezTo>
                    <a:pt x="59" y="20"/>
                    <a:pt x="53" y="17"/>
                    <a:pt x="45" y="17"/>
                  </a:cubicBezTo>
                  <a:cubicBezTo>
                    <a:pt x="36" y="17"/>
                    <a:pt x="30" y="20"/>
                    <a:pt x="26" y="26"/>
                  </a:cubicBezTo>
                  <a:cubicBezTo>
                    <a:pt x="22" y="31"/>
                    <a:pt x="20" y="39"/>
                    <a:pt x="20" y="49"/>
                  </a:cubicBezTo>
                  <a:cubicBezTo>
                    <a:pt x="20" y="60"/>
                    <a:pt x="22" y="68"/>
                    <a:pt x="26" y="73"/>
                  </a:cubicBezTo>
                  <a:cubicBezTo>
                    <a:pt x="30" y="79"/>
                    <a:pt x="36" y="82"/>
                    <a:pt x="45" y="82"/>
                  </a:cubicBezTo>
                  <a:moveTo>
                    <a:pt x="45" y="98"/>
                  </a:moveTo>
                  <a:cubicBezTo>
                    <a:pt x="38" y="98"/>
                    <a:pt x="31" y="97"/>
                    <a:pt x="26" y="95"/>
                  </a:cubicBezTo>
                  <a:cubicBezTo>
                    <a:pt x="21" y="93"/>
                    <a:pt x="16" y="89"/>
                    <a:pt x="12" y="85"/>
                  </a:cubicBezTo>
                  <a:cubicBezTo>
                    <a:pt x="8" y="81"/>
                    <a:pt x="5" y="76"/>
                    <a:pt x="3" y="70"/>
                  </a:cubicBezTo>
                  <a:cubicBezTo>
                    <a:pt x="1" y="64"/>
                    <a:pt x="0" y="57"/>
                    <a:pt x="0" y="49"/>
                  </a:cubicBezTo>
                  <a:cubicBezTo>
                    <a:pt x="0" y="42"/>
                    <a:pt x="1" y="35"/>
                    <a:pt x="3" y="29"/>
                  </a:cubicBezTo>
                  <a:cubicBezTo>
                    <a:pt x="5" y="23"/>
                    <a:pt x="8" y="18"/>
                    <a:pt x="12" y="14"/>
                  </a:cubicBezTo>
                  <a:cubicBezTo>
                    <a:pt x="16" y="9"/>
                    <a:pt x="21" y="6"/>
                    <a:pt x="26" y="4"/>
                  </a:cubicBezTo>
                  <a:cubicBezTo>
                    <a:pt x="32" y="2"/>
                    <a:pt x="38" y="0"/>
                    <a:pt x="45" y="0"/>
                  </a:cubicBezTo>
                  <a:cubicBezTo>
                    <a:pt x="52" y="0"/>
                    <a:pt x="58" y="2"/>
                    <a:pt x="63" y="4"/>
                  </a:cubicBezTo>
                  <a:cubicBezTo>
                    <a:pt x="69" y="6"/>
                    <a:pt x="73" y="9"/>
                    <a:pt x="77" y="14"/>
                  </a:cubicBezTo>
                  <a:cubicBezTo>
                    <a:pt x="81" y="18"/>
                    <a:pt x="84" y="23"/>
                    <a:pt x="86" y="29"/>
                  </a:cubicBezTo>
                  <a:cubicBezTo>
                    <a:pt x="88" y="35"/>
                    <a:pt x="89" y="42"/>
                    <a:pt x="89" y="49"/>
                  </a:cubicBezTo>
                  <a:cubicBezTo>
                    <a:pt x="89" y="57"/>
                    <a:pt x="88" y="64"/>
                    <a:pt x="86" y="70"/>
                  </a:cubicBezTo>
                  <a:cubicBezTo>
                    <a:pt x="84" y="76"/>
                    <a:pt x="81" y="81"/>
                    <a:pt x="77" y="85"/>
                  </a:cubicBezTo>
                  <a:cubicBezTo>
                    <a:pt x="74" y="89"/>
                    <a:pt x="69" y="93"/>
                    <a:pt x="63" y="95"/>
                  </a:cubicBezTo>
                  <a:cubicBezTo>
                    <a:pt x="58" y="97"/>
                    <a:pt x="52" y="98"/>
                    <a:pt x="45" y="9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20" name="Freeform 12"/>
            <p:cNvSpPr>
              <a:spLocks/>
            </p:cNvSpPr>
            <p:nvPr/>
          </p:nvSpPr>
          <p:spPr bwMode="auto">
            <a:xfrm>
              <a:off x="7453313" y="5980113"/>
              <a:ext cx="742950" cy="877888"/>
            </a:xfrm>
            <a:custGeom>
              <a:avLst/>
              <a:gdLst>
                <a:gd name="T0" fmla="*/ 83 w 83"/>
                <a:gd name="T1" fmla="*/ 64 h 98"/>
                <a:gd name="T2" fmla="*/ 79 w 83"/>
                <a:gd name="T3" fmla="*/ 77 h 98"/>
                <a:gd name="T4" fmla="*/ 71 w 83"/>
                <a:gd name="T5" fmla="*/ 88 h 98"/>
                <a:gd name="T6" fmla="*/ 59 w 83"/>
                <a:gd name="T7" fmla="*/ 96 h 98"/>
                <a:gd name="T8" fmla="*/ 43 w 83"/>
                <a:gd name="T9" fmla="*/ 98 h 98"/>
                <a:gd name="T10" fmla="*/ 24 w 83"/>
                <a:gd name="T11" fmla="*/ 95 h 98"/>
                <a:gd name="T12" fmla="*/ 11 w 83"/>
                <a:gd name="T13" fmla="*/ 85 h 98"/>
                <a:gd name="T14" fmla="*/ 3 w 83"/>
                <a:gd name="T15" fmla="*/ 69 h 98"/>
                <a:gd name="T16" fmla="*/ 0 w 83"/>
                <a:gd name="T17" fmla="*/ 49 h 98"/>
                <a:gd name="T18" fmla="*/ 3 w 83"/>
                <a:gd name="T19" fmla="*/ 29 h 98"/>
                <a:gd name="T20" fmla="*/ 12 w 83"/>
                <a:gd name="T21" fmla="*/ 14 h 98"/>
                <a:gd name="T22" fmla="*/ 25 w 83"/>
                <a:gd name="T23" fmla="*/ 4 h 98"/>
                <a:gd name="T24" fmla="*/ 43 w 83"/>
                <a:gd name="T25" fmla="*/ 0 h 98"/>
                <a:gd name="T26" fmla="*/ 59 w 83"/>
                <a:gd name="T27" fmla="*/ 3 h 98"/>
                <a:gd name="T28" fmla="*/ 70 w 83"/>
                <a:gd name="T29" fmla="*/ 9 h 98"/>
                <a:gd name="T30" fmla="*/ 77 w 83"/>
                <a:gd name="T31" fmla="*/ 19 h 98"/>
                <a:gd name="T32" fmla="*/ 81 w 83"/>
                <a:gd name="T33" fmla="*/ 32 h 98"/>
                <a:gd name="T34" fmla="*/ 62 w 83"/>
                <a:gd name="T35" fmla="*/ 35 h 98"/>
                <a:gd name="T36" fmla="*/ 56 w 83"/>
                <a:gd name="T37" fmla="*/ 22 h 98"/>
                <a:gd name="T38" fmla="*/ 43 w 83"/>
                <a:gd name="T39" fmla="*/ 17 h 98"/>
                <a:gd name="T40" fmla="*/ 26 w 83"/>
                <a:gd name="T41" fmla="*/ 26 h 98"/>
                <a:gd name="T42" fmla="*/ 20 w 83"/>
                <a:gd name="T43" fmla="*/ 49 h 98"/>
                <a:gd name="T44" fmla="*/ 27 w 83"/>
                <a:gd name="T45" fmla="*/ 73 h 98"/>
                <a:gd name="T46" fmla="*/ 43 w 83"/>
                <a:gd name="T47" fmla="*/ 82 h 98"/>
                <a:gd name="T48" fmla="*/ 56 w 83"/>
                <a:gd name="T49" fmla="*/ 77 h 98"/>
                <a:gd name="T50" fmla="*/ 62 w 83"/>
                <a:gd name="T51" fmla="*/ 64 h 98"/>
                <a:gd name="T52" fmla="*/ 83 w 83"/>
                <a:gd name="T53" fmla="*/ 64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3" h="98">
                  <a:moveTo>
                    <a:pt x="83" y="64"/>
                  </a:moveTo>
                  <a:cubicBezTo>
                    <a:pt x="82" y="69"/>
                    <a:pt x="81" y="73"/>
                    <a:pt x="79" y="77"/>
                  </a:cubicBezTo>
                  <a:cubicBezTo>
                    <a:pt x="77" y="82"/>
                    <a:pt x="75" y="85"/>
                    <a:pt x="71" y="88"/>
                  </a:cubicBezTo>
                  <a:cubicBezTo>
                    <a:pt x="68" y="91"/>
                    <a:pt x="64" y="94"/>
                    <a:pt x="59" y="96"/>
                  </a:cubicBezTo>
                  <a:cubicBezTo>
                    <a:pt x="55" y="97"/>
                    <a:pt x="49" y="98"/>
                    <a:pt x="43" y="98"/>
                  </a:cubicBezTo>
                  <a:cubicBezTo>
                    <a:pt x="36" y="98"/>
                    <a:pt x="30" y="97"/>
                    <a:pt x="24" y="95"/>
                  </a:cubicBezTo>
                  <a:cubicBezTo>
                    <a:pt x="19" y="92"/>
                    <a:pt x="15" y="89"/>
                    <a:pt x="11" y="85"/>
                  </a:cubicBezTo>
                  <a:cubicBezTo>
                    <a:pt x="7" y="81"/>
                    <a:pt x="5" y="75"/>
                    <a:pt x="3" y="69"/>
                  </a:cubicBezTo>
                  <a:cubicBezTo>
                    <a:pt x="1" y="63"/>
                    <a:pt x="0" y="57"/>
                    <a:pt x="0" y="49"/>
                  </a:cubicBezTo>
                  <a:cubicBezTo>
                    <a:pt x="0" y="42"/>
                    <a:pt x="1" y="35"/>
                    <a:pt x="3" y="29"/>
                  </a:cubicBezTo>
                  <a:cubicBezTo>
                    <a:pt x="5" y="23"/>
                    <a:pt x="8" y="18"/>
                    <a:pt x="12" y="14"/>
                  </a:cubicBezTo>
                  <a:cubicBezTo>
                    <a:pt x="15" y="9"/>
                    <a:pt x="20" y="6"/>
                    <a:pt x="25" y="4"/>
                  </a:cubicBezTo>
                  <a:cubicBezTo>
                    <a:pt x="31" y="2"/>
                    <a:pt x="37" y="0"/>
                    <a:pt x="43" y="0"/>
                  </a:cubicBezTo>
                  <a:cubicBezTo>
                    <a:pt x="49" y="0"/>
                    <a:pt x="54" y="1"/>
                    <a:pt x="59" y="3"/>
                  </a:cubicBezTo>
                  <a:cubicBezTo>
                    <a:pt x="63" y="4"/>
                    <a:pt x="67" y="6"/>
                    <a:pt x="70" y="9"/>
                  </a:cubicBezTo>
                  <a:cubicBezTo>
                    <a:pt x="73" y="12"/>
                    <a:pt x="75" y="15"/>
                    <a:pt x="77" y="19"/>
                  </a:cubicBezTo>
                  <a:cubicBezTo>
                    <a:pt x="79" y="23"/>
                    <a:pt x="80" y="27"/>
                    <a:pt x="81" y="32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1" y="29"/>
                    <a:pt x="59" y="25"/>
                    <a:pt x="56" y="22"/>
                  </a:cubicBezTo>
                  <a:cubicBezTo>
                    <a:pt x="53" y="19"/>
                    <a:pt x="49" y="17"/>
                    <a:pt x="43" y="17"/>
                  </a:cubicBezTo>
                  <a:cubicBezTo>
                    <a:pt x="36" y="17"/>
                    <a:pt x="30" y="20"/>
                    <a:pt x="26" y="26"/>
                  </a:cubicBezTo>
                  <a:cubicBezTo>
                    <a:pt x="22" y="31"/>
                    <a:pt x="20" y="39"/>
                    <a:pt x="20" y="49"/>
                  </a:cubicBezTo>
                  <a:cubicBezTo>
                    <a:pt x="20" y="60"/>
                    <a:pt x="23" y="68"/>
                    <a:pt x="27" y="73"/>
                  </a:cubicBezTo>
                  <a:cubicBezTo>
                    <a:pt x="31" y="79"/>
                    <a:pt x="36" y="82"/>
                    <a:pt x="43" y="82"/>
                  </a:cubicBezTo>
                  <a:cubicBezTo>
                    <a:pt x="49" y="82"/>
                    <a:pt x="54" y="80"/>
                    <a:pt x="56" y="77"/>
                  </a:cubicBezTo>
                  <a:cubicBezTo>
                    <a:pt x="59" y="74"/>
                    <a:pt x="61" y="69"/>
                    <a:pt x="62" y="64"/>
                  </a:cubicBezTo>
                  <a:lnTo>
                    <a:pt x="83" y="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21" name="Freeform 13"/>
            <p:cNvSpPr>
              <a:spLocks noEditPoints="1"/>
            </p:cNvSpPr>
            <p:nvPr/>
          </p:nvSpPr>
          <p:spPr bwMode="auto">
            <a:xfrm>
              <a:off x="3986213" y="4735513"/>
              <a:ext cx="1066800" cy="887413"/>
            </a:xfrm>
            <a:custGeom>
              <a:avLst/>
              <a:gdLst>
                <a:gd name="T0" fmla="*/ 82 w 119"/>
                <a:gd name="T1" fmla="*/ 40 h 99"/>
                <a:gd name="T2" fmla="*/ 82 w 119"/>
                <a:gd name="T3" fmla="*/ 47 h 99"/>
                <a:gd name="T4" fmla="*/ 57 w 119"/>
                <a:gd name="T5" fmla="*/ 47 h 99"/>
                <a:gd name="T6" fmla="*/ 57 w 119"/>
                <a:gd name="T7" fmla="*/ 40 h 99"/>
                <a:gd name="T8" fmla="*/ 60 w 119"/>
                <a:gd name="T9" fmla="*/ 40 h 99"/>
                <a:gd name="T10" fmla="*/ 60 w 119"/>
                <a:gd name="T11" fmla="*/ 36 h 99"/>
                <a:gd name="T12" fmla="*/ 63 w 119"/>
                <a:gd name="T13" fmla="*/ 28 h 99"/>
                <a:gd name="T14" fmla="*/ 71 w 119"/>
                <a:gd name="T15" fmla="*/ 25 h 99"/>
                <a:gd name="T16" fmla="*/ 78 w 119"/>
                <a:gd name="T17" fmla="*/ 28 h 99"/>
                <a:gd name="T18" fmla="*/ 81 w 119"/>
                <a:gd name="T19" fmla="*/ 35 h 99"/>
                <a:gd name="T20" fmla="*/ 75 w 119"/>
                <a:gd name="T21" fmla="*/ 36 h 99"/>
                <a:gd name="T22" fmla="*/ 74 w 119"/>
                <a:gd name="T23" fmla="*/ 32 h 99"/>
                <a:gd name="T24" fmla="*/ 71 w 119"/>
                <a:gd name="T25" fmla="*/ 32 h 99"/>
                <a:gd name="T26" fmla="*/ 67 w 119"/>
                <a:gd name="T27" fmla="*/ 36 h 99"/>
                <a:gd name="T28" fmla="*/ 67 w 119"/>
                <a:gd name="T29" fmla="*/ 40 h 99"/>
                <a:gd name="T30" fmla="*/ 82 w 119"/>
                <a:gd name="T31" fmla="*/ 40 h 99"/>
                <a:gd name="T32" fmla="*/ 100 w 119"/>
                <a:gd name="T33" fmla="*/ 82 h 99"/>
                <a:gd name="T34" fmla="*/ 100 w 119"/>
                <a:gd name="T35" fmla="*/ 0 h 99"/>
                <a:gd name="T36" fmla="*/ 119 w 119"/>
                <a:gd name="T37" fmla="*/ 0 h 99"/>
                <a:gd name="T38" fmla="*/ 119 w 119"/>
                <a:gd name="T39" fmla="*/ 99 h 99"/>
                <a:gd name="T40" fmla="*/ 38 w 119"/>
                <a:gd name="T41" fmla="*/ 99 h 99"/>
                <a:gd name="T42" fmla="*/ 10 w 119"/>
                <a:gd name="T43" fmla="*/ 91 h 99"/>
                <a:gd name="T44" fmla="*/ 0 w 119"/>
                <a:gd name="T45" fmla="*/ 65 h 99"/>
                <a:gd name="T46" fmla="*/ 4 w 119"/>
                <a:gd name="T47" fmla="*/ 49 h 99"/>
                <a:gd name="T48" fmla="*/ 16 w 119"/>
                <a:gd name="T49" fmla="*/ 37 h 99"/>
                <a:gd name="T50" fmla="*/ 34 w 119"/>
                <a:gd name="T51" fmla="*/ 33 h 99"/>
                <a:gd name="T52" fmla="*/ 36 w 119"/>
                <a:gd name="T53" fmla="*/ 49 h 99"/>
                <a:gd name="T54" fmla="*/ 23 w 119"/>
                <a:gd name="T55" fmla="*/ 54 h 99"/>
                <a:gd name="T56" fmla="*/ 19 w 119"/>
                <a:gd name="T57" fmla="*/ 65 h 99"/>
                <a:gd name="T58" fmla="*/ 23 w 119"/>
                <a:gd name="T59" fmla="*/ 78 h 99"/>
                <a:gd name="T60" fmla="*/ 38 w 119"/>
                <a:gd name="T61" fmla="*/ 82 h 99"/>
                <a:gd name="T62" fmla="*/ 100 w 119"/>
                <a:gd name="T63" fmla="*/ 82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19" h="99">
                  <a:moveTo>
                    <a:pt x="82" y="40"/>
                  </a:moveTo>
                  <a:cubicBezTo>
                    <a:pt x="82" y="47"/>
                    <a:pt x="82" y="47"/>
                    <a:pt x="82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60" y="33"/>
                    <a:pt x="61" y="30"/>
                    <a:pt x="63" y="28"/>
                  </a:cubicBezTo>
                  <a:cubicBezTo>
                    <a:pt x="65" y="26"/>
                    <a:pt x="67" y="25"/>
                    <a:pt x="71" y="25"/>
                  </a:cubicBezTo>
                  <a:cubicBezTo>
                    <a:pt x="74" y="25"/>
                    <a:pt x="77" y="26"/>
                    <a:pt x="78" y="28"/>
                  </a:cubicBezTo>
                  <a:cubicBezTo>
                    <a:pt x="80" y="29"/>
                    <a:pt x="81" y="31"/>
                    <a:pt x="81" y="35"/>
                  </a:cubicBezTo>
                  <a:cubicBezTo>
                    <a:pt x="75" y="36"/>
                    <a:pt x="75" y="36"/>
                    <a:pt x="75" y="36"/>
                  </a:cubicBezTo>
                  <a:cubicBezTo>
                    <a:pt x="75" y="34"/>
                    <a:pt x="75" y="33"/>
                    <a:pt x="74" y="32"/>
                  </a:cubicBezTo>
                  <a:cubicBezTo>
                    <a:pt x="74" y="32"/>
                    <a:pt x="73" y="32"/>
                    <a:pt x="71" y="32"/>
                  </a:cubicBezTo>
                  <a:cubicBezTo>
                    <a:pt x="68" y="32"/>
                    <a:pt x="67" y="33"/>
                    <a:pt x="67" y="36"/>
                  </a:cubicBezTo>
                  <a:cubicBezTo>
                    <a:pt x="67" y="40"/>
                    <a:pt x="67" y="40"/>
                    <a:pt x="67" y="40"/>
                  </a:cubicBezTo>
                  <a:lnTo>
                    <a:pt x="82" y="40"/>
                  </a:lnTo>
                  <a:close/>
                  <a:moveTo>
                    <a:pt x="100" y="82"/>
                  </a:moveTo>
                  <a:cubicBezTo>
                    <a:pt x="100" y="0"/>
                    <a:pt x="100" y="0"/>
                    <a:pt x="100" y="0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99"/>
                    <a:pt x="119" y="99"/>
                    <a:pt x="119" y="99"/>
                  </a:cubicBezTo>
                  <a:cubicBezTo>
                    <a:pt x="38" y="99"/>
                    <a:pt x="38" y="99"/>
                    <a:pt x="38" y="99"/>
                  </a:cubicBezTo>
                  <a:cubicBezTo>
                    <a:pt x="25" y="99"/>
                    <a:pt x="16" y="96"/>
                    <a:pt x="10" y="91"/>
                  </a:cubicBezTo>
                  <a:cubicBezTo>
                    <a:pt x="3" y="85"/>
                    <a:pt x="0" y="77"/>
                    <a:pt x="0" y="65"/>
                  </a:cubicBezTo>
                  <a:cubicBezTo>
                    <a:pt x="0" y="59"/>
                    <a:pt x="2" y="54"/>
                    <a:pt x="4" y="49"/>
                  </a:cubicBezTo>
                  <a:cubicBezTo>
                    <a:pt x="7" y="44"/>
                    <a:pt x="11" y="40"/>
                    <a:pt x="16" y="37"/>
                  </a:cubicBezTo>
                  <a:cubicBezTo>
                    <a:pt x="21" y="34"/>
                    <a:pt x="27" y="33"/>
                    <a:pt x="34" y="33"/>
                  </a:cubicBezTo>
                  <a:cubicBezTo>
                    <a:pt x="36" y="49"/>
                    <a:pt x="36" y="49"/>
                    <a:pt x="36" y="49"/>
                  </a:cubicBezTo>
                  <a:cubicBezTo>
                    <a:pt x="30" y="50"/>
                    <a:pt x="25" y="51"/>
                    <a:pt x="23" y="54"/>
                  </a:cubicBezTo>
                  <a:cubicBezTo>
                    <a:pt x="20" y="56"/>
                    <a:pt x="19" y="60"/>
                    <a:pt x="19" y="65"/>
                  </a:cubicBezTo>
                  <a:cubicBezTo>
                    <a:pt x="19" y="71"/>
                    <a:pt x="20" y="76"/>
                    <a:pt x="23" y="78"/>
                  </a:cubicBezTo>
                  <a:cubicBezTo>
                    <a:pt x="26" y="81"/>
                    <a:pt x="31" y="82"/>
                    <a:pt x="38" y="82"/>
                  </a:cubicBezTo>
                  <a:lnTo>
                    <a:pt x="100" y="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22" name="Freeform 14"/>
            <p:cNvSpPr>
              <a:spLocks noEditPoints="1"/>
            </p:cNvSpPr>
            <p:nvPr/>
          </p:nvSpPr>
          <p:spPr bwMode="auto">
            <a:xfrm>
              <a:off x="5195888" y="5005388"/>
              <a:ext cx="1684338" cy="903288"/>
            </a:xfrm>
            <a:custGeom>
              <a:avLst/>
              <a:gdLst>
                <a:gd name="T0" fmla="*/ 44 w 188"/>
                <a:gd name="T1" fmla="*/ 52 h 101"/>
                <a:gd name="T2" fmla="*/ 38 w 188"/>
                <a:gd name="T3" fmla="*/ 52 h 101"/>
                <a:gd name="T4" fmla="*/ 19 w 188"/>
                <a:gd name="T5" fmla="*/ 32 h 101"/>
                <a:gd name="T6" fmla="*/ 22 w 188"/>
                <a:gd name="T7" fmla="*/ 20 h 101"/>
                <a:gd name="T8" fmla="*/ 32 w 188"/>
                <a:gd name="T9" fmla="*/ 16 h 101"/>
                <a:gd name="T10" fmla="*/ 39 w 188"/>
                <a:gd name="T11" fmla="*/ 17 h 101"/>
                <a:gd name="T12" fmla="*/ 43 w 188"/>
                <a:gd name="T13" fmla="*/ 23 h 101"/>
                <a:gd name="T14" fmla="*/ 44 w 188"/>
                <a:gd name="T15" fmla="*/ 37 h 101"/>
                <a:gd name="T16" fmla="*/ 44 w 188"/>
                <a:gd name="T17" fmla="*/ 52 h 101"/>
                <a:gd name="T18" fmla="*/ 170 w 188"/>
                <a:gd name="T19" fmla="*/ 0 h 101"/>
                <a:gd name="T20" fmla="*/ 170 w 188"/>
                <a:gd name="T21" fmla="*/ 52 h 101"/>
                <a:gd name="T22" fmla="*/ 63 w 188"/>
                <a:gd name="T23" fmla="*/ 52 h 101"/>
                <a:gd name="T24" fmla="*/ 63 w 188"/>
                <a:gd name="T25" fmla="*/ 32 h 101"/>
                <a:gd name="T26" fmla="*/ 55 w 188"/>
                <a:gd name="T27" fmla="*/ 8 h 101"/>
                <a:gd name="T28" fmla="*/ 32 w 188"/>
                <a:gd name="T29" fmla="*/ 0 h 101"/>
                <a:gd name="T30" fmla="*/ 8 w 188"/>
                <a:gd name="T31" fmla="*/ 9 h 101"/>
                <a:gd name="T32" fmla="*/ 0 w 188"/>
                <a:gd name="T33" fmla="*/ 32 h 101"/>
                <a:gd name="T34" fmla="*/ 11 w 188"/>
                <a:gd name="T35" fmla="*/ 60 h 101"/>
                <a:gd name="T36" fmla="*/ 42 w 188"/>
                <a:gd name="T37" fmla="*/ 69 h 101"/>
                <a:gd name="T38" fmla="*/ 44 w 188"/>
                <a:gd name="T39" fmla="*/ 69 h 101"/>
                <a:gd name="T40" fmla="*/ 44 w 188"/>
                <a:gd name="T41" fmla="*/ 72 h 101"/>
                <a:gd name="T42" fmla="*/ 41 w 188"/>
                <a:gd name="T43" fmla="*/ 86 h 101"/>
                <a:gd name="T44" fmla="*/ 51 w 188"/>
                <a:gd name="T45" fmla="*/ 101 h 101"/>
                <a:gd name="T46" fmla="*/ 55 w 188"/>
                <a:gd name="T47" fmla="*/ 97 h 101"/>
                <a:gd name="T48" fmla="*/ 63 w 188"/>
                <a:gd name="T49" fmla="*/ 69 h 101"/>
                <a:gd name="T50" fmla="*/ 188 w 188"/>
                <a:gd name="T51" fmla="*/ 69 h 101"/>
                <a:gd name="T52" fmla="*/ 188 w 188"/>
                <a:gd name="T53" fmla="*/ 0 h 101"/>
                <a:gd name="T54" fmla="*/ 170 w 188"/>
                <a:gd name="T55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8" h="101">
                  <a:moveTo>
                    <a:pt x="44" y="52"/>
                  </a:moveTo>
                  <a:cubicBezTo>
                    <a:pt x="38" y="52"/>
                    <a:pt x="38" y="52"/>
                    <a:pt x="38" y="52"/>
                  </a:cubicBezTo>
                  <a:cubicBezTo>
                    <a:pt x="25" y="52"/>
                    <a:pt x="19" y="45"/>
                    <a:pt x="19" y="32"/>
                  </a:cubicBezTo>
                  <a:cubicBezTo>
                    <a:pt x="19" y="27"/>
                    <a:pt x="20" y="23"/>
                    <a:pt x="22" y="20"/>
                  </a:cubicBezTo>
                  <a:cubicBezTo>
                    <a:pt x="24" y="17"/>
                    <a:pt x="27" y="16"/>
                    <a:pt x="32" y="16"/>
                  </a:cubicBezTo>
                  <a:cubicBezTo>
                    <a:pt x="35" y="16"/>
                    <a:pt x="37" y="16"/>
                    <a:pt x="39" y="17"/>
                  </a:cubicBezTo>
                  <a:cubicBezTo>
                    <a:pt x="41" y="19"/>
                    <a:pt x="42" y="20"/>
                    <a:pt x="43" y="23"/>
                  </a:cubicBezTo>
                  <a:cubicBezTo>
                    <a:pt x="44" y="26"/>
                    <a:pt x="44" y="32"/>
                    <a:pt x="44" y="37"/>
                  </a:cubicBezTo>
                  <a:lnTo>
                    <a:pt x="44" y="52"/>
                  </a:lnTo>
                  <a:close/>
                  <a:moveTo>
                    <a:pt x="170" y="0"/>
                  </a:moveTo>
                  <a:cubicBezTo>
                    <a:pt x="170" y="52"/>
                    <a:pt x="170" y="52"/>
                    <a:pt x="170" y="52"/>
                  </a:cubicBezTo>
                  <a:cubicBezTo>
                    <a:pt x="63" y="52"/>
                    <a:pt x="63" y="52"/>
                    <a:pt x="63" y="52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22"/>
                    <a:pt x="60" y="13"/>
                    <a:pt x="55" y="8"/>
                  </a:cubicBezTo>
                  <a:cubicBezTo>
                    <a:pt x="50" y="3"/>
                    <a:pt x="42" y="0"/>
                    <a:pt x="32" y="0"/>
                  </a:cubicBezTo>
                  <a:cubicBezTo>
                    <a:pt x="22" y="0"/>
                    <a:pt x="14" y="3"/>
                    <a:pt x="8" y="9"/>
                  </a:cubicBezTo>
                  <a:cubicBezTo>
                    <a:pt x="3" y="14"/>
                    <a:pt x="0" y="22"/>
                    <a:pt x="0" y="32"/>
                  </a:cubicBezTo>
                  <a:cubicBezTo>
                    <a:pt x="0" y="44"/>
                    <a:pt x="3" y="54"/>
                    <a:pt x="11" y="60"/>
                  </a:cubicBezTo>
                  <a:cubicBezTo>
                    <a:pt x="18" y="66"/>
                    <a:pt x="28" y="69"/>
                    <a:pt x="42" y="69"/>
                  </a:cubicBezTo>
                  <a:cubicBezTo>
                    <a:pt x="44" y="69"/>
                    <a:pt x="44" y="69"/>
                    <a:pt x="44" y="69"/>
                  </a:cubicBezTo>
                  <a:cubicBezTo>
                    <a:pt x="44" y="72"/>
                    <a:pt x="44" y="72"/>
                    <a:pt x="44" y="72"/>
                  </a:cubicBezTo>
                  <a:cubicBezTo>
                    <a:pt x="44" y="79"/>
                    <a:pt x="43" y="83"/>
                    <a:pt x="41" y="86"/>
                  </a:cubicBezTo>
                  <a:cubicBezTo>
                    <a:pt x="51" y="101"/>
                    <a:pt x="51" y="101"/>
                    <a:pt x="51" y="101"/>
                  </a:cubicBezTo>
                  <a:cubicBezTo>
                    <a:pt x="53" y="100"/>
                    <a:pt x="54" y="99"/>
                    <a:pt x="55" y="97"/>
                  </a:cubicBezTo>
                  <a:cubicBezTo>
                    <a:pt x="60" y="92"/>
                    <a:pt x="63" y="80"/>
                    <a:pt x="63" y="69"/>
                  </a:cubicBezTo>
                  <a:cubicBezTo>
                    <a:pt x="188" y="69"/>
                    <a:pt x="188" y="69"/>
                    <a:pt x="188" y="69"/>
                  </a:cubicBezTo>
                  <a:cubicBezTo>
                    <a:pt x="188" y="0"/>
                    <a:pt x="188" y="0"/>
                    <a:pt x="188" y="0"/>
                  </a:cubicBezTo>
                  <a:lnTo>
                    <a:pt x="17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23" name="Rectangle 15"/>
            <p:cNvSpPr>
              <a:spLocks noChangeArrowheads="1"/>
            </p:cNvSpPr>
            <p:nvPr/>
          </p:nvSpPr>
          <p:spPr bwMode="auto">
            <a:xfrm>
              <a:off x="6718301" y="4754563"/>
              <a:ext cx="161925" cy="169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24" name="Freeform 16"/>
            <p:cNvSpPr>
              <a:spLocks/>
            </p:cNvSpPr>
            <p:nvPr/>
          </p:nvSpPr>
          <p:spPr bwMode="auto">
            <a:xfrm>
              <a:off x="7013576" y="5005388"/>
              <a:ext cx="833438" cy="617538"/>
            </a:xfrm>
            <a:custGeom>
              <a:avLst/>
              <a:gdLst>
                <a:gd name="T0" fmla="*/ 74 w 93"/>
                <a:gd name="T1" fmla="*/ 52 h 69"/>
                <a:gd name="T2" fmla="*/ 74 w 93"/>
                <a:gd name="T3" fmla="*/ 42 h 69"/>
                <a:gd name="T4" fmla="*/ 70 w 93"/>
                <a:gd name="T5" fmla="*/ 23 h 69"/>
                <a:gd name="T6" fmla="*/ 55 w 93"/>
                <a:gd name="T7" fmla="*/ 17 h 69"/>
                <a:gd name="T8" fmla="*/ 41 w 93"/>
                <a:gd name="T9" fmla="*/ 20 h 69"/>
                <a:gd name="T10" fmla="*/ 36 w 93"/>
                <a:gd name="T11" fmla="*/ 3 h 69"/>
                <a:gd name="T12" fmla="*/ 56 w 93"/>
                <a:gd name="T13" fmla="*/ 0 h 69"/>
                <a:gd name="T14" fmla="*/ 84 w 93"/>
                <a:gd name="T15" fmla="*/ 10 h 69"/>
                <a:gd name="T16" fmla="*/ 93 w 93"/>
                <a:gd name="T17" fmla="*/ 40 h 69"/>
                <a:gd name="T18" fmla="*/ 93 w 93"/>
                <a:gd name="T19" fmla="*/ 69 h 69"/>
                <a:gd name="T20" fmla="*/ 0 w 93"/>
                <a:gd name="T21" fmla="*/ 69 h 69"/>
                <a:gd name="T22" fmla="*/ 0 w 93"/>
                <a:gd name="T23" fmla="*/ 52 h 69"/>
                <a:gd name="T24" fmla="*/ 74 w 93"/>
                <a:gd name="T25" fmla="*/ 52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3" h="69">
                  <a:moveTo>
                    <a:pt x="74" y="52"/>
                  </a:moveTo>
                  <a:cubicBezTo>
                    <a:pt x="74" y="42"/>
                    <a:pt x="74" y="42"/>
                    <a:pt x="74" y="42"/>
                  </a:cubicBezTo>
                  <a:cubicBezTo>
                    <a:pt x="74" y="34"/>
                    <a:pt x="73" y="27"/>
                    <a:pt x="70" y="23"/>
                  </a:cubicBezTo>
                  <a:cubicBezTo>
                    <a:pt x="66" y="19"/>
                    <a:pt x="61" y="17"/>
                    <a:pt x="55" y="17"/>
                  </a:cubicBezTo>
                  <a:cubicBezTo>
                    <a:pt x="50" y="17"/>
                    <a:pt x="46" y="18"/>
                    <a:pt x="41" y="20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42" y="1"/>
                    <a:pt x="49" y="0"/>
                    <a:pt x="56" y="0"/>
                  </a:cubicBezTo>
                  <a:cubicBezTo>
                    <a:pt x="68" y="0"/>
                    <a:pt x="77" y="3"/>
                    <a:pt x="84" y="10"/>
                  </a:cubicBezTo>
                  <a:cubicBezTo>
                    <a:pt x="90" y="17"/>
                    <a:pt x="93" y="27"/>
                    <a:pt x="93" y="40"/>
                  </a:cubicBezTo>
                  <a:cubicBezTo>
                    <a:pt x="93" y="69"/>
                    <a:pt x="93" y="69"/>
                    <a:pt x="93" y="69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74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25" name="Freeform 17"/>
            <p:cNvSpPr>
              <a:spLocks/>
            </p:cNvSpPr>
            <p:nvPr/>
          </p:nvSpPr>
          <p:spPr bwMode="auto">
            <a:xfrm>
              <a:off x="7972426" y="4565650"/>
              <a:ext cx="223838" cy="188913"/>
            </a:xfrm>
            <a:custGeom>
              <a:avLst/>
              <a:gdLst>
                <a:gd name="T0" fmla="*/ 25 w 25"/>
                <a:gd name="T1" fmla="*/ 14 h 21"/>
                <a:gd name="T2" fmla="*/ 25 w 25"/>
                <a:gd name="T3" fmla="*/ 21 h 21"/>
                <a:gd name="T4" fmla="*/ 0 w 25"/>
                <a:gd name="T5" fmla="*/ 21 h 21"/>
                <a:gd name="T6" fmla="*/ 0 w 25"/>
                <a:gd name="T7" fmla="*/ 14 h 21"/>
                <a:gd name="T8" fmla="*/ 3 w 25"/>
                <a:gd name="T9" fmla="*/ 14 h 21"/>
                <a:gd name="T10" fmla="*/ 3 w 25"/>
                <a:gd name="T11" fmla="*/ 10 h 21"/>
                <a:gd name="T12" fmla="*/ 6 w 25"/>
                <a:gd name="T13" fmla="*/ 2 h 21"/>
                <a:gd name="T14" fmla="*/ 14 w 25"/>
                <a:gd name="T15" fmla="*/ 0 h 21"/>
                <a:gd name="T16" fmla="*/ 21 w 25"/>
                <a:gd name="T17" fmla="*/ 2 h 21"/>
                <a:gd name="T18" fmla="*/ 24 w 25"/>
                <a:gd name="T19" fmla="*/ 9 h 21"/>
                <a:gd name="T20" fmla="*/ 18 w 25"/>
                <a:gd name="T21" fmla="*/ 10 h 21"/>
                <a:gd name="T22" fmla="*/ 17 w 25"/>
                <a:gd name="T23" fmla="*/ 7 h 21"/>
                <a:gd name="T24" fmla="*/ 14 w 25"/>
                <a:gd name="T25" fmla="*/ 6 h 21"/>
                <a:gd name="T26" fmla="*/ 10 w 25"/>
                <a:gd name="T27" fmla="*/ 11 h 21"/>
                <a:gd name="T28" fmla="*/ 10 w 25"/>
                <a:gd name="T29" fmla="*/ 14 h 21"/>
                <a:gd name="T30" fmla="*/ 25 w 25"/>
                <a:gd name="T31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5" h="21">
                  <a:moveTo>
                    <a:pt x="25" y="14"/>
                  </a:moveTo>
                  <a:cubicBezTo>
                    <a:pt x="25" y="21"/>
                    <a:pt x="25" y="21"/>
                    <a:pt x="25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3" y="7"/>
                    <a:pt x="4" y="4"/>
                    <a:pt x="6" y="2"/>
                  </a:cubicBezTo>
                  <a:cubicBezTo>
                    <a:pt x="8" y="1"/>
                    <a:pt x="10" y="0"/>
                    <a:pt x="14" y="0"/>
                  </a:cubicBezTo>
                  <a:cubicBezTo>
                    <a:pt x="17" y="0"/>
                    <a:pt x="20" y="0"/>
                    <a:pt x="21" y="2"/>
                  </a:cubicBezTo>
                  <a:cubicBezTo>
                    <a:pt x="23" y="3"/>
                    <a:pt x="24" y="6"/>
                    <a:pt x="24" y="9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8"/>
                    <a:pt x="17" y="7"/>
                    <a:pt x="17" y="7"/>
                  </a:cubicBezTo>
                  <a:cubicBezTo>
                    <a:pt x="16" y="6"/>
                    <a:pt x="15" y="6"/>
                    <a:pt x="14" y="6"/>
                  </a:cubicBezTo>
                  <a:cubicBezTo>
                    <a:pt x="11" y="6"/>
                    <a:pt x="10" y="7"/>
                    <a:pt x="10" y="11"/>
                  </a:cubicBezTo>
                  <a:cubicBezTo>
                    <a:pt x="10" y="14"/>
                    <a:pt x="10" y="14"/>
                    <a:pt x="10" y="14"/>
                  </a:cubicBezTo>
                  <a:lnTo>
                    <a:pt x="25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  <p:sp>
          <p:nvSpPr>
            <p:cNvPr id="26" name="Rectangle 18"/>
            <p:cNvSpPr>
              <a:spLocks noChangeArrowheads="1"/>
            </p:cNvSpPr>
            <p:nvPr/>
          </p:nvSpPr>
          <p:spPr bwMode="auto">
            <a:xfrm>
              <a:off x="7991476" y="4816475"/>
              <a:ext cx="169863" cy="8064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106"/>
              <a:endParaRPr lang="en-GB" sz="1867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8689271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9756D81-CD19-4A02-8677-592C3864EA14}"/>
              </a:ext>
            </a:extLst>
          </p:cNvPr>
          <p:cNvSpPr/>
          <p:nvPr userDrawn="1"/>
        </p:nvSpPr>
        <p:spPr>
          <a:xfrm>
            <a:off x="152401" y="250200"/>
            <a:ext cx="11887203" cy="6379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5" tIns="45707" rIns="91415" bIns="45707" rtlCol="0" anchor="ctr"/>
          <a:lstStyle/>
          <a:p>
            <a:pPr algn="ctr" defTabSz="914106"/>
            <a:endParaRPr lang="en-GB" sz="1867">
              <a:solidFill>
                <a:prstClr val="white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C5D0F6-4EAA-42EE-BA30-5B67AEFCE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9F8B9E-AB46-4BE2-A5B1-941246A1F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>
              <a:solidFill>
                <a:srgbClr val="4D5156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9E20F6-0D16-4E7A-8505-96573591A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4751" y="6420451"/>
            <a:ext cx="360000" cy="180000"/>
          </a:xfrm>
        </p:spPr>
        <p:txBody>
          <a:bodyPr/>
          <a:lstStyle/>
          <a:p>
            <a:fld id="{F7641956-BF2E-4170-9809-8254439A8799}" type="slidenum">
              <a:rPr lang="en-GB" smtClean="0">
                <a:solidFill>
                  <a:srgbClr val="1859A9"/>
                </a:solidFill>
              </a:rPr>
              <a:pPr/>
              <a:t>‹#›</a:t>
            </a:fld>
            <a:endParaRPr lang="en-GB">
              <a:solidFill>
                <a:srgbClr val="1859A9"/>
              </a:solidFill>
            </a:endParaRP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A4B1A43A-BE05-43C8-BBC6-DC87AA89C6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7741" y="1620005"/>
            <a:ext cx="5364164" cy="200025"/>
          </a:xfrm>
        </p:spPr>
        <p:txBody>
          <a:bodyPr/>
          <a:lstStyle>
            <a:lvl1pPr>
              <a:spcBef>
                <a:spcPts val="0"/>
              </a:spcBef>
              <a:defRPr sz="1067" b="1" cap="all" spc="359" baseline="0"/>
            </a:lvl1pPr>
            <a:lvl2pPr>
              <a:defRPr sz="1067"/>
            </a:lvl2pPr>
            <a:lvl3pPr>
              <a:defRPr sz="1067"/>
            </a:lvl3pPr>
            <a:lvl4pPr>
              <a:defRPr sz="1067"/>
            </a:lvl4pPr>
            <a:lvl5pPr>
              <a:defRPr sz="1067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F860E4C-5CCD-49F3-831A-52D4B2B97E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738" y="2060580"/>
            <a:ext cx="5148265" cy="39989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8E6AD55-6843-479D-8C8B-5E75C90FD94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311903" y="2059424"/>
            <a:ext cx="5160100" cy="40000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grpSp>
        <p:nvGrpSpPr>
          <p:cNvPr id="47" name="Group 46"/>
          <p:cNvGrpSpPr>
            <a:grpSpLocks noChangeAspect="1"/>
          </p:cNvGrpSpPr>
          <p:nvPr userDrawn="1"/>
        </p:nvGrpSpPr>
        <p:grpSpPr>
          <a:xfrm>
            <a:off x="11410591" y="67656"/>
            <a:ext cx="585899" cy="1087435"/>
            <a:chOff x="10546428" y="-86005"/>
            <a:chExt cx="923259" cy="1713580"/>
          </a:xfrm>
        </p:grpSpPr>
        <p:sp>
          <p:nvSpPr>
            <p:cNvPr id="48" name="Rectangle 47"/>
            <p:cNvSpPr/>
            <p:nvPr userDrawn="1"/>
          </p:nvSpPr>
          <p:spPr bwMode="white">
            <a:xfrm>
              <a:off x="10546428" y="-86005"/>
              <a:ext cx="923259" cy="17135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06"/>
              <a:endParaRPr lang="en-GB" sz="1867">
                <a:solidFill>
                  <a:prstClr val="white"/>
                </a:solidFill>
              </a:endParaRPr>
            </a:p>
          </p:txBody>
        </p:sp>
        <p:grpSp>
          <p:nvGrpSpPr>
            <p:cNvPr id="49" name="Group 48"/>
            <p:cNvGrpSpPr>
              <a:grpSpLocks noChangeAspect="1"/>
            </p:cNvGrpSpPr>
            <p:nvPr userDrawn="1"/>
          </p:nvGrpSpPr>
          <p:grpSpPr>
            <a:xfrm>
              <a:off x="10639077" y="333830"/>
              <a:ext cx="767941" cy="1201994"/>
              <a:chOff x="3986213" y="0"/>
              <a:chExt cx="4381501" cy="6858001"/>
            </a:xfrm>
            <a:solidFill>
              <a:schemeClr val="tx2"/>
            </a:solidFill>
          </p:grpSpPr>
          <p:sp>
            <p:nvSpPr>
              <p:cNvPr id="50" name="Freeform 5"/>
              <p:cNvSpPr>
                <a:spLocks/>
              </p:cNvSpPr>
              <p:nvPr/>
            </p:nvSpPr>
            <p:spPr bwMode="auto">
              <a:xfrm>
                <a:off x="6521451" y="1746250"/>
                <a:ext cx="1846263" cy="2443163"/>
              </a:xfrm>
              <a:custGeom>
                <a:avLst/>
                <a:gdLst>
                  <a:gd name="T0" fmla="*/ 113 w 206"/>
                  <a:gd name="T1" fmla="*/ 196 h 273"/>
                  <a:gd name="T2" fmla="*/ 70 w 206"/>
                  <a:gd name="T3" fmla="*/ 273 h 273"/>
                  <a:gd name="T4" fmla="*/ 184 w 206"/>
                  <a:gd name="T5" fmla="*/ 273 h 273"/>
                  <a:gd name="T6" fmla="*/ 0 w 206"/>
                  <a:gd name="T7" fmla="*/ 0 h 273"/>
                  <a:gd name="T8" fmla="*/ 113 w 206"/>
                  <a:gd name="T9" fmla="*/ 196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6" h="273">
                    <a:moveTo>
                      <a:pt x="113" y="196"/>
                    </a:moveTo>
                    <a:cubicBezTo>
                      <a:pt x="106" y="226"/>
                      <a:pt x="91" y="252"/>
                      <a:pt x="70" y="273"/>
                    </a:cubicBezTo>
                    <a:cubicBezTo>
                      <a:pt x="184" y="273"/>
                      <a:pt x="184" y="273"/>
                      <a:pt x="184" y="273"/>
                    </a:cubicBezTo>
                    <a:cubicBezTo>
                      <a:pt x="206" y="154"/>
                      <a:pt x="128" y="28"/>
                      <a:pt x="0" y="0"/>
                    </a:cubicBezTo>
                    <a:cubicBezTo>
                      <a:pt x="26" y="7"/>
                      <a:pt x="138" y="60"/>
                      <a:pt x="113" y="196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51" name="Freeform 6"/>
              <p:cNvSpPr>
                <a:spLocks/>
              </p:cNvSpPr>
              <p:nvPr/>
            </p:nvSpPr>
            <p:spPr bwMode="auto">
              <a:xfrm>
                <a:off x="3986213" y="0"/>
                <a:ext cx="4219575" cy="4189413"/>
              </a:xfrm>
              <a:custGeom>
                <a:avLst/>
                <a:gdLst>
                  <a:gd name="T0" fmla="*/ 0 w 471"/>
                  <a:gd name="T1" fmla="*/ 0 h 468"/>
                  <a:gd name="T2" fmla="*/ 0 w 471"/>
                  <a:gd name="T3" fmla="*/ 468 h 468"/>
                  <a:gd name="T4" fmla="*/ 50 w 471"/>
                  <a:gd name="T5" fmla="*/ 468 h 468"/>
                  <a:gd name="T6" fmla="*/ 104 w 471"/>
                  <a:gd name="T7" fmla="*/ 466 h 468"/>
                  <a:gd name="T8" fmla="*/ 247 w 471"/>
                  <a:gd name="T9" fmla="*/ 346 h 468"/>
                  <a:gd name="T10" fmla="*/ 161 w 471"/>
                  <a:gd name="T11" fmla="*/ 219 h 468"/>
                  <a:gd name="T12" fmla="*/ 157 w 471"/>
                  <a:gd name="T13" fmla="*/ 218 h 468"/>
                  <a:gd name="T14" fmla="*/ 100 w 471"/>
                  <a:gd name="T15" fmla="*/ 212 h 468"/>
                  <a:gd name="T16" fmla="*/ 92 w 471"/>
                  <a:gd name="T17" fmla="*/ 243 h 468"/>
                  <a:gd name="T18" fmla="*/ 81 w 471"/>
                  <a:gd name="T19" fmla="*/ 165 h 468"/>
                  <a:gd name="T20" fmla="*/ 124 w 471"/>
                  <a:gd name="T21" fmla="*/ 123 h 468"/>
                  <a:gd name="T22" fmla="*/ 124 w 471"/>
                  <a:gd name="T23" fmla="*/ 122 h 468"/>
                  <a:gd name="T24" fmla="*/ 186 w 471"/>
                  <a:gd name="T25" fmla="*/ 78 h 468"/>
                  <a:gd name="T26" fmla="*/ 259 w 471"/>
                  <a:gd name="T27" fmla="*/ 58 h 468"/>
                  <a:gd name="T28" fmla="*/ 471 w 471"/>
                  <a:gd name="T29" fmla="*/ 151 h 468"/>
                  <a:gd name="T30" fmla="*/ 471 w 471"/>
                  <a:gd name="T31" fmla="*/ 0 h 468"/>
                  <a:gd name="T32" fmla="*/ 0 w 471"/>
                  <a:gd name="T33" fmla="*/ 0 h 4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71" h="468">
                    <a:moveTo>
                      <a:pt x="0" y="0"/>
                    </a:moveTo>
                    <a:cubicBezTo>
                      <a:pt x="0" y="468"/>
                      <a:pt x="0" y="468"/>
                      <a:pt x="0" y="468"/>
                    </a:cubicBezTo>
                    <a:cubicBezTo>
                      <a:pt x="50" y="468"/>
                      <a:pt x="50" y="468"/>
                      <a:pt x="50" y="468"/>
                    </a:cubicBezTo>
                    <a:cubicBezTo>
                      <a:pt x="80" y="468"/>
                      <a:pt x="87" y="468"/>
                      <a:pt x="104" y="466"/>
                    </a:cubicBezTo>
                    <a:cubicBezTo>
                      <a:pt x="175" y="455"/>
                      <a:pt x="240" y="397"/>
                      <a:pt x="247" y="346"/>
                    </a:cubicBezTo>
                    <a:cubicBezTo>
                      <a:pt x="258" y="285"/>
                      <a:pt x="225" y="232"/>
                      <a:pt x="161" y="219"/>
                    </a:cubicBezTo>
                    <a:cubicBezTo>
                      <a:pt x="160" y="219"/>
                      <a:pt x="159" y="218"/>
                      <a:pt x="157" y="218"/>
                    </a:cubicBezTo>
                    <a:cubicBezTo>
                      <a:pt x="155" y="218"/>
                      <a:pt x="124" y="218"/>
                      <a:pt x="100" y="212"/>
                    </a:cubicBezTo>
                    <a:cubicBezTo>
                      <a:pt x="100" y="212"/>
                      <a:pt x="87" y="223"/>
                      <a:pt x="92" y="243"/>
                    </a:cubicBezTo>
                    <a:cubicBezTo>
                      <a:pt x="92" y="243"/>
                      <a:pt x="61" y="210"/>
                      <a:pt x="81" y="165"/>
                    </a:cubicBezTo>
                    <a:cubicBezTo>
                      <a:pt x="81" y="165"/>
                      <a:pt x="90" y="144"/>
                      <a:pt x="124" y="123"/>
                    </a:cubicBezTo>
                    <a:cubicBezTo>
                      <a:pt x="124" y="123"/>
                      <a:pt x="124" y="122"/>
                      <a:pt x="124" y="122"/>
                    </a:cubicBezTo>
                    <a:cubicBezTo>
                      <a:pt x="133" y="111"/>
                      <a:pt x="155" y="93"/>
                      <a:pt x="186" y="78"/>
                    </a:cubicBezTo>
                    <a:cubicBezTo>
                      <a:pt x="201" y="71"/>
                      <a:pt x="228" y="61"/>
                      <a:pt x="259" y="58"/>
                    </a:cubicBezTo>
                    <a:cubicBezTo>
                      <a:pt x="397" y="45"/>
                      <a:pt x="471" y="151"/>
                      <a:pt x="471" y="151"/>
                    </a:cubicBezTo>
                    <a:cubicBezTo>
                      <a:pt x="471" y="0"/>
                      <a:pt x="471" y="0"/>
                      <a:pt x="47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52" name="Freeform 7"/>
              <p:cNvSpPr>
                <a:spLocks/>
              </p:cNvSpPr>
              <p:nvPr/>
            </p:nvSpPr>
            <p:spPr bwMode="auto">
              <a:xfrm>
                <a:off x="5545138" y="939800"/>
                <a:ext cx="2660650" cy="1011238"/>
              </a:xfrm>
              <a:custGeom>
                <a:avLst/>
                <a:gdLst>
                  <a:gd name="T0" fmla="*/ 167 w 297"/>
                  <a:gd name="T1" fmla="*/ 9 h 113"/>
                  <a:gd name="T2" fmla="*/ 0 w 297"/>
                  <a:gd name="T3" fmla="*/ 48 h 113"/>
                  <a:gd name="T4" fmla="*/ 33 w 297"/>
                  <a:gd name="T5" fmla="*/ 33 h 113"/>
                  <a:gd name="T6" fmla="*/ 61 w 297"/>
                  <a:gd name="T7" fmla="*/ 60 h 113"/>
                  <a:gd name="T8" fmla="*/ 103 w 297"/>
                  <a:gd name="T9" fmla="*/ 34 h 113"/>
                  <a:gd name="T10" fmla="*/ 103 w 297"/>
                  <a:gd name="T11" fmla="*/ 20 h 113"/>
                  <a:gd name="T12" fmla="*/ 297 w 297"/>
                  <a:gd name="T13" fmla="*/ 113 h 113"/>
                  <a:gd name="T14" fmla="*/ 297 w 297"/>
                  <a:gd name="T15" fmla="*/ 71 h 113"/>
                  <a:gd name="T16" fmla="*/ 167 w 297"/>
                  <a:gd name="T17" fmla="*/ 9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7" h="113">
                    <a:moveTo>
                      <a:pt x="167" y="9"/>
                    </a:moveTo>
                    <a:cubicBezTo>
                      <a:pt x="100" y="0"/>
                      <a:pt x="44" y="17"/>
                      <a:pt x="0" y="48"/>
                    </a:cubicBezTo>
                    <a:cubicBezTo>
                      <a:pt x="0" y="48"/>
                      <a:pt x="13" y="40"/>
                      <a:pt x="33" y="33"/>
                    </a:cubicBezTo>
                    <a:cubicBezTo>
                      <a:pt x="36" y="46"/>
                      <a:pt x="47" y="57"/>
                      <a:pt x="61" y="60"/>
                    </a:cubicBezTo>
                    <a:cubicBezTo>
                      <a:pt x="81" y="64"/>
                      <a:pt x="100" y="52"/>
                      <a:pt x="103" y="34"/>
                    </a:cubicBezTo>
                    <a:cubicBezTo>
                      <a:pt x="104" y="30"/>
                      <a:pt x="104" y="25"/>
                      <a:pt x="103" y="20"/>
                    </a:cubicBezTo>
                    <a:cubicBezTo>
                      <a:pt x="230" y="16"/>
                      <a:pt x="297" y="113"/>
                      <a:pt x="297" y="113"/>
                    </a:cubicBezTo>
                    <a:cubicBezTo>
                      <a:pt x="297" y="71"/>
                      <a:pt x="297" y="71"/>
                      <a:pt x="297" y="71"/>
                    </a:cubicBezTo>
                    <a:cubicBezTo>
                      <a:pt x="278" y="52"/>
                      <a:pt x="226" y="15"/>
                      <a:pt x="167" y="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53" name="Freeform 8"/>
              <p:cNvSpPr>
                <a:spLocks noEditPoints="1"/>
              </p:cNvSpPr>
              <p:nvPr/>
            </p:nvSpPr>
            <p:spPr bwMode="auto">
              <a:xfrm>
                <a:off x="3986213" y="6007100"/>
                <a:ext cx="796925" cy="833438"/>
              </a:xfrm>
              <a:custGeom>
                <a:avLst/>
                <a:gdLst>
                  <a:gd name="T0" fmla="*/ 310 w 502"/>
                  <a:gd name="T1" fmla="*/ 311 h 525"/>
                  <a:gd name="T2" fmla="*/ 248 w 502"/>
                  <a:gd name="T3" fmla="*/ 124 h 525"/>
                  <a:gd name="T4" fmla="*/ 186 w 502"/>
                  <a:gd name="T5" fmla="*/ 311 h 525"/>
                  <a:gd name="T6" fmla="*/ 310 w 502"/>
                  <a:gd name="T7" fmla="*/ 311 h 525"/>
                  <a:gd name="T8" fmla="*/ 198 w 502"/>
                  <a:gd name="T9" fmla="*/ 0 h 525"/>
                  <a:gd name="T10" fmla="*/ 305 w 502"/>
                  <a:gd name="T11" fmla="*/ 0 h 525"/>
                  <a:gd name="T12" fmla="*/ 502 w 502"/>
                  <a:gd name="T13" fmla="*/ 525 h 525"/>
                  <a:gd name="T14" fmla="*/ 384 w 502"/>
                  <a:gd name="T15" fmla="*/ 525 h 525"/>
                  <a:gd name="T16" fmla="*/ 339 w 502"/>
                  <a:gd name="T17" fmla="*/ 401 h 525"/>
                  <a:gd name="T18" fmla="*/ 158 w 502"/>
                  <a:gd name="T19" fmla="*/ 401 h 525"/>
                  <a:gd name="T20" fmla="*/ 113 w 502"/>
                  <a:gd name="T21" fmla="*/ 525 h 525"/>
                  <a:gd name="T22" fmla="*/ 0 w 502"/>
                  <a:gd name="T23" fmla="*/ 525 h 525"/>
                  <a:gd name="T24" fmla="*/ 198 w 502"/>
                  <a:gd name="T25" fmla="*/ 0 h 5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02" h="525">
                    <a:moveTo>
                      <a:pt x="310" y="311"/>
                    </a:moveTo>
                    <a:lnTo>
                      <a:pt x="248" y="124"/>
                    </a:lnTo>
                    <a:lnTo>
                      <a:pt x="186" y="311"/>
                    </a:lnTo>
                    <a:lnTo>
                      <a:pt x="310" y="311"/>
                    </a:lnTo>
                    <a:close/>
                    <a:moveTo>
                      <a:pt x="198" y="0"/>
                    </a:moveTo>
                    <a:lnTo>
                      <a:pt x="305" y="0"/>
                    </a:lnTo>
                    <a:lnTo>
                      <a:pt x="502" y="525"/>
                    </a:lnTo>
                    <a:lnTo>
                      <a:pt x="384" y="525"/>
                    </a:lnTo>
                    <a:lnTo>
                      <a:pt x="339" y="401"/>
                    </a:lnTo>
                    <a:lnTo>
                      <a:pt x="158" y="401"/>
                    </a:lnTo>
                    <a:lnTo>
                      <a:pt x="113" y="525"/>
                    </a:lnTo>
                    <a:lnTo>
                      <a:pt x="0" y="525"/>
                    </a:lnTo>
                    <a:lnTo>
                      <a:pt x="19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54" name="Freeform 9"/>
              <p:cNvSpPr>
                <a:spLocks noEditPoints="1"/>
              </p:cNvSpPr>
              <p:nvPr/>
            </p:nvSpPr>
            <p:spPr bwMode="auto">
              <a:xfrm>
                <a:off x="4881563" y="6007100"/>
                <a:ext cx="717550" cy="833438"/>
              </a:xfrm>
              <a:custGeom>
                <a:avLst/>
                <a:gdLst>
                  <a:gd name="T0" fmla="*/ 32 w 80"/>
                  <a:gd name="T1" fmla="*/ 76 h 93"/>
                  <a:gd name="T2" fmla="*/ 45 w 80"/>
                  <a:gd name="T3" fmla="*/ 74 h 93"/>
                  <a:gd name="T4" fmla="*/ 53 w 80"/>
                  <a:gd name="T5" fmla="*/ 68 h 93"/>
                  <a:gd name="T6" fmla="*/ 58 w 80"/>
                  <a:gd name="T7" fmla="*/ 58 h 93"/>
                  <a:gd name="T8" fmla="*/ 60 w 80"/>
                  <a:gd name="T9" fmla="*/ 46 h 93"/>
                  <a:gd name="T10" fmla="*/ 59 w 80"/>
                  <a:gd name="T11" fmla="*/ 34 h 93"/>
                  <a:gd name="T12" fmla="*/ 54 w 80"/>
                  <a:gd name="T13" fmla="*/ 24 h 93"/>
                  <a:gd name="T14" fmla="*/ 46 w 80"/>
                  <a:gd name="T15" fmla="*/ 18 h 93"/>
                  <a:gd name="T16" fmla="*/ 35 w 80"/>
                  <a:gd name="T17" fmla="*/ 16 h 93"/>
                  <a:gd name="T18" fmla="*/ 19 w 80"/>
                  <a:gd name="T19" fmla="*/ 16 h 93"/>
                  <a:gd name="T20" fmla="*/ 19 w 80"/>
                  <a:gd name="T21" fmla="*/ 76 h 93"/>
                  <a:gd name="T22" fmla="*/ 32 w 80"/>
                  <a:gd name="T23" fmla="*/ 76 h 93"/>
                  <a:gd name="T24" fmla="*/ 0 w 80"/>
                  <a:gd name="T25" fmla="*/ 0 h 93"/>
                  <a:gd name="T26" fmla="*/ 35 w 80"/>
                  <a:gd name="T27" fmla="*/ 0 h 93"/>
                  <a:gd name="T28" fmla="*/ 68 w 80"/>
                  <a:gd name="T29" fmla="*/ 11 h 93"/>
                  <a:gd name="T30" fmla="*/ 80 w 80"/>
                  <a:gd name="T31" fmla="*/ 46 h 93"/>
                  <a:gd name="T32" fmla="*/ 77 w 80"/>
                  <a:gd name="T33" fmla="*/ 66 h 93"/>
                  <a:gd name="T34" fmla="*/ 67 w 80"/>
                  <a:gd name="T35" fmla="*/ 81 h 93"/>
                  <a:gd name="T36" fmla="*/ 52 w 80"/>
                  <a:gd name="T37" fmla="*/ 90 h 93"/>
                  <a:gd name="T38" fmla="*/ 31 w 80"/>
                  <a:gd name="T39" fmla="*/ 93 h 93"/>
                  <a:gd name="T40" fmla="*/ 0 w 80"/>
                  <a:gd name="T41" fmla="*/ 93 h 93"/>
                  <a:gd name="T42" fmla="*/ 0 w 80"/>
                  <a:gd name="T43" fmla="*/ 0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0" h="93">
                    <a:moveTo>
                      <a:pt x="32" y="76"/>
                    </a:moveTo>
                    <a:cubicBezTo>
                      <a:pt x="37" y="76"/>
                      <a:pt x="41" y="76"/>
                      <a:pt x="45" y="74"/>
                    </a:cubicBezTo>
                    <a:cubicBezTo>
                      <a:pt x="48" y="73"/>
                      <a:pt x="51" y="71"/>
                      <a:pt x="53" y="68"/>
                    </a:cubicBezTo>
                    <a:cubicBezTo>
                      <a:pt x="56" y="65"/>
                      <a:pt x="57" y="62"/>
                      <a:pt x="58" y="58"/>
                    </a:cubicBezTo>
                    <a:cubicBezTo>
                      <a:pt x="59" y="55"/>
                      <a:pt x="60" y="51"/>
                      <a:pt x="60" y="46"/>
                    </a:cubicBezTo>
                    <a:cubicBezTo>
                      <a:pt x="60" y="41"/>
                      <a:pt x="59" y="37"/>
                      <a:pt x="59" y="34"/>
                    </a:cubicBezTo>
                    <a:cubicBezTo>
                      <a:pt x="58" y="30"/>
                      <a:pt x="56" y="27"/>
                      <a:pt x="54" y="24"/>
                    </a:cubicBezTo>
                    <a:cubicBezTo>
                      <a:pt x="52" y="22"/>
                      <a:pt x="50" y="20"/>
                      <a:pt x="46" y="18"/>
                    </a:cubicBezTo>
                    <a:cubicBezTo>
                      <a:pt x="43" y="17"/>
                      <a:pt x="39" y="16"/>
                      <a:pt x="35" y="16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19" y="76"/>
                      <a:pt x="19" y="76"/>
                      <a:pt x="19" y="76"/>
                    </a:cubicBezTo>
                    <a:lnTo>
                      <a:pt x="32" y="76"/>
                    </a:lnTo>
                    <a:close/>
                    <a:moveTo>
                      <a:pt x="0" y="0"/>
                    </a:moveTo>
                    <a:cubicBezTo>
                      <a:pt x="35" y="0"/>
                      <a:pt x="35" y="0"/>
                      <a:pt x="35" y="0"/>
                    </a:cubicBezTo>
                    <a:cubicBezTo>
                      <a:pt x="49" y="0"/>
                      <a:pt x="60" y="4"/>
                      <a:pt x="68" y="11"/>
                    </a:cubicBezTo>
                    <a:cubicBezTo>
                      <a:pt x="76" y="19"/>
                      <a:pt x="80" y="31"/>
                      <a:pt x="80" y="46"/>
                    </a:cubicBezTo>
                    <a:cubicBezTo>
                      <a:pt x="80" y="54"/>
                      <a:pt x="79" y="60"/>
                      <a:pt x="77" y="66"/>
                    </a:cubicBezTo>
                    <a:cubicBezTo>
                      <a:pt x="74" y="72"/>
                      <a:pt x="71" y="77"/>
                      <a:pt x="67" y="81"/>
                    </a:cubicBezTo>
                    <a:cubicBezTo>
                      <a:pt x="63" y="85"/>
                      <a:pt x="58" y="88"/>
                      <a:pt x="52" y="90"/>
                    </a:cubicBezTo>
                    <a:cubicBezTo>
                      <a:pt x="46" y="92"/>
                      <a:pt x="39" y="93"/>
                      <a:pt x="31" y="93"/>
                    </a:cubicBezTo>
                    <a:cubicBezTo>
                      <a:pt x="0" y="93"/>
                      <a:pt x="0" y="93"/>
                      <a:pt x="0" y="93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55" name="Freeform 10"/>
              <p:cNvSpPr>
                <a:spLocks/>
              </p:cNvSpPr>
              <p:nvPr/>
            </p:nvSpPr>
            <p:spPr bwMode="auto">
              <a:xfrm>
                <a:off x="5734051" y="6007100"/>
                <a:ext cx="671513" cy="833438"/>
              </a:xfrm>
              <a:custGeom>
                <a:avLst/>
                <a:gdLst>
                  <a:gd name="T0" fmla="*/ 0 w 423"/>
                  <a:gd name="T1" fmla="*/ 0 h 525"/>
                  <a:gd name="T2" fmla="*/ 101 w 423"/>
                  <a:gd name="T3" fmla="*/ 0 h 525"/>
                  <a:gd name="T4" fmla="*/ 316 w 423"/>
                  <a:gd name="T5" fmla="*/ 344 h 525"/>
                  <a:gd name="T6" fmla="*/ 316 w 423"/>
                  <a:gd name="T7" fmla="*/ 0 h 525"/>
                  <a:gd name="T8" fmla="*/ 423 w 423"/>
                  <a:gd name="T9" fmla="*/ 0 h 525"/>
                  <a:gd name="T10" fmla="*/ 423 w 423"/>
                  <a:gd name="T11" fmla="*/ 525 h 525"/>
                  <a:gd name="T12" fmla="*/ 327 w 423"/>
                  <a:gd name="T13" fmla="*/ 525 h 525"/>
                  <a:gd name="T14" fmla="*/ 107 w 423"/>
                  <a:gd name="T15" fmla="*/ 181 h 525"/>
                  <a:gd name="T16" fmla="*/ 107 w 423"/>
                  <a:gd name="T17" fmla="*/ 525 h 525"/>
                  <a:gd name="T18" fmla="*/ 0 w 423"/>
                  <a:gd name="T19" fmla="*/ 525 h 525"/>
                  <a:gd name="T20" fmla="*/ 0 w 423"/>
                  <a:gd name="T21" fmla="*/ 0 h 5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23" h="525">
                    <a:moveTo>
                      <a:pt x="0" y="0"/>
                    </a:moveTo>
                    <a:lnTo>
                      <a:pt x="101" y="0"/>
                    </a:lnTo>
                    <a:lnTo>
                      <a:pt x="316" y="344"/>
                    </a:lnTo>
                    <a:lnTo>
                      <a:pt x="316" y="0"/>
                    </a:lnTo>
                    <a:lnTo>
                      <a:pt x="423" y="0"/>
                    </a:lnTo>
                    <a:lnTo>
                      <a:pt x="423" y="525"/>
                    </a:lnTo>
                    <a:lnTo>
                      <a:pt x="327" y="525"/>
                    </a:lnTo>
                    <a:lnTo>
                      <a:pt x="107" y="181"/>
                    </a:lnTo>
                    <a:lnTo>
                      <a:pt x="107" y="525"/>
                    </a:lnTo>
                    <a:lnTo>
                      <a:pt x="0" y="52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56" name="Freeform 11"/>
              <p:cNvSpPr>
                <a:spLocks noEditPoints="1"/>
              </p:cNvSpPr>
              <p:nvPr/>
            </p:nvSpPr>
            <p:spPr bwMode="auto">
              <a:xfrm>
                <a:off x="6548438" y="5980113"/>
                <a:ext cx="796925" cy="877888"/>
              </a:xfrm>
              <a:custGeom>
                <a:avLst/>
                <a:gdLst>
                  <a:gd name="T0" fmla="*/ 45 w 89"/>
                  <a:gd name="T1" fmla="*/ 82 h 98"/>
                  <a:gd name="T2" fmla="*/ 63 w 89"/>
                  <a:gd name="T3" fmla="*/ 73 h 98"/>
                  <a:gd name="T4" fmla="*/ 69 w 89"/>
                  <a:gd name="T5" fmla="*/ 49 h 98"/>
                  <a:gd name="T6" fmla="*/ 63 w 89"/>
                  <a:gd name="T7" fmla="*/ 26 h 98"/>
                  <a:gd name="T8" fmla="*/ 45 w 89"/>
                  <a:gd name="T9" fmla="*/ 17 h 98"/>
                  <a:gd name="T10" fmla="*/ 26 w 89"/>
                  <a:gd name="T11" fmla="*/ 26 h 98"/>
                  <a:gd name="T12" fmla="*/ 20 w 89"/>
                  <a:gd name="T13" fmla="*/ 49 h 98"/>
                  <a:gd name="T14" fmla="*/ 26 w 89"/>
                  <a:gd name="T15" fmla="*/ 73 h 98"/>
                  <a:gd name="T16" fmla="*/ 45 w 89"/>
                  <a:gd name="T17" fmla="*/ 82 h 98"/>
                  <a:gd name="T18" fmla="*/ 45 w 89"/>
                  <a:gd name="T19" fmla="*/ 98 h 98"/>
                  <a:gd name="T20" fmla="*/ 26 w 89"/>
                  <a:gd name="T21" fmla="*/ 95 h 98"/>
                  <a:gd name="T22" fmla="*/ 12 w 89"/>
                  <a:gd name="T23" fmla="*/ 85 h 98"/>
                  <a:gd name="T24" fmla="*/ 3 w 89"/>
                  <a:gd name="T25" fmla="*/ 70 h 98"/>
                  <a:gd name="T26" fmla="*/ 0 w 89"/>
                  <a:gd name="T27" fmla="*/ 49 h 98"/>
                  <a:gd name="T28" fmla="*/ 3 w 89"/>
                  <a:gd name="T29" fmla="*/ 29 h 98"/>
                  <a:gd name="T30" fmla="*/ 12 w 89"/>
                  <a:gd name="T31" fmla="*/ 14 h 98"/>
                  <a:gd name="T32" fmla="*/ 26 w 89"/>
                  <a:gd name="T33" fmla="*/ 4 h 98"/>
                  <a:gd name="T34" fmla="*/ 45 w 89"/>
                  <a:gd name="T35" fmla="*/ 0 h 98"/>
                  <a:gd name="T36" fmla="*/ 63 w 89"/>
                  <a:gd name="T37" fmla="*/ 4 h 98"/>
                  <a:gd name="T38" fmla="*/ 77 w 89"/>
                  <a:gd name="T39" fmla="*/ 14 h 98"/>
                  <a:gd name="T40" fmla="*/ 86 w 89"/>
                  <a:gd name="T41" fmla="*/ 29 h 98"/>
                  <a:gd name="T42" fmla="*/ 89 w 89"/>
                  <a:gd name="T43" fmla="*/ 49 h 98"/>
                  <a:gd name="T44" fmla="*/ 86 w 89"/>
                  <a:gd name="T45" fmla="*/ 70 h 98"/>
                  <a:gd name="T46" fmla="*/ 77 w 89"/>
                  <a:gd name="T47" fmla="*/ 85 h 98"/>
                  <a:gd name="T48" fmla="*/ 63 w 89"/>
                  <a:gd name="T49" fmla="*/ 95 h 98"/>
                  <a:gd name="T50" fmla="*/ 45 w 89"/>
                  <a:gd name="T51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89" h="98">
                    <a:moveTo>
                      <a:pt x="45" y="82"/>
                    </a:moveTo>
                    <a:cubicBezTo>
                      <a:pt x="53" y="82"/>
                      <a:pt x="59" y="79"/>
                      <a:pt x="63" y="73"/>
                    </a:cubicBezTo>
                    <a:cubicBezTo>
                      <a:pt x="67" y="68"/>
                      <a:pt x="69" y="60"/>
                      <a:pt x="69" y="49"/>
                    </a:cubicBezTo>
                    <a:cubicBezTo>
                      <a:pt x="69" y="39"/>
                      <a:pt x="67" y="31"/>
                      <a:pt x="63" y="26"/>
                    </a:cubicBezTo>
                    <a:cubicBezTo>
                      <a:pt x="59" y="20"/>
                      <a:pt x="53" y="17"/>
                      <a:pt x="45" y="17"/>
                    </a:cubicBezTo>
                    <a:cubicBezTo>
                      <a:pt x="36" y="17"/>
                      <a:pt x="30" y="20"/>
                      <a:pt x="26" y="26"/>
                    </a:cubicBezTo>
                    <a:cubicBezTo>
                      <a:pt x="22" y="31"/>
                      <a:pt x="20" y="39"/>
                      <a:pt x="20" y="49"/>
                    </a:cubicBezTo>
                    <a:cubicBezTo>
                      <a:pt x="20" y="60"/>
                      <a:pt x="22" y="68"/>
                      <a:pt x="26" y="73"/>
                    </a:cubicBezTo>
                    <a:cubicBezTo>
                      <a:pt x="30" y="79"/>
                      <a:pt x="36" y="82"/>
                      <a:pt x="45" y="82"/>
                    </a:cubicBezTo>
                    <a:moveTo>
                      <a:pt x="45" y="98"/>
                    </a:moveTo>
                    <a:cubicBezTo>
                      <a:pt x="38" y="98"/>
                      <a:pt x="31" y="97"/>
                      <a:pt x="26" y="95"/>
                    </a:cubicBezTo>
                    <a:cubicBezTo>
                      <a:pt x="21" y="93"/>
                      <a:pt x="16" y="89"/>
                      <a:pt x="12" y="85"/>
                    </a:cubicBezTo>
                    <a:cubicBezTo>
                      <a:pt x="8" y="81"/>
                      <a:pt x="5" y="76"/>
                      <a:pt x="3" y="70"/>
                    </a:cubicBezTo>
                    <a:cubicBezTo>
                      <a:pt x="1" y="64"/>
                      <a:pt x="0" y="57"/>
                      <a:pt x="0" y="49"/>
                    </a:cubicBezTo>
                    <a:cubicBezTo>
                      <a:pt x="0" y="42"/>
                      <a:pt x="1" y="35"/>
                      <a:pt x="3" y="29"/>
                    </a:cubicBezTo>
                    <a:cubicBezTo>
                      <a:pt x="5" y="23"/>
                      <a:pt x="8" y="18"/>
                      <a:pt x="12" y="14"/>
                    </a:cubicBezTo>
                    <a:cubicBezTo>
                      <a:pt x="16" y="9"/>
                      <a:pt x="21" y="6"/>
                      <a:pt x="26" y="4"/>
                    </a:cubicBezTo>
                    <a:cubicBezTo>
                      <a:pt x="32" y="2"/>
                      <a:pt x="38" y="0"/>
                      <a:pt x="45" y="0"/>
                    </a:cubicBezTo>
                    <a:cubicBezTo>
                      <a:pt x="52" y="0"/>
                      <a:pt x="58" y="2"/>
                      <a:pt x="63" y="4"/>
                    </a:cubicBezTo>
                    <a:cubicBezTo>
                      <a:pt x="69" y="6"/>
                      <a:pt x="73" y="9"/>
                      <a:pt x="77" y="14"/>
                    </a:cubicBezTo>
                    <a:cubicBezTo>
                      <a:pt x="81" y="18"/>
                      <a:pt x="84" y="23"/>
                      <a:pt x="86" y="29"/>
                    </a:cubicBezTo>
                    <a:cubicBezTo>
                      <a:pt x="88" y="35"/>
                      <a:pt x="89" y="42"/>
                      <a:pt x="89" y="49"/>
                    </a:cubicBezTo>
                    <a:cubicBezTo>
                      <a:pt x="89" y="57"/>
                      <a:pt x="88" y="64"/>
                      <a:pt x="86" y="70"/>
                    </a:cubicBezTo>
                    <a:cubicBezTo>
                      <a:pt x="84" y="76"/>
                      <a:pt x="81" y="81"/>
                      <a:pt x="77" y="85"/>
                    </a:cubicBezTo>
                    <a:cubicBezTo>
                      <a:pt x="74" y="89"/>
                      <a:pt x="69" y="93"/>
                      <a:pt x="63" y="95"/>
                    </a:cubicBezTo>
                    <a:cubicBezTo>
                      <a:pt x="58" y="97"/>
                      <a:pt x="52" y="98"/>
                      <a:pt x="45" y="9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57" name="Freeform 12"/>
              <p:cNvSpPr>
                <a:spLocks/>
              </p:cNvSpPr>
              <p:nvPr/>
            </p:nvSpPr>
            <p:spPr bwMode="auto">
              <a:xfrm>
                <a:off x="7453313" y="5980113"/>
                <a:ext cx="742950" cy="877888"/>
              </a:xfrm>
              <a:custGeom>
                <a:avLst/>
                <a:gdLst>
                  <a:gd name="T0" fmla="*/ 83 w 83"/>
                  <a:gd name="T1" fmla="*/ 64 h 98"/>
                  <a:gd name="T2" fmla="*/ 79 w 83"/>
                  <a:gd name="T3" fmla="*/ 77 h 98"/>
                  <a:gd name="T4" fmla="*/ 71 w 83"/>
                  <a:gd name="T5" fmla="*/ 88 h 98"/>
                  <a:gd name="T6" fmla="*/ 59 w 83"/>
                  <a:gd name="T7" fmla="*/ 96 h 98"/>
                  <a:gd name="T8" fmla="*/ 43 w 83"/>
                  <a:gd name="T9" fmla="*/ 98 h 98"/>
                  <a:gd name="T10" fmla="*/ 24 w 83"/>
                  <a:gd name="T11" fmla="*/ 95 h 98"/>
                  <a:gd name="T12" fmla="*/ 11 w 83"/>
                  <a:gd name="T13" fmla="*/ 85 h 98"/>
                  <a:gd name="T14" fmla="*/ 3 w 83"/>
                  <a:gd name="T15" fmla="*/ 69 h 98"/>
                  <a:gd name="T16" fmla="*/ 0 w 83"/>
                  <a:gd name="T17" fmla="*/ 49 h 98"/>
                  <a:gd name="T18" fmla="*/ 3 w 83"/>
                  <a:gd name="T19" fmla="*/ 29 h 98"/>
                  <a:gd name="T20" fmla="*/ 12 w 83"/>
                  <a:gd name="T21" fmla="*/ 14 h 98"/>
                  <a:gd name="T22" fmla="*/ 25 w 83"/>
                  <a:gd name="T23" fmla="*/ 4 h 98"/>
                  <a:gd name="T24" fmla="*/ 43 w 83"/>
                  <a:gd name="T25" fmla="*/ 0 h 98"/>
                  <a:gd name="T26" fmla="*/ 59 w 83"/>
                  <a:gd name="T27" fmla="*/ 3 h 98"/>
                  <a:gd name="T28" fmla="*/ 70 w 83"/>
                  <a:gd name="T29" fmla="*/ 9 h 98"/>
                  <a:gd name="T30" fmla="*/ 77 w 83"/>
                  <a:gd name="T31" fmla="*/ 19 h 98"/>
                  <a:gd name="T32" fmla="*/ 81 w 83"/>
                  <a:gd name="T33" fmla="*/ 32 h 98"/>
                  <a:gd name="T34" fmla="*/ 62 w 83"/>
                  <a:gd name="T35" fmla="*/ 35 h 98"/>
                  <a:gd name="T36" fmla="*/ 56 w 83"/>
                  <a:gd name="T37" fmla="*/ 22 h 98"/>
                  <a:gd name="T38" fmla="*/ 43 w 83"/>
                  <a:gd name="T39" fmla="*/ 17 h 98"/>
                  <a:gd name="T40" fmla="*/ 26 w 83"/>
                  <a:gd name="T41" fmla="*/ 26 h 98"/>
                  <a:gd name="T42" fmla="*/ 20 w 83"/>
                  <a:gd name="T43" fmla="*/ 49 h 98"/>
                  <a:gd name="T44" fmla="*/ 27 w 83"/>
                  <a:gd name="T45" fmla="*/ 73 h 98"/>
                  <a:gd name="T46" fmla="*/ 43 w 83"/>
                  <a:gd name="T47" fmla="*/ 82 h 98"/>
                  <a:gd name="T48" fmla="*/ 56 w 83"/>
                  <a:gd name="T49" fmla="*/ 77 h 98"/>
                  <a:gd name="T50" fmla="*/ 62 w 83"/>
                  <a:gd name="T51" fmla="*/ 64 h 98"/>
                  <a:gd name="T52" fmla="*/ 83 w 83"/>
                  <a:gd name="T53" fmla="*/ 6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3" h="98">
                    <a:moveTo>
                      <a:pt x="83" y="64"/>
                    </a:moveTo>
                    <a:cubicBezTo>
                      <a:pt x="82" y="69"/>
                      <a:pt x="81" y="73"/>
                      <a:pt x="79" y="77"/>
                    </a:cubicBezTo>
                    <a:cubicBezTo>
                      <a:pt x="77" y="82"/>
                      <a:pt x="75" y="85"/>
                      <a:pt x="71" y="88"/>
                    </a:cubicBezTo>
                    <a:cubicBezTo>
                      <a:pt x="68" y="91"/>
                      <a:pt x="64" y="94"/>
                      <a:pt x="59" y="96"/>
                    </a:cubicBezTo>
                    <a:cubicBezTo>
                      <a:pt x="55" y="97"/>
                      <a:pt x="49" y="98"/>
                      <a:pt x="43" y="98"/>
                    </a:cubicBezTo>
                    <a:cubicBezTo>
                      <a:pt x="36" y="98"/>
                      <a:pt x="30" y="97"/>
                      <a:pt x="24" y="95"/>
                    </a:cubicBezTo>
                    <a:cubicBezTo>
                      <a:pt x="19" y="92"/>
                      <a:pt x="15" y="89"/>
                      <a:pt x="11" y="85"/>
                    </a:cubicBezTo>
                    <a:cubicBezTo>
                      <a:pt x="7" y="81"/>
                      <a:pt x="5" y="75"/>
                      <a:pt x="3" y="69"/>
                    </a:cubicBezTo>
                    <a:cubicBezTo>
                      <a:pt x="1" y="63"/>
                      <a:pt x="0" y="57"/>
                      <a:pt x="0" y="49"/>
                    </a:cubicBezTo>
                    <a:cubicBezTo>
                      <a:pt x="0" y="42"/>
                      <a:pt x="1" y="35"/>
                      <a:pt x="3" y="29"/>
                    </a:cubicBezTo>
                    <a:cubicBezTo>
                      <a:pt x="5" y="23"/>
                      <a:pt x="8" y="18"/>
                      <a:pt x="12" y="14"/>
                    </a:cubicBezTo>
                    <a:cubicBezTo>
                      <a:pt x="15" y="9"/>
                      <a:pt x="20" y="6"/>
                      <a:pt x="25" y="4"/>
                    </a:cubicBezTo>
                    <a:cubicBezTo>
                      <a:pt x="31" y="2"/>
                      <a:pt x="37" y="0"/>
                      <a:pt x="43" y="0"/>
                    </a:cubicBezTo>
                    <a:cubicBezTo>
                      <a:pt x="49" y="0"/>
                      <a:pt x="54" y="1"/>
                      <a:pt x="59" y="3"/>
                    </a:cubicBezTo>
                    <a:cubicBezTo>
                      <a:pt x="63" y="4"/>
                      <a:pt x="67" y="6"/>
                      <a:pt x="70" y="9"/>
                    </a:cubicBezTo>
                    <a:cubicBezTo>
                      <a:pt x="73" y="12"/>
                      <a:pt x="75" y="15"/>
                      <a:pt x="77" y="19"/>
                    </a:cubicBezTo>
                    <a:cubicBezTo>
                      <a:pt x="79" y="23"/>
                      <a:pt x="80" y="27"/>
                      <a:pt x="81" y="32"/>
                    </a:cubicBezTo>
                    <a:cubicBezTo>
                      <a:pt x="62" y="35"/>
                      <a:pt x="62" y="35"/>
                      <a:pt x="62" y="35"/>
                    </a:cubicBezTo>
                    <a:cubicBezTo>
                      <a:pt x="61" y="29"/>
                      <a:pt x="59" y="25"/>
                      <a:pt x="56" y="22"/>
                    </a:cubicBezTo>
                    <a:cubicBezTo>
                      <a:pt x="53" y="19"/>
                      <a:pt x="49" y="17"/>
                      <a:pt x="43" y="17"/>
                    </a:cubicBezTo>
                    <a:cubicBezTo>
                      <a:pt x="36" y="17"/>
                      <a:pt x="30" y="20"/>
                      <a:pt x="26" y="26"/>
                    </a:cubicBezTo>
                    <a:cubicBezTo>
                      <a:pt x="22" y="31"/>
                      <a:pt x="20" y="39"/>
                      <a:pt x="20" y="49"/>
                    </a:cubicBezTo>
                    <a:cubicBezTo>
                      <a:pt x="20" y="60"/>
                      <a:pt x="23" y="68"/>
                      <a:pt x="27" y="73"/>
                    </a:cubicBezTo>
                    <a:cubicBezTo>
                      <a:pt x="31" y="79"/>
                      <a:pt x="36" y="82"/>
                      <a:pt x="43" y="82"/>
                    </a:cubicBezTo>
                    <a:cubicBezTo>
                      <a:pt x="49" y="82"/>
                      <a:pt x="54" y="80"/>
                      <a:pt x="56" y="77"/>
                    </a:cubicBezTo>
                    <a:cubicBezTo>
                      <a:pt x="59" y="74"/>
                      <a:pt x="61" y="69"/>
                      <a:pt x="62" y="64"/>
                    </a:cubicBezTo>
                    <a:lnTo>
                      <a:pt x="83" y="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58" name="Freeform 13"/>
              <p:cNvSpPr>
                <a:spLocks noEditPoints="1"/>
              </p:cNvSpPr>
              <p:nvPr/>
            </p:nvSpPr>
            <p:spPr bwMode="auto">
              <a:xfrm>
                <a:off x="3986213" y="4735513"/>
                <a:ext cx="1066800" cy="887413"/>
              </a:xfrm>
              <a:custGeom>
                <a:avLst/>
                <a:gdLst>
                  <a:gd name="T0" fmla="*/ 82 w 119"/>
                  <a:gd name="T1" fmla="*/ 40 h 99"/>
                  <a:gd name="T2" fmla="*/ 82 w 119"/>
                  <a:gd name="T3" fmla="*/ 47 h 99"/>
                  <a:gd name="T4" fmla="*/ 57 w 119"/>
                  <a:gd name="T5" fmla="*/ 47 h 99"/>
                  <a:gd name="T6" fmla="*/ 57 w 119"/>
                  <a:gd name="T7" fmla="*/ 40 h 99"/>
                  <a:gd name="T8" fmla="*/ 60 w 119"/>
                  <a:gd name="T9" fmla="*/ 40 h 99"/>
                  <a:gd name="T10" fmla="*/ 60 w 119"/>
                  <a:gd name="T11" fmla="*/ 36 h 99"/>
                  <a:gd name="T12" fmla="*/ 63 w 119"/>
                  <a:gd name="T13" fmla="*/ 28 h 99"/>
                  <a:gd name="T14" fmla="*/ 71 w 119"/>
                  <a:gd name="T15" fmla="*/ 25 h 99"/>
                  <a:gd name="T16" fmla="*/ 78 w 119"/>
                  <a:gd name="T17" fmla="*/ 28 h 99"/>
                  <a:gd name="T18" fmla="*/ 81 w 119"/>
                  <a:gd name="T19" fmla="*/ 35 h 99"/>
                  <a:gd name="T20" fmla="*/ 75 w 119"/>
                  <a:gd name="T21" fmla="*/ 36 h 99"/>
                  <a:gd name="T22" fmla="*/ 74 w 119"/>
                  <a:gd name="T23" fmla="*/ 32 h 99"/>
                  <a:gd name="T24" fmla="*/ 71 w 119"/>
                  <a:gd name="T25" fmla="*/ 32 h 99"/>
                  <a:gd name="T26" fmla="*/ 67 w 119"/>
                  <a:gd name="T27" fmla="*/ 36 h 99"/>
                  <a:gd name="T28" fmla="*/ 67 w 119"/>
                  <a:gd name="T29" fmla="*/ 40 h 99"/>
                  <a:gd name="T30" fmla="*/ 82 w 119"/>
                  <a:gd name="T31" fmla="*/ 40 h 99"/>
                  <a:gd name="T32" fmla="*/ 100 w 119"/>
                  <a:gd name="T33" fmla="*/ 82 h 99"/>
                  <a:gd name="T34" fmla="*/ 100 w 119"/>
                  <a:gd name="T35" fmla="*/ 0 h 99"/>
                  <a:gd name="T36" fmla="*/ 119 w 119"/>
                  <a:gd name="T37" fmla="*/ 0 h 99"/>
                  <a:gd name="T38" fmla="*/ 119 w 119"/>
                  <a:gd name="T39" fmla="*/ 99 h 99"/>
                  <a:gd name="T40" fmla="*/ 38 w 119"/>
                  <a:gd name="T41" fmla="*/ 99 h 99"/>
                  <a:gd name="T42" fmla="*/ 10 w 119"/>
                  <a:gd name="T43" fmla="*/ 91 h 99"/>
                  <a:gd name="T44" fmla="*/ 0 w 119"/>
                  <a:gd name="T45" fmla="*/ 65 h 99"/>
                  <a:gd name="T46" fmla="*/ 4 w 119"/>
                  <a:gd name="T47" fmla="*/ 49 h 99"/>
                  <a:gd name="T48" fmla="*/ 16 w 119"/>
                  <a:gd name="T49" fmla="*/ 37 h 99"/>
                  <a:gd name="T50" fmla="*/ 34 w 119"/>
                  <a:gd name="T51" fmla="*/ 33 h 99"/>
                  <a:gd name="T52" fmla="*/ 36 w 119"/>
                  <a:gd name="T53" fmla="*/ 49 h 99"/>
                  <a:gd name="T54" fmla="*/ 23 w 119"/>
                  <a:gd name="T55" fmla="*/ 54 h 99"/>
                  <a:gd name="T56" fmla="*/ 19 w 119"/>
                  <a:gd name="T57" fmla="*/ 65 h 99"/>
                  <a:gd name="T58" fmla="*/ 23 w 119"/>
                  <a:gd name="T59" fmla="*/ 78 h 99"/>
                  <a:gd name="T60" fmla="*/ 38 w 119"/>
                  <a:gd name="T61" fmla="*/ 82 h 99"/>
                  <a:gd name="T62" fmla="*/ 100 w 119"/>
                  <a:gd name="T63" fmla="*/ 82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19" h="99">
                    <a:moveTo>
                      <a:pt x="82" y="40"/>
                    </a:moveTo>
                    <a:cubicBezTo>
                      <a:pt x="82" y="47"/>
                      <a:pt x="82" y="47"/>
                      <a:pt x="82" y="47"/>
                    </a:cubicBezTo>
                    <a:cubicBezTo>
                      <a:pt x="57" y="47"/>
                      <a:pt x="57" y="47"/>
                      <a:pt x="57" y="47"/>
                    </a:cubicBezTo>
                    <a:cubicBezTo>
                      <a:pt x="57" y="40"/>
                      <a:pt x="57" y="40"/>
                      <a:pt x="57" y="40"/>
                    </a:cubicBezTo>
                    <a:cubicBezTo>
                      <a:pt x="60" y="40"/>
                      <a:pt x="60" y="40"/>
                      <a:pt x="60" y="40"/>
                    </a:cubicBezTo>
                    <a:cubicBezTo>
                      <a:pt x="60" y="36"/>
                      <a:pt x="60" y="36"/>
                      <a:pt x="60" y="36"/>
                    </a:cubicBezTo>
                    <a:cubicBezTo>
                      <a:pt x="60" y="33"/>
                      <a:pt x="61" y="30"/>
                      <a:pt x="63" y="28"/>
                    </a:cubicBezTo>
                    <a:cubicBezTo>
                      <a:pt x="65" y="26"/>
                      <a:pt x="67" y="25"/>
                      <a:pt x="71" y="25"/>
                    </a:cubicBezTo>
                    <a:cubicBezTo>
                      <a:pt x="74" y="25"/>
                      <a:pt x="77" y="26"/>
                      <a:pt x="78" y="28"/>
                    </a:cubicBezTo>
                    <a:cubicBezTo>
                      <a:pt x="80" y="29"/>
                      <a:pt x="81" y="31"/>
                      <a:pt x="81" y="35"/>
                    </a:cubicBezTo>
                    <a:cubicBezTo>
                      <a:pt x="75" y="36"/>
                      <a:pt x="75" y="36"/>
                      <a:pt x="75" y="36"/>
                    </a:cubicBezTo>
                    <a:cubicBezTo>
                      <a:pt x="75" y="34"/>
                      <a:pt x="75" y="33"/>
                      <a:pt x="74" y="32"/>
                    </a:cubicBezTo>
                    <a:cubicBezTo>
                      <a:pt x="74" y="32"/>
                      <a:pt x="73" y="32"/>
                      <a:pt x="71" y="32"/>
                    </a:cubicBezTo>
                    <a:cubicBezTo>
                      <a:pt x="68" y="32"/>
                      <a:pt x="67" y="33"/>
                      <a:pt x="67" y="36"/>
                    </a:cubicBezTo>
                    <a:cubicBezTo>
                      <a:pt x="67" y="40"/>
                      <a:pt x="67" y="40"/>
                      <a:pt x="67" y="40"/>
                    </a:cubicBezTo>
                    <a:lnTo>
                      <a:pt x="82" y="40"/>
                    </a:lnTo>
                    <a:close/>
                    <a:moveTo>
                      <a:pt x="100" y="82"/>
                    </a:moveTo>
                    <a:cubicBezTo>
                      <a:pt x="100" y="0"/>
                      <a:pt x="100" y="0"/>
                      <a:pt x="100" y="0"/>
                    </a:cubicBezTo>
                    <a:cubicBezTo>
                      <a:pt x="119" y="0"/>
                      <a:pt x="119" y="0"/>
                      <a:pt x="119" y="0"/>
                    </a:cubicBezTo>
                    <a:cubicBezTo>
                      <a:pt x="119" y="99"/>
                      <a:pt x="119" y="99"/>
                      <a:pt x="119" y="99"/>
                    </a:cubicBezTo>
                    <a:cubicBezTo>
                      <a:pt x="38" y="99"/>
                      <a:pt x="38" y="99"/>
                      <a:pt x="38" y="99"/>
                    </a:cubicBezTo>
                    <a:cubicBezTo>
                      <a:pt x="25" y="99"/>
                      <a:pt x="16" y="96"/>
                      <a:pt x="10" y="91"/>
                    </a:cubicBezTo>
                    <a:cubicBezTo>
                      <a:pt x="3" y="85"/>
                      <a:pt x="0" y="77"/>
                      <a:pt x="0" y="65"/>
                    </a:cubicBezTo>
                    <a:cubicBezTo>
                      <a:pt x="0" y="59"/>
                      <a:pt x="2" y="54"/>
                      <a:pt x="4" y="49"/>
                    </a:cubicBezTo>
                    <a:cubicBezTo>
                      <a:pt x="7" y="44"/>
                      <a:pt x="11" y="40"/>
                      <a:pt x="16" y="37"/>
                    </a:cubicBezTo>
                    <a:cubicBezTo>
                      <a:pt x="21" y="34"/>
                      <a:pt x="27" y="33"/>
                      <a:pt x="34" y="33"/>
                    </a:cubicBezTo>
                    <a:cubicBezTo>
                      <a:pt x="36" y="49"/>
                      <a:pt x="36" y="49"/>
                      <a:pt x="36" y="49"/>
                    </a:cubicBezTo>
                    <a:cubicBezTo>
                      <a:pt x="30" y="50"/>
                      <a:pt x="25" y="51"/>
                      <a:pt x="23" y="54"/>
                    </a:cubicBezTo>
                    <a:cubicBezTo>
                      <a:pt x="20" y="56"/>
                      <a:pt x="19" y="60"/>
                      <a:pt x="19" y="65"/>
                    </a:cubicBezTo>
                    <a:cubicBezTo>
                      <a:pt x="19" y="71"/>
                      <a:pt x="20" y="76"/>
                      <a:pt x="23" y="78"/>
                    </a:cubicBezTo>
                    <a:cubicBezTo>
                      <a:pt x="26" y="81"/>
                      <a:pt x="31" y="82"/>
                      <a:pt x="38" y="82"/>
                    </a:cubicBezTo>
                    <a:lnTo>
                      <a:pt x="100" y="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59" name="Freeform 14"/>
              <p:cNvSpPr>
                <a:spLocks noEditPoints="1"/>
              </p:cNvSpPr>
              <p:nvPr/>
            </p:nvSpPr>
            <p:spPr bwMode="auto">
              <a:xfrm>
                <a:off x="5195888" y="5005388"/>
                <a:ext cx="1684338" cy="903288"/>
              </a:xfrm>
              <a:custGeom>
                <a:avLst/>
                <a:gdLst>
                  <a:gd name="T0" fmla="*/ 44 w 188"/>
                  <a:gd name="T1" fmla="*/ 52 h 101"/>
                  <a:gd name="T2" fmla="*/ 38 w 188"/>
                  <a:gd name="T3" fmla="*/ 52 h 101"/>
                  <a:gd name="T4" fmla="*/ 19 w 188"/>
                  <a:gd name="T5" fmla="*/ 32 h 101"/>
                  <a:gd name="T6" fmla="*/ 22 w 188"/>
                  <a:gd name="T7" fmla="*/ 20 h 101"/>
                  <a:gd name="T8" fmla="*/ 32 w 188"/>
                  <a:gd name="T9" fmla="*/ 16 h 101"/>
                  <a:gd name="T10" fmla="*/ 39 w 188"/>
                  <a:gd name="T11" fmla="*/ 17 h 101"/>
                  <a:gd name="T12" fmla="*/ 43 w 188"/>
                  <a:gd name="T13" fmla="*/ 23 h 101"/>
                  <a:gd name="T14" fmla="*/ 44 w 188"/>
                  <a:gd name="T15" fmla="*/ 37 h 101"/>
                  <a:gd name="T16" fmla="*/ 44 w 188"/>
                  <a:gd name="T17" fmla="*/ 52 h 101"/>
                  <a:gd name="T18" fmla="*/ 170 w 188"/>
                  <a:gd name="T19" fmla="*/ 0 h 101"/>
                  <a:gd name="T20" fmla="*/ 170 w 188"/>
                  <a:gd name="T21" fmla="*/ 52 h 101"/>
                  <a:gd name="T22" fmla="*/ 63 w 188"/>
                  <a:gd name="T23" fmla="*/ 52 h 101"/>
                  <a:gd name="T24" fmla="*/ 63 w 188"/>
                  <a:gd name="T25" fmla="*/ 32 h 101"/>
                  <a:gd name="T26" fmla="*/ 55 w 188"/>
                  <a:gd name="T27" fmla="*/ 8 h 101"/>
                  <a:gd name="T28" fmla="*/ 32 w 188"/>
                  <a:gd name="T29" fmla="*/ 0 h 101"/>
                  <a:gd name="T30" fmla="*/ 8 w 188"/>
                  <a:gd name="T31" fmla="*/ 9 h 101"/>
                  <a:gd name="T32" fmla="*/ 0 w 188"/>
                  <a:gd name="T33" fmla="*/ 32 h 101"/>
                  <a:gd name="T34" fmla="*/ 11 w 188"/>
                  <a:gd name="T35" fmla="*/ 60 h 101"/>
                  <a:gd name="T36" fmla="*/ 42 w 188"/>
                  <a:gd name="T37" fmla="*/ 69 h 101"/>
                  <a:gd name="T38" fmla="*/ 44 w 188"/>
                  <a:gd name="T39" fmla="*/ 69 h 101"/>
                  <a:gd name="T40" fmla="*/ 44 w 188"/>
                  <a:gd name="T41" fmla="*/ 72 h 101"/>
                  <a:gd name="T42" fmla="*/ 41 w 188"/>
                  <a:gd name="T43" fmla="*/ 86 h 101"/>
                  <a:gd name="T44" fmla="*/ 51 w 188"/>
                  <a:gd name="T45" fmla="*/ 101 h 101"/>
                  <a:gd name="T46" fmla="*/ 55 w 188"/>
                  <a:gd name="T47" fmla="*/ 97 h 101"/>
                  <a:gd name="T48" fmla="*/ 63 w 188"/>
                  <a:gd name="T49" fmla="*/ 69 h 101"/>
                  <a:gd name="T50" fmla="*/ 188 w 188"/>
                  <a:gd name="T51" fmla="*/ 69 h 101"/>
                  <a:gd name="T52" fmla="*/ 188 w 188"/>
                  <a:gd name="T53" fmla="*/ 0 h 101"/>
                  <a:gd name="T54" fmla="*/ 170 w 188"/>
                  <a:gd name="T55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88" h="101">
                    <a:moveTo>
                      <a:pt x="44" y="52"/>
                    </a:moveTo>
                    <a:cubicBezTo>
                      <a:pt x="38" y="52"/>
                      <a:pt x="38" y="52"/>
                      <a:pt x="38" y="52"/>
                    </a:cubicBezTo>
                    <a:cubicBezTo>
                      <a:pt x="25" y="52"/>
                      <a:pt x="19" y="45"/>
                      <a:pt x="19" y="32"/>
                    </a:cubicBezTo>
                    <a:cubicBezTo>
                      <a:pt x="19" y="27"/>
                      <a:pt x="20" y="23"/>
                      <a:pt x="22" y="20"/>
                    </a:cubicBezTo>
                    <a:cubicBezTo>
                      <a:pt x="24" y="17"/>
                      <a:pt x="27" y="16"/>
                      <a:pt x="32" y="16"/>
                    </a:cubicBezTo>
                    <a:cubicBezTo>
                      <a:pt x="35" y="16"/>
                      <a:pt x="37" y="16"/>
                      <a:pt x="39" y="17"/>
                    </a:cubicBezTo>
                    <a:cubicBezTo>
                      <a:pt x="41" y="19"/>
                      <a:pt x="42" y="20"/>
                      <a:pt x="43" y="23"/>
                    </a:cubicBezTo>
                    <a:cubicBezTo>
                      <a:pt x="44" y="26"/>
                      <a:pt x="44" y="32"/>
                      <a:pt x="44" y="37"/>
                    </a:cubicBezTo>
                    <a:lnTo>
                      <a:pt x="44" y="52"/>
                    </a:lnTo>
                    <a:close/>
                    <a:moveTo>
                      <a:pt x="170" y="0"/>
                    </a:moveTo>
                    <a:cubicBezTo>
                      <a:pt x="170" y="52"/>
                      <a:pt x="170" y="52"/>
                      <a:pt x="170" y="52"/>
                    </a:cubicBezTo>
                    <a:cubicBezTo>
                      <a:pt x="63" y="52"/>
                      <a:pt x="63" y="52"/>
                      <a:pt x="63" y="52"/>
                    </a:cubicBezTo>
                    <a:cubicBezTo>
                      <a:pt x="63" y="32"/>
                      <a:pt x="63" y="32"/>
                      <a:pt x="63" y="32"/>
                    </a:cubicBezTo>
                    <a:cubicBezTo>
                      <a:pt x="63" y="22"/>
                      <a:pt x="60" y="13"/>
                      <a:pt x="55" y="8"/>
                    </a:cubicBezTo>
                    <a:cubicBezTo>
                      <a:pt x="50" y="3"/>
                      <a:pt x="42" y="0"/>
                      <a:pt x="32" y="0"/>
                    </a:cubicBezTo>
                    <a:cubicBezTo>
                      <a:pt x="22" y="0"/>
                      <a:pt x="14" y="3"/>
                      <a:pt x="8" y="9"/>
                    </a:cubicBezTo>
                    <a:cubicBezTo>
                      <a:pt x="3" y="14"/>
                      <a:pt x="0" y="22"/>
                      <a:pt x="0" y="32"/>
                    </a:cubicBezTo>
                    <a:cubicBezTo>
                      <a:pt x="0" y="44"/>
                      <a:pt x="3" y="54"/>
                      <a:pt x="11" y="60"/>
                    </a:cubicBezTo>
                    <a:cubicBezTo>
                      <a:pt x="18" y="66"/>
                      <a:pt x="28" y="69"/>
                      <a:pt x="42" y="69"/>
                    </a:cubicBezTo>
                    <a:cubicBezTo>
                      <a:pt x="44" y="69"/>
                      <a:pt x="44" y="69"/>
                      <a:pt x="44" y="69"/>
                    </a:cubicBezTo>
                    <a:cubicBezTo>
                      <a:pt x="44" y="72"/>
                      <a:pt x="44" y="72"/>
                      <a:pt x="44" y="72"/>
                    </a:cubicBezTo>
                    <a:cubicBezTo>
                      <a:pt x="44" y="79"/>
                      <a:pt x="43" y="83"/>
                      <a:pt x="41" y="86"/>
                    </a:cubicBezTo>
                    <a:cubicBezTo>
                      <a:pt x="51" y="101"/>
                      <a:pt x="51" y="101"/>
                      <a:pt x="51" y="101"/>
                    </a:cubicBezTo>
                    <a:cubicBezTo>
                      <a:pt x="53" y="100"/>
                      <a:pt x="54" y="99"/>
                      <a:pt x="55" y="97"/>
                    </a:cubicBezTo>
                    <a:cubicBezTo>
                      <a:pt x="60" y="92"/>
                      <a:pt x="63" y="80"/>
                      <a:pt x="63" y="69"/>
                    </a:cubicBezTo>
                    <a:cubicBezTo>
                      <a:pt x="188" y="69"/>
                      <a:pt x="188" y="69"/>
                      <a:pt x="188" y="69"/>
                    </a:cubicBezTo>
                    <a:cubicBezTo>
                      <a:pt x="188" y="0"/>
                      <a:pt x="188" y="0"/>
                      <a:pt x="188" y="0"/>
                    </a:cubicBezTo>
                    <a:lnTo>
                      <a:pt x="17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60" name="Rectangle 15"/>
              <p:cNvSpPr>
                <a:spLocks noChangeArrowheads="1"/>
              </p:cNvSpPr>
              <p:nvPr/>
            </p:nvSpPr>
            <p:spPr bwMode="auto">
              <a:xfrm>
                <a:off x="6718301" y="4754563"/>
                <a:ext cx="161925" cy="1698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61" name="Freeform 16"/>
              <p:cNvSpPr>
                <a:spLocks/>
              </p:cNvSpPr>
              <p:nvPr/>
            </p:nvSpPr>
            <p:spPr bwMode="auto">
              <a:xfrm>
                <a:off x="7013576" y="5005388"/>
                <a:ext cx="833438" cy="617538"/>
              </a:xfrm>
              <a:custGeom>
                <a:avLst/>
                <a:gdLst>
                  <a:gd name="T0" fmla="*/ 74 w 93"/>
                  <a:gd name="T1" fmla="*/ 52 h 69"/>
                  <a:gd name="T2" fmla="*/ 74 w 93"/>
                  <a:gd name="T3" fmla="*/ 42 h 69"/>
                  <a:gd name="T4" fmla="*/ 70 w 93"/>
                  <a:gd name="T5" fmla="*/ 23 h 69"/>
                  <a:gd name="T6" fmla="*/ 55 w 93"/>
                  <a:gd name="T7" fmla="*/ 17 h 69"/>
                  <a:gd name="T8" fmla="*/ 41 w 93"/>
                  <a:gd name="T9" fmla="*/ 20 h 69"/>
                  <a:gd name="T10" fmla="*/ 36 w 93"/>
                  <a:gd name="T11" fmla="*/ 3 h 69"/>
                  <a:gd name="T12" fmla="*/ 56 w 93"/>
                  <a:gd name="T13" fmla="*/ 0 h 69"/>
                  <a:gd name="T14" fmla="*/ 84 w 93"/>
                  <a:gd name="T15" fmla="*/ 10 h 69"/>
                  <a:gd name="T16" fmla="*/ 93 w 93"/>
                  <a:gd name="T17" fmla="*/ 40 h 69"/>
                  <a:gd name="T18" fmla="*/ 93 w 93"/>
                  <a:gd name="T19" fmla="*/ 69 h 69"/>
                  <a:gd name="T20" fmla="*/ 0 w 93"/>
                  <a:gd name="T21" fmla="*/ 69 h 69"/>
                  <a:gd name="T22" fmla="*/ 0 w 93"/>
                  <a:gd name="T23" fmla="*/ 52 h 69"/>
                  <a:gd name="T24" fmla="*/ 74 w 93"/>
                  <a:gd name="T25" fmla="*/ 52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3" h="69">
                    <a:moveTo>
                      <a:pt x="74" y="52"/>
                    </a:moveTo>
                    <a:cubicBezTo>
                      <a:pt x="74" y="42"/>
                      <a:pt x="74" y="42"/>
                      <a:pt x="74" y="42"/>
                    </a:cubicBezTo>
                    <a:cubicBezTo>
                      <a:pt x="74" y="34"/>
                      <a:pt x="73" y="27"/>
                      <a:pt x="70" y="23"/>
                    </a:cubicBezTo>
                    <a:cubicBezTo>
                      <a:pt x="66" y="19"/>
                      <a:pt x="61" y="17"/>
                      <a:pt x="55" y="17"/>
                    </a:cubicBezTo>
                    <a:cubicBezTo>
                      <a:pt x="50" y="17"/>
                      <a:pt x="46" y="18"/>
                      <a:pt x="41" y="20"/>
                    </a:cubicBezTo>
                    <a:cubicBezTo>
                      <a:pt x="36" y="3"/>
                      <a:pt x="36" y="3"/>
                      <a:pt x="36" y="3"/>
                    </a:cubicBezTo>
                    <a:cubicBezTo>
                      <a:pt x="42" y="1"/>
                      <a:pt x="49" y="0"/>
                      <a:pt x="56" y="0"/>
                    </a:cubicBezTo>
                    <a:cubicBezTo>
                      <a:pt x="68" y="0"/>
                      <a:pt x="77" y="3"/>
                      <a:pt x="84" y="10"/>
                    </a:cubicBezTo>
                    <a:cubicBezTo>
                      <a:pt x="90" y="17"/>
                      <a:pt x="93" y="27"/>
                      <a:pt x="93" y="40"/>
                    </a:cubicBezTo>
                    <a:cubicBezTo>
                      <a:pt x="93" y="69"/>
                      <a:pt x="93" y="69"/>
                      <a:pt x="93" y="69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52"/>
                      <a:pt x="0" y="52"/>
                      <a:pt x="0" y="52"/>
                    </a:cubicBezTo>
                    <a:lnTo>
                      <a:pt x="74" y="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62" name="Freeform 17"/>
              <p:cNvSpPr>
                <a:spLocks/>
              </p:cNvSpPr>
              <p:nvPr/>
            </p:nvSpPr>
            <p:spPr bwMode="auto">
              <a:xfrm>
                <a:off x="7972426" y="4565650"/>
                <a:ext cx="223838" cy="188913"/>
              </a:xfrm>
              <a:custGeom>
                <a:avLst/>
                <a:gdLst>
                  <a:gd name="T0" fmla="*/ 25 w 25"/>
                  <a:gd name="T1" fmla="*/ 14 h 21"/>
                  <a:gd name="T2" fmla="*/ 25 w 25"/>
                  <a:gd name="T3" fmla="*/ 21 h 21"/>
                  <a:gd name="T4" fmla="*/ 0 w 25"/>
                  <a:gd name="T5" fmla="*/ 21 h 21"/>
                  <a:gd name="T6" fmla="*/ 0 w 25"/>
                  <a:gd name="T7" fmla="*/ 14 h 21"/>
                  <a:gd name="T8" fmla="*/ 3 w 25"/>
                  <a:gd name="T9" fmla="*/ 14 h 21"/>
                  <a:gd name="T10" fmla="*/ 3 w 25"/>
                  <a:gd name="T11" fmla="*/ 10 h 21"/>
                  <a:gd name="T12" fmla="*/ 6 w 25"/>
                  <a:gd name="T13" fmla="*/ 2 h 21"/>
                  <a:gd name="T14" fmla="*/ 14 w 25"/>
                  <a:gd name="T15" fmla="*/ 0 h 21"/>
                  <a:gd name="T16" fmla="*/ 21 w 25"/>
                  <a:gd name="T17" fmla="*/ 2 h 21"/>
                  <a:gd name="T18" fmla="*/ 24 w 25"/>
                  <a:gd name="T19" fmla="*/ 9 h 21"/>
                  <a:gd name="T20" fmla="*/ 18 w 25"/>
                  <a:gd name="T21" fmla="*/ 10 h 21"/>
                  <a:gd name="T22" fmla="*/ 17 w 25"/>
                  <a:gd name="T23" fmla="*/ 7 h 21"/>
                  <a:gd name="T24" fmla="*/ 14 w 25"/>
                  <a:gd name="T25" fmla="*/ 6 h 21"/>
                  <a:gd name="T26" fmla="*/ 10 w 25"/>
                  <a:gd name="T27" fmla="*/ 11 h 21"/>
                  <a:gd name="T28" fmla="*/ 10 w 25"/>
                  <a:gd name="T29" fmla="*/ 14 h 21"/>
                  <a:gd name="T30" fmla="*/ 25 w 25"/>
                  <a:gd name="T31" fmla="*/ 14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5" h="21">
                    <a:moveTo>
                      <a:pt x="25" y="14"/>
                    </a:moveTo>
                    <a:cubicBezTo>
                      <a:pt x="25" y="21"/>
                      <a:pt x="25" y="21"/>
                      <a:pt x="25" y="21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3" y="7"/>
                      <a:pt x="4" y="4"/>
                      <a:pt x="6" y="2"/>
                    </a:cubicBezTo>
                    <a:cubicBezTo>
                      <a:pt x="8" y="1"/>
                      <a:pt x="10" y="0"/>
                      <a:pt x="14" y="0"/>
                    </a:cubicBezTo>
                    <a:cubicBezTo>
                      <a:pt x="17" y="0"/>
                      <a:pt x="20" y="0"/>
                      <a:pt x="21" y="2"/>
                    </a:cubicBezTo>
                    <a:cubicBezTo>
                      <a:pt x="23" y="3"/>
                      <a:pt x="24" y="6"/>
                      <a:pt x="24" y="9"/>
                    </a:cubicBezTo>
                    <a:cubicBezTo>
                      <a:pt x="18" y="10"/>
                      <a:pt x="18" y="10"/>
                      <a:pt x="18" y="10"/>
                    </a:cubicBezTo>
                    <a:cubicBezTo>
                      <a:pt x="18" y="8"/>
                      <a:pt x="17" y="7"/>
                      <a:pt x="17" y="7"/>
                    </a:cubicBezTo>
                    <a:cubicBezTo>
                      <a:pt x="16" y="6"/>
                      <a:pt x="15" y="6"/>
                      <a:pt x="14" y="6"/>
                    </a:cubicBezTo>
                    <a:cubicBezTo>
                      <a:pt x="11" y="6"/>
                      <a:pt x="10" y="7"/>
                      <a:pt x="10" y="11"/>
                    </a:cubicBezTo>
                    <a:cubicBezTo>
                      <a:pt x="10" y="14"/>
                      <a:pt x="10" y="14"/>
                      <a:pt x="10" y="14"/>
                    </a:cubicBezTo>
                    <a:lnTo>
                      <a:pt x="25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63" name="Rectangle 18"/>
              <p:cNvSpPr>
                <a:spLocks noChangeArrowheads="1"/>
              </p:cNvSpPr>
              <p:nvPr/>
            </p:nvSpPr>
            <p:spPr bwMode="auto">
              <a:xfrm>
                <a:off x="7991476" y="4816475"/>
                <a:ext cx="169863" cy="80645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3A65E229-DAA5-4345-AE76-815779D74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153729" y="4486208"/>
            <a:ext cx="2953217" cy="360000"/>
          </a:xfrm>
        </p:spPr>
        <p:txBody>
          <a:bodyPr/>
          <a:lstStyle/>
          <a:p>
            <a:r>
              <a:rPr lang="nl-NL">
                <a:solidFill>
                  <a:srgbClr val="1859A9"/>
                </a:solidFill>
              </a:rPr>
              <a:t>ADNOC Upstream - TotalEnergies - 06/10/2025</a:t>
            </a:r>
            <a:endParaRPr lang="en-GB">
              <a:solidFill>
                <a:srgbClr val="1859A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49709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6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877E6E5-10F2-4009-B776-A7F5C9BE046A}"/>
              </a:ext>
            </a:extLst>
          </p:cNvPr>
          <p:cNvSpPr/>
          <p:nvPr userDrawn="1"/>
        </p:nvSpPr>
        <p:spPr>
          <a:xfrm>
            <a:off x="240604" y="239401"/>
            <a:ext cx="11710800" cy="6379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5" tIns="45707" rIns="91415" bIns="45707" rtlCol="0" anchor="ctr"/>
          <a:lstStyle/>
          <a:p>
            <a:pPr algn="ctr" defTabSz="914106"/>
            <a:endParaRPr lang="en-GB" sz="1867">
              <a:solidFill>
                <a:prstClr val="white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FFE213-8CBB-48D7-A171-8548BB907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5693" y="442801"/>
            <a:ext cx="5366212" cy="1101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6224B-EA79-4BC8-A7F5-F620B624A0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743" y="2060580"/>
            <a:ext cx="5148261" cy="39989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6E15C-D408-4765-943E-DB77FC82E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>
              <a:solidFill>
                <a:srgbClr val="4D5156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30760-A444-416F-83F2-0E9E7E46A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41956-BF2E-4170-9809-8254439A8799}" type="slidenum">
              <a:rPr lang="en-GB" smtClean="0">
                <a:solidFill>
                  <a:srgbClr val="1859A9"/>
                </a:solidFill>
              </a:rPr>
              <a:pPr/>
              <a:t>‹#›</a:t>
            </a:fld>
            <a:endParaRPr lang="en-GB">
              <a:solidFill>
                <a:srgbClr val="1859A9"/>
              </a:solidFill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74BDDA1-D11F-444B-A19F-8F1AF77F9D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7741" y="1620005"/>
            <a:ext cx="5364164" cy="200025"/>
          </a:xfrm>
        </p:spPr>
        <p:txBody>
          <a:bodyPr/>
          <a:lstStyle>
            <a:lvl1pPr>
              <a:spcBef>
                <a:spcPts val="0"/>
              </a:spcBef>
              <a:defRPr sz="1067" b="1" cap="all" spc="359" baseline="0"/>
            </a:lvl1pPr>
            <a:lvl2pPr>
              <a:defRPr sz="1067"/>
            </a:lvl2pPr>
            <a:lvl3pPr>
              <a:defRPr sz="1067"/>
            </a:lvl3pPr>
            <a:lvl4pPr>
              <a:defRPr sz="1067"/>
            </a:lvl4pPr>
            <a:lvl5pPr>
              <a:defRPr sz="1067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987CEB89-FE4D-43FC-A6AA-6981A9E7668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129473" y="239404"/>
            <a:ext cx="4821935" cy="6379893"/>
          </a:xfrm>
          <a:custGeom>
            <a:avLst/>
            <a:gdLst>
              <a:gd name="connsiteX0" fmla="*/ 0 w 4821933"/>
              <a:gd name="connsiteY0" fmla="*/ 0 h 3056400"/>
              <a:gd name="connsiteX1" fmla="*/ 4821933 w 4821933"/>
              <a:gd name="connsiteY1" fmla="*/ 0 h 3056400"/>
              <a:gd name="connsiteX2" fmla="*/ 4821933 w 4821933"/>
              <a:gd name="connsiteY2" fmla="*/ 3056400 h 3056400"/>
              <a:gd name="connsiteX3" fmla="*/ 0 w 4821933"/>
              <a:gd name="connsiteY3" fmla="*/ 3056400 h 3056400"/>
              <a:gd name="connsiteX4" fmla="*/ 0 w 4821933"/>
              <a:gd name="connsiteY4" fmla="*/ 0 h 3056400"/>
              <a:gd name="connsiteX0" fmla="*/ 0 w 4821933"/>
              <a:gd name="connsiteY0" fmla="*/ 1959 h 3058359"/>
              <a:gd name="connsiteX1" fmla="*/ 3415603 w 4821933"/>
              <a:gd name="connsiteY1" fmla="*/ 0 h 3058359"/>
              <a:gd name="connsiteX2" fmla="*/ 4821933 w 4821933"/>
              <a:gd name="connsiteY2" fmla="*/ 1959 h 3058359"/>
              <a:gd name="connsiteX3" fmla="*/ 4821933 w 4821933"/>
              <a:gd name="connsiteY3" fmla="*/ 3058359 h 3058359"/>
              <a:gd name="connsiteX4" fmla="*/ 0 w 4821933"/>
              <a:gd name="connsiteY4" fmla="*/ 3058359 h 3058359"/>
              <a:gd name="connsiteX5" fmla="*/ 0 w 4821933"/>
              <a:gd name="connsiteY5" fmla="*/ 1959 h 3058359"/>
              <a:gd name="connsiteX0" fmla="*/ 0 w 4821933"/>
              <a:gd name="connsiteY0" fmla="*/ 0 h 3056400"/>
              <a:gd name="connsiteX1" fmla="*/ 3415603 w 4821933"/>
              <a:gd name="connsiteY1" fmla="*/ 1409 h 3056400"/>
              <a:gd name="connsiteX2" fmla="*/ 4821933 w 4821933"/>
              <a:gd name="connsiteY2" fmla="*/ 0 h 3056400"/>
              <a:gd name="connsiteX3" fmla="*/ 4821933 w 4821933"/>
              <a:gd name="connsiteY3" fmla="*/ 3056400 h 3056400"/>
              <a:gd name="connsiteX4" fmla="*/ 0 w 4821933"/>
              <a:gd name="connsiteY4" fmla="*/ 3056400 h 3056400"/>
              <a:gd name="connsiteX5" fmla="*/ 0 w 4821933"/>
              <a:gd name="connsiteY5" fmla="*/ 0 h 3056400"/>
              <a:gd name="connsiteX0" fmla="*/ 0 w 4821933"/>
              <a:gd name="connsiteY0" fmla="*/ 0 h 3056400"/>
              <a:gd name="connsiteX1" fmla="*/ 3418971 w 4821933"/>
              <a:gd name="connsiteY1" fmla="*/ 1409 h 3056400"/>
              <a:gd name="connsiteX2" fmla="*/ 4821933 w 4821933"/>
              <a:gd name="connsiteY2" fmla="*/ 0 h 3056400"/>
              <a:gd name="connsiteX3" fmla="*/ 4821933 w 4821933"/>
              <a:gd name="connsiteY3" fmla="*/ 3056400 h 3056400"/>
              <a:gd name="connsiteX4" fmla="*/ 0 w 4821933"/>
              <a:gd name="connsiteY4" fmla="*/ 3056400 h 3056400"/>
              <a:gd name="connsiteX5" fmla="*/ 0 w 4821933"/>
              <a:gd name="connsiteY5" fmla="*/ 0 h 3056400"/>
              <a:gd name="connsiteX0" fmla="*/ 0 w 4821933"/>
              <a:gd name="connsiteY0" fmla="*/ 0 h 3056400"/>
              <a:gd name="connsiteX1" fmla="*/ 3418971 w 4821933"/>
              <a:gd name="connsiteY1" fmla="*/ 1409 h 3056400"/>
              <a:gd name="connsiteX2" fmla="*/ 4821933 w 4821933"/>
              <a:gd name="connsiteY2" fmla="*/ 0 h 3056400"/>
              <a:gd name="connsiteX3" fmla="*/ 4821933 w 4821933"/>
              <a:gd name="connsiteY3" fmla="*/ 3056400 h 3056400"/>
              <a:gd name="connsiteX4" fmla="*/ 0 w 4821933"/>
              <a:gd name="connsiteY4" fmla="*/ 3056400 h 3056400"/>
              <a:gd name="connsiteX5" fmla="*/ 0 w 4821933"/>
              <a:gd name="connsiteY5" fmla="*/ 0 h 3056400"/>
              <a:gd name="connsiteX0" fmla="*/ 0 w 4821933"/>
              <a:gd name="connsiteY0" fmla="*/ 1959 h 3058359"/>
              <a:gd name="connsiteX1" fmla="*/ 3418971 w 4821933"/>
              <a:gd name="connsiteY1" fmla="*/ 0 h 3058359"/>
              <a:gd name="connsiteX2" fmla="*/ 4821933 w 4821933"/>
              <a:gd name="connsiteY2" fmla="*/ 1959 h 3058359"/>
              <a:gd name="connsiteX3" fmla="*/ 4821933 w 4821933"/>
              <a:gd name="connsiteY3" fmla="*/ 3058359 h 3058359"/>
              <a:gd name="connsiteX4" fmla="*/ 0 w 4821933"/>
              <a:gd name="connsiteY4" fmla="*/ 3058359 h 3058359"/>
              <a:gd name="connsiteX5" fmla="*/ 0 w 4821933"/>
              <a:gd name="connsiteY5" fmla="*/ 1959 h 3058359"/>
              <a:gd name="connsiteX0" fmla="*/ 0 w 4821933"/>
              <a:gd name="connsiteY0" fmla="*/ 0 h 3056400"/>
              <a:gd name="connsiteX1" fmla="*/ 3418971 w 4821933"/>
              <a:gd name="connsiteY1" fmla="*/ 679 h 3056400"/>
              <a:gd name="connsiteX2" fmla="*/ 4821933 w 4821933"/>
              <a:gd name="connsiteY2" fmla="*/ 0 h 3056400"/>
              <a:gd name="connsiteX3" fmla="*/ 4821933 w 4821933"/>
              <a:gd name="connsiteY3" fmla="*/ 3056400 h 3056400"/>
              <a:gd name="connsiteX4" fmla="*/ 0 w 4821933"/>
              <a:gd name="connsiteY4" fmla="*/ 3056400 h 3056400"/>
              <a:gd name="connsiteX5" fmla="*/ 0 w 4821933"/>
              <a:gd name="connsiteY5" fmla="*/ 0 h 3056400"/>
              <a:gd name="connsiteX0" fmla="*/ 0 w 4821933"/>
              <a:gd name="connsiteY0" fmla="*/ 0 h 3056400"/>
              <a:gd name="connsiteX1" fmla="*/ 3418971 w 4821933"/>
              <a:gd name="connsiteY1" fmla="*/ 679 h 3056400"/>
              <a:gd name="connsiteX2" fmla="*/ 4343416 w 4821933"/>
              <a:gd name="connsiteY2" fmla="*/ 745 h 3056400"/>
              <a:gd name="connsiteX3" fmla="*/ 4821933 w 4821933"/>
              <a:gd name="connsiteY3" fmla="*/ 0 h 3056400"/>
              <a:gd name="connsiteX4" fmla="*/ 4821933 w 4821933"/>
              <a:gd name="connsiteY4" fmla="*/ 3056400 h 3056400"/>
              <a:gd name="connsiteX5" fmla="*/ 0 w 4821933"/>
              <a:gd name="connsiteY5" fmla="*/ 3056400 h 3056400"/>
              <a:gd name="connsiteX6" fmla="*/ 0 w 4821933"/>
              <a:gd name="connsiteY6" fmla="*/ 0 h 3056400"/>
              <a:gd name="connsiteX0" fmla="*/ 0 w 4821933"/>
              <a:gd name="connsiteY0" fmla="*/ 0 h 3056400"/>
              <a:gd name="connsiteX1" fmla="*/ 3418971 w 4821933"/>
              <a:gd name="connsiteY1" fmla="*/ 679 h 3056400"/>
              <a:gd name="connsiteX2" fmla="*/ 3744372 w 4821933"/>
              <a:gd name="connsiteY2" fmla="*/ 745 h 3056400"/>
              <a:gd name="connsiteX3" fmla="*/ 4343416 w 4821933"/>
              <a:gd name="connsiteY3" fmla="*/ 745 h 3056400"/>
              <a:gd name="connsiteX4" fmla="*/ 4821933 w 4821933"/>
              <a:gd name="connsiteY4" fmla="*/ 0 h 3056400"/>
              <a:gd name="connsiteX5" fmla="*/ 4821933 w 4821933"/>
              <a:gd name="connsiteY5" fmla="*/ 3056400 h 3056400"/>
              <a:gd name="connsiteX6" fmla="*/ 0 w 4821933"/>
              <a:gd name="connsiteY6" fmla="*/ 3056400 h 3056400"/>
              <a:gd name="connsiteX7" fmla="*/ 0 w 4821933"/>
              <a:gd name="connsiteY7" fmla="*/ 0 h 3056400"/>
              <a:gd name="connsiteX0" fmla="*/ 0 w 4821933"/>
              <a:gd name="connsiteY0" fmla="*/ 0 h 3056400"/>
              <a:gd name="connsiteX1" fmla="*/ 3418971 w 4821933"/>
              <a:gd name="connsiteY1" fmla="*/ 679 h 3056400"/>
              <a:gd name="connsiteX2" fmla="*/ 3417141 w 4821933"/>
              <a:gd name="connsiteY2" fmla="*/ 1388839 h 3056400"/>
              <a:gd name="connsiteX3" fmla="*/ 4343416 w 4821933"/>
              <a:gd name="connsiteY3" fmla="*/ 745 h 3056400"/>
              <a:gd name="connsiteX4" fmla="*/ 4821933 w 4821933"/>
              <a:gd name="connsiteY4" fmla="*/ 0 h 3056400"/>
              <a:gd name="connsiteX5" fmla="*/ 4821933 w 4821933"/>
              <a:gd name="connsiteY5" fmla="*/ 3056400 h 3056400"/>
              <a:gd name="connsiteX6" fmla="*/ 0 w 4821933"/>
              <a:gd name="connsiteY6" fmla="*/ 3056400 h 3056400"/>
              <a:gd name="connsiteX7" fmla="*/ 0 w 4821933"/>
              <a:gd name="connsiteY7" fmla="*/ 0 h 3056400"/>
              <a:gd name="connsiteX0" fmla="*/ 0 w 4821933"/>
              <a:gd name="connsiteY0" fmla="*/ 0 h 3056400"/>
              <a:gd name="connsiteX1" fmla="*/ 3416332 w 4821933"/>
              <a:gd name="connsiteY1" fmla="*/ 679 h 3056400"/>
              <a:gd name="connsiteX2" fmla="*/ 3417141 w 4821933"/>
              <a:gd name="connsiteY2" fmla="*/ 1388839 h 3056400"/>
              <a:gd name="connsiteX3" fmla="*/ 4343416 w 4821933"/>
              <a:gd name="connsiteY3" fmla="*/ 745 h 3056400"/>
              <a:gd name="connsiteX4" fmla="*/ 4821933 w 4821933"/>
              <a:gd name="connsiteY4" fmla="*/ 0 h 3056400"/>
              <a:gd name="connsiteX5" fmla="*/ 4821933 w 4821933"/>
              <a:gd name="connsiteY5" fmla="*/ 3056400 h 3056400"/>
              <a:gd name="connsiteX6" fmla="*/ 0 w 4821933"/>
              <a:gd name="connsiteY6" fmla="*/ 3056400 h 3056400"/>
              <a:gd name="connsiteX7" fmla="*/ 0 w 4821933"/>
              <a:gd name="connsiteY7" fmla="*/ 0 h 3056400"/>
              <a:gd name="connsiteX0" fmla="*/ 0 w 4821933"/>
              <a:gd name="connsiteY0" fmla="*/ 0 h 3056400"/>
              <a:gd name="connsiteX1" fmla="*/ 3416332 w 4821933"/>
              <a:gd name="connsiteY1" fmla="*/ 679 h 3056400"/>
              <a:gd name="connsiteX2" fmla="*/ 3414502 w 4821933"/>
              <a:gd name="connsiteY2" fmla="*/ 1388839 h 3056400"/>
              <a:gd name="connsiteX3" fmla="*/ 4343416 w 4821933"/>
              <a:gd name="connsiteY3" fmla="*/ 745 h 3056400"/>
              <a:gd name="connsiteX4" fmla="*/ 4821933 w 4821933"/>
              <a:gd name="connsiteY4" fmla="*/ 0 h 3056400"/>
              <a:gd name="connsiteX5" fmla="*/ 4821933 w 4821933"/>
              <a:gd name="connsiteY5" fmla="*/ 3056400 h 3056400"/>
              <a:gd name="connsiteX6" fmla="*/ 0 w 4821933"/>
              <a:gd name="connsiteY6" fmla="*/ 3056400 h 3056400"/>
              <a:gd name="connsiteX7" fmla="*/ 0 w 4821933"/>
              <a:gd name="connsiteY7" fmla="*/ 0 h 3056400"/>
              <a:gd name="connsiteX0" fmla="*/ 0 w 4821933"/>
              <a:gd name="connsiteY0" fmla="*/ 0 h 3056400"/>
              <a:gd name="connsiteX1" fmla="*/ 3416332 w 4821933"/>
              <a:gd name="connsiteY1" fmla="*/ 679 h 3056400"/>
              <a:gd name="connsiteX2" fmla="*/ 3414502 w 4821933"/>
              <a:gd name="connsiteY2" fmla="*/ 1388839 h 3056400"/>
              <a:gd name="connsiteX3" fmla="*/ 3989795 w 4821933"/>
              <a:gd name="connsiteY3" fmla="*/ 531177 h 3056400"/>
              <a:gd name="connsiteX4" fmla="*/ 4343416 w 4821933"/>
              <a:gd name="connsiteY4" fmla="*/ 745 h 3056400"/>
              <a:gd name="connsiteX5" fmla="*/ 4821933 w 4821933"/>
              <a:gd name="connsiteY5" fmla="*/ 0 h 3056400"/>
              <a:gd name="connsiteX6" fmla="*/ 4821933 w 4821933"/>
              <a:gd name="connsiteY6" fmla="*/ 3056400 h 3056400"/>
              <a:gd name="connsiteX7" fmla="*/ 0 w 4821933"/>
              <a:gd name="connsiteY7" fmla="*/ 3056400 h 3056400"/>
              <a:gd name="connsiteX8" fmla="*/ 0 w 4821933"/>
              <a:gd name="connsiteY8" fmla="*/ 0 h 3056400"/>
              <a:gd name="connsiteX0" fmla="*/ 0 w 4821933"/>
              <a:gd name="connsiteY0" fmla="*/ 0 h 3056400"/>
              <a:gd name="connsiteX1" fmla="*/ 3416332 w 4821933"/>
              <a:gd name="connsiteY1" fmla="*/ 679 h 3056400"/>
              <a:gd name="connsiteX2" fmla="*/ 3414502 w 4821933"/>
              <a:gd name="connsiteY2" fmla="*/ 1388839 h 3056400"/>
              <a:gd name="connsiteX3" fmla="*/ 4340777 w 4821933"/>
              <a:gd name="connsiteY3" fmla="*/ 1388839 h 3056400"/>
              <a:gd name="connsiteX4" fmla="*/ 4343416 w 4821933"/>
              <a:gd name="connsiteY4" fmla="*/ 745 h 3056400"/>
              <a:gd name="connsiteX5" fmla="*/ 4821933 w 4821933"/>
              <a:gd name="connsiteY5" fmla="*/ 0 h 3056400"/>
              <a:gd name="connsiteX6" fmla="*/ 4821933 w 4821933"/>
              <a:gd name="connsiteY6" fmla="*/ 3056400 h 3056400"/>
              <a:gd name="connsiteX7" fmla="*/ 0 w 4821933"/>
              <a:gd name="connsiteY7" fmla="*/ 3056400 h 3056400"/>
              <a:gd name="connsiteX8" fmla="*/ 0 w 4821933"/>
              <a:gd name="connsiteY8" fmla="*/ 0 h 3056400"/>
              <a:gd name="connsiteX0" fmla="*/ 0 w 4821933"/>
              <a:gd name="connsiteY0" fmla="*/ 0 h 3056400"/>
              <a:gd name="connsiteX1" fmla="*/ 3416332 w 4821933"/>
              <a:gd name="connsiteY1" fmla="*/ 679 h 3056400"/>
              <a:gd name="connsiteX2" fmla="*/ 3417141 w 4821933"/>
              <a:gd name="connsiteY2" fmla="*/ 1388839 h 3056400"/>
              <a:gd name="connsiteX3" fmla="*/ 4340777 w 4821933"/>
              <a:gd name="connsiteY3" fmla="*/ 1388839 h 3056400"/>
              <a:gd name="connsiteX4" fmla="*/ 4343416 w 4821933"/>
              <a:gd name="connsiteY4" fmla="*/ 745 h 3056400"/>
              <a:gd name="connsiteX5" fmla="*/ 4821933 w 4821933"/>
              <a:gd name="connsiteY5" fmla="*/ 0 h 3056400"/>
              <a:gd name="connsiteX6" fmla="*/ 4821933 w 4821933"/>
              <a:gd name="connsiteY6" fmla="*/ 3056400 h 3056400"/>
              <a:gd name="connsiteX7" fmla="*/ 0 w 4821933"/>
              <a:gd name="connsiteY7" fmla="*/ 3056400 h 3056400"/>
              <a:gd name="connsiteX8" fmla="*/ 0 w 4821933"/>
              <a:gd name="connsiteY8" fmla="*/ 0 h 3056400"/>
              <a:gd name="connsiteX0" fmla="*/ 0 w 4821933"/>
              <a:gd name="connsiteY0" fmla="*/ 0 h 3056400"/>
              <a:gd name="connsiteX1" fmla="*/ 3416332 w 4821933"/>
              <a:gd name="connsiteY1" fmla="*/ 679 h 3056400"/>
              <a:gd name="connsiteX2" fmla="*/ 3414565 w 4821933"/>
              <a:gd name="connsiteY2" fmla="*/ 1388839 h 3056400"/>
              <a:gd name="connsiteX3" fmla="*/ 4340777 w 4821933"/>
              <a:gd name="connsiteY3" fmla="*/ 1388839 h 3056400"/>
              <a:gd name="connsiteX4" fmla="*/ 4343416 w 4821933"/>
              <a:gd name="connsiteY4" fmla="*/ 745 h 3056400"/>
              <a:gd name="connsiteX5" fmla="*/ 4821933 w 4821933"/>
              <a:gd name="connsiteY5" fmla="*/ 0 h 3056400"/>
              <a:gd name="connsiteX6" fmla="*/ 4821933 w 4821933"/>
              <a:gd name="connsiteY6" fmla="*/ 3056400 h 3056400"/>
              <a:gd name="connsiteX7" fmla="*/ 0 w 4821933"/>
              <a:gd name="connsiteY7" fmla="*/ 3056400 h 3056400"/>
              <a:gd name="connsiteX8" fmla="*/ 0 w 4821933"/>
              <a:gd name="connsiteY8" fmla="*/ 0 h 3056400"/>
              <a:gd name="connsiteX0" fmla="*/ 0 w 4821933"/>
              <a:gd name="connsiteY0" fmla="*/ 0 h 3056400"/>
              <a:gd name="connsiteX1" fmla="*/ 3416332 w 4821933"/>
              <a:gd name="connsiteY1" fmla="*/ 679 h 3056400"/>
              <a:gd name="connsiteX2" fmla="*/ 3416947 w 4821933"/>
              <a:gd name="connsiteY2" fmla="*/ 1388839 h 3056400"/>
              <a:gd name="connsiteX3" fmla="*/ 4340777 w 4821933"/>
              <a:gd name="connsiteY3" fmla="*/ 1388839 h 3056400"/>
              <a:gd name="connsiteX4" fmla="*/ 4343416 w 4821933"/>
              <a:gd name="connsiteY4" fmla="*/ 745 h 3056400"/>
              <a:gd name="connsiteX5" fmla="*/ 4821933 w 4821933"/>
              <a:gd name="connsiteY5" fmla="*/ 0 h 3056400"/>
              <a:gd name="connsiteX6" fmla="*/ 4821933 w 4821933"/>
              <a:gd name="connsiteY6" fmla="*/ 3056400 h 3056400"/>
              <a:gd name="connsiteX7" fmla="*/ 0 w 4821933"/>
              <a:gd name="connsiteY7" fmla="*/ 3056400 h 3056400"/>
              <a:gd name="connsiteX8" fmla="*/ 0 w 4821933"/>
              <a:gd name="connsiteY8" fmla="*/ 0 h 3056400"/>
              <a:gd name="connsiteX0" fmla="*/ 0 w 4821933"/>
              <a:gd name="connsiteY0" fmla="*/ 0 h 3056400"/>
              <a:gd name="connsiteX1" fmla="*/ 3416332 w 4821933"/>
              <a:gd name="connsiteY1" fmla="*/ 679 h 3056400"/>
              <a:gd name="connsiteX2" fmla="*/ 3416947 w 4821933"/>
              <a:gd name="connsiteY2" fmla="*/ 1388839 h 3056400"/>
              <a:gd name="connsiteX3" fmla="*/ 4340777 w 4821933"/>
              <a:gd name="connsiteY3" fmla="*/ 1388839 h 3056400"/>
              <a:gd name="connsiteX4" fmla="*/ 4341035 w 4821933"/>
              <a:gd name="connsiteY4" fmla="*/ 745 h 3056400"/>
              <a:gd name="connsiteX5" fmla="*/ 4821933 w 4821933"/>
              <a:gd name="connsiteY5" fmla="*/ 0 h 3056400"/>
              <a:gd name="connsiteX6" fmla="*/ 4821933 w 4821933"/>
              <a:gd name="connsiteY6" fmla="*/ 3056400 h 3056400"/>
              <a:gd name="connsiteX7" fmla="*/ 0 w 4821933"/>
              <a:gd name="connsiteY7" fmla="*/ 3056400 h 3056400"/>
              <a:gd name="connsiteX8" fmla="*/ 0 w 4821933"/>
              <a:gd name="connsiteY8" fmla="*/ 0 h 3056400"/>
              <a:gd name="connsiteX0" fmla="*/ 0 w 4821933"/>
              <a:gd name="connsiteY0" fmla="*/ 0 h 3056400"/>
              <a:gd name="connsiteX1" fmla="*/ 3416332 w 4821933"/>
              <a:gd name="connsiteY1" fmla="*/ 679 h 3056400"/>
              <a:gd name="connsiteX2" fmla="*/ 3416947 w 4821933"/>
              <a:gd name="connsiteY2" fmla="*/ 1388839 h 3056400"/>
              <a:gd name="connsiteX3" fmla="*/ 4340777 w 4821933"/>
              <a:gd name="connsiteY3" fmla="*/ 1388839 h 3056400"/>
              <a:gd name="connsiteX4" fmla="*/ 4338654 w 4821933"/>
              <a:gd name="connsiteY4" fmla="*/ 745 h 3056400"/>
              <a:gd name="connsiteX5" fmla="*/ 4821933 w 4821933"/>
              <a:gd name="connsiteY5" fmla="*/ 0 h 3056400"/>
              <a:gd name="connsiteX6" fmla="*/ 4821933 w 4821933"/>
              <a:gd name="connsiteY6" fmla="*/ 3056400 h 3056400"/>
              <a:gd name="connsiteX7" fmla="*/ 0 w 4821933"/>
              <a:gd name="connsiteY7" fmla="*/ 3056400 h 3056400"/>
              <a:gd name="connsiteX8" fmla="*/ 0 w 4821933"/>
              <a:gd name="connsiteY8" fmla="*/ 0 h 3056400"/>
              <a:gd name="connsiteX0" fmla="*/ 0 w 4821933"/>
              <a:gd name="connsiteY0" fmla="*/ 0 h 3056400"/>
              <a:gd name="connsiteX1" fmla="*/ 3416332 w 4821933"/>
              <a:gd name="connsiteY1" fmla="*/ 679 h 3056400"/>
              <a:gd name="connsiteX2" fmla="*/ 3416947 w 4821933"/>
              <a:gd name="connsiteY2" fmla="*/ 1388839 h 3056400"/>
              <a:gd name="connsiteX3" fmla="*/ 4340777 w 4821933"/>
              <a:gd name="connsiteY3" fmla="*/ 1388839 h 3056400"/>
              <a:gd name="connsiteX4" fmla="*/ 4341035 w 4821933"/>
              <a:gd name="connsiteY4" fmla="*/ 745 h 3056400"/>
              <a:gd name="connsiteX5" fmla="*/ 4821933 w 4821933"/>
              <a:gd name="connsiteY5" fmla="*/ 0 h 3056400"/>
              <a:gd name="connsiteX6" fmla="*/ 4821933 w 4821933"/>
              <a:gd name="connsiteY6" fmla="*/ 3056400 h 3056400"/>
              <a:gd name="connsiteX7" fmla="*/ 0 w 4821933"/>
              <a:gd name="connsiteY7" fmla="*/ 3056400 h 3056400"/>
              <a:gd name="connsiteX8" fmla="*/ 0 w 4821933"/>
              <a:gd name="connsiteY8" fmla="*/ 0 h 3056400"/>
              <a:gd name="connsiteX0" fmla="*/ 0 w 4821933"/>
              <a:gd name="connsiteY0" fmla="*/ 0 h 3056400"/>
              <a:gd name="connsiteX1" fmla="*/ 3416332 w 4821933"/>
              <a:gd name="connsiteY1" fmla="*/ 679 h 3056400"/>
              <a:gd name="connsiteX2" fmla="*/ 3416947 w 4821933"/>
              <a:gd name="connsiteY2" fmla="*/ 1388839 h 3056400"/>
              <a:gd name="connsiteX3" fmla="*/ 4340777 w 4821933"/>
              <a:gd name="connsiteY3" fmla="*/ 1388839 h 3056400"/>
              <a:gd name="connsiteX4" fmla="*/ 4341035 w 4821933"/>
              <a:gd name="connsiteY4" fmla="*/ 745 h 3056400"/>
              <a:gd name="connsiteX5" fmla="*/ 4821933 w 4821933"/>
              <a:gd name="connsiteY5" fmla="*/ 0 h 3056400"/>
              <a:gd name="connsiteX6" fmla="*/ 4821933 w 4821933"/>
              <a:gd name="connsiteY6" fmla="*/ 3056400 h 3056400"/>
              <a:gd name="connsiteX7" fmla="*/ 0 w 4821933"/>
              <a:gd name="connsiteY7" fmla="*/ 3056400 h 3056400"/>
              <a:gd name="connsiteX8" fmla="*/ 0 w 4821933"/>
              <a:gd name="connsiteY8" fmla="*/ 0 h 3056400"/>
              <a:gd name="connsiteX0" fmla="*/ 0 w 4821933"/>
              <a:gd name="connsiteY0" fmla="*/ 0 h 3056400"/>
              <a:gd name="connsiteX1" fmla="*/ 3416332 w 4821933"/>
              <a:gd name="connsiteY1" fmla="*/ 679 h 3056400"/>
              <a:gd name="connsiteX2" fmla="*/ 3416947 w 4821933"/>
              <a:gd name="connsiteY2" fmla="*/ 1388839 h 3056400"/>
              <a:gd name="connsiteX3" fmla="*/ 4340777 w 4821933"/>
              <a:gd name="connsiteY3" fmla="*/ 1388839 h 3056400"/>
              <a:gd name="connsiteX4" fmla="*/ 4341035 w 4821933"/>
              <a:gd name="connsiteY4" fmla="*/ 745 h 3056400"/>
              <a:gd name="connsiteX5" fmla="*/ 4821933 w 4821933"/>
              <a:gd name="connsiteY5" fmla="*/ 0 h 3056400"/>
              <a:gd name="connsiteX6" fmla="*/ 4821933 w 4821933"/>
              <a:gd name="connsiteY6" fmla="*/ 3056400 h 3056400"/>
              <a:gd name="connsiteX7" fmla="*/ 0 w 4821933"/>
              <a:gd name="connsiteY7" fmla="*/ 3056400 h 3056400"/>
              <a:gd name="connsiteX8" fmla="*/ 0 w 4821933"/>
              <a:gd name="connsiteY8" fmla="*/ 0 h 3056400"/>
              <a:gd name="connsiteX0" fmla="*/ 0 w 4821933"/>
              <a:gd name="connsiteY0" fmla="*/ 0 h 6379893"/>
              <a:gd name="connsiteX1" fmla="*/ 3416332 w 4821933"/>
              <a:gd name="connsiteY1" fmla="*/ 679 h 6379893"/>
              <a:gd name="connsiteX2" fmla="*/ 3416947 w 4821933"/>
              <a:gd name="connsiteY2" fmla="*/ 1388839 h 6379893"/>
              <a:gd name="connsiteX3" fmla="*/ 4340777 w 4821933"/>
              <a:gd name="connsiteY3" fmla="*/ 1388839 h 6379893"/>
              <a:gd name="connsiteX4" fmla="*/ 4341035 w 4821933"/>
              <a:gd name="connsiteY4" fmla="*/ 745 h 6379893"/>
              <a:gd name="connsiteX5" fmla="*/ 4821933 w 4821933"/>
              <a:gd name="connsiteY5" fmla="*/ 0 h 6379893"/>
              <a:gd name="connsiteX6" fmla="*/ 4821933 w 4821933"/>
              <a:gd name="connsiteY6" fmla="*/ 3056400 h 6379893"/>
              <a:gd name="connsiteX7" fmla="*/ 0 w 4821933"/>
              <a:gd name="connsiteY7" fmla="*/ 6379893 h 6379893"/>
              <a:gd name="connsiteX8" fmla="*/ 0 w 4821933"/>
              <a:gd name="connsiteY8" fmla="*/ 0 h 6379893"/>
              <a:gd name="connsiteX0" fmla="*/ 0 w 4821933"/>
              <a:gd name="connsiteY0" fmla="*/ 0 h 6391616"/>
              <a:gd name="connsiteX1" fmla="*/ 3416332 w 4821933"/>
              <a:gd name="connsiteY1" fmla="*/ 679 h 6391616"/>
              <a:gd name="connsiteX2" fmla="*/ 3416947 w 4821933"/>
              <a:gd name="connsiteY2" fmla="*/ 1388839 h 6391616"/>
              <a:gd name="connsiteX3" fmla="*/ 4340777 w 4821933"/>
              <a:gd name="connsiteY3" fmla="*/ 1388839 h 6391616"/>
              <a:gd name="connsiteX4" fmla="*/ 4341035 w 4821933"/>
              <a:gd name="connsiteY4" fmla="*/ 745 h 6391616"/>
              <a:gd name="connsiteX5" fmla="*/ 4821933 w 4821933"/>
              <a:gd name="connsiteY5" fmla="*/ 0 h 6391616"/>
              <a:gd name="connsiteX6" fmla="*/ 4821933 w 4821933"/>
              <a:gd name="connsiteY6" fmla="*/ 6391616 h 6391616"/>
              <a:gd name="connsiteX7" fmla="*/ 0 w 4821933"/>
              <a:gd name="connsiteY7" fmla="*/ 6379893 h 6391616"/>
              <a:gd name="connsiteX8" fmla="*/ 0 w 4821933"/>
              <a:gd name="connsiteY8" fmla="*/ 0 h 6391616"/>
              <a:gd name="connsiteX0" fmla="*/ 0 w 4821933"/>
              <a:gd name="connsiteY0" fmla="*/ 0 h 6385754"/>
              <a:gd name="connsiteX1" fmla="*/ 3416332 w 4821933"/>
              <a:gd name="connsiteY1" fmla="*/ 679 h 6385754"/>
              <a:gd name="connsiteX2" fmla="*/ 3416947 w 4821933"/>
              <a:gd name="connsiteY2" fmla="*/ 1388839 h 6385754"/>
              <a:gd name="connsiteX3" fmla="*/ 4340777 w 4821933"/>
              <a:gd name="connsiteY3" fmla="*/ 1388839 h 6385754"/>
              <a:gd name="connsiteX4" fmla="*/ 4341035 w 4821933"/>
              <a:gd name="connsiteY4" fmla="*/ 745 h 6385754"/>
              <a:gd name="connsiteX5" fmla="*/ 4821933 w 4821933"/>
              <a:gd name="connsiteY5" fmla="*/ 0 h 6385754"/>
              <a:gd name="connsiteX6" fmla="*/ 4821933 w 4821933"/>
              <a:gd name="connsiteY6" fmla="*/ 6385754 h 6385754"/>
              <a:gd name="connsiteX7" fmla="*/ 0 w 4821933"/>
              <a:gd name="connsiteY7" fmla="*/ 6379893 h 6385754"/>
              <a:gd name="connsiteX8" fmla="*/ 0 w 4821933"/>
              <a:gd name="connsiteY8" fmla="*/ 0 h 6385754"/>
              <a:gd name="connsiteX0" fmla="*/ 0 w 4821933"/>
              <a:gd name="connsiteY0" fmla="*/ 0 h 6379893"/>
              <a:gd name="connsiteX1" fmla="*/ 3416332 w 4821933"/>
              <a:gd name="connsiteY1" fmla="*/ 679 h 6379893"/>
              <a:gd name="connsiteX2" fmla="*/ 3416947 w 4821933"/>
              <a:gd name="connsiteY2" fmla="*/ 1388839 h 6379893"/>
              <a:gd name="connsiteX3" fmla="*/ 4340777 w 4821933"/>
              <a:gd name="connsiteY3" fmla="*/ 1388839 h 6379893"/>
              <a:gd name="connsiteX4" fmla="*/ 4341035 w 4821933"/>
              <a:gd name="connsiteY4" fmla="*/ 745 h 6379893"/>
              <a:gd name="connsiteX5" fmla="*/ 4821933 w 4821933"/>
              <a:gd name="connsiteY5" fmla="*/ 0 h 6379893"/>
              <a:gd name="connsiteX6" fmla="*/ 4821933 w 4821933"/>
              <a:gd name="connsiteY6" fmla="*/ 6379893 h 6379893"/>
              <a:gd name="connsiteX7" fmla="*/ 0 w 4821933"/>
              <a:gd name="connsiteY7" fmla="*/ 6379893 h 6379893"/>
              <a:gd name="connsiteX8" fmla="*/ 0 w 4821933"/>
              <a:gd name="connsiteY8" fmla="*/ 0 h 6379893"/>
              <a:gd name="connsiteX0" fmla="*/ 0 w 4821933"/>
              <a:gd name="connsiteY0" fmla="*/ 0 h 6379893"/>
              <a:gd name="connsiteX1" fmla="*/ 3416332 w 4821933"/>
              <a:gd name="connsiteY1" fmla="*/ 679 h 6379893"/>
              <a:gd name="connsiteX2" fmla="*/ 3416947 w 4821933"/>
              <a:gd name="connsiteY2" fmla="*/ 1388839 h 6379893"/>
              <a:gd name="connsiteX3" fmla="*/ 4340777 w 4821933"/>
              <a:gd name="connsiteY3" fmla="*/ 984026 h 6379893"/>
              <a:gd name="connsiteX4" fmla="*/ 4341035 w 4821933"/>
              <a:gd name="connsiteY4" fmla="*/ 745 h 6379893"/>
              <a:gd name="connsiteX5" fmla="*/ 4821933 w 4821933"/>
              <a:gd name="connsiteY5" fmla="*/ 0 h 6379893"/>
              <a:gd name="connsiteX6" fmla="*/ 4821933 w 4821933"/>
              <a:gd name="connsiteY6" fmla="*/ 6379893 h 6379893"/>
              <a:gd name="connsiteX7" fmla="*/ 0 w 4821933"/>
              <a:gd name="connsiteY7" fmla="*/ 6379893 h 6379893"/>
              <a:gd name="connsiteX8" fmla="*/ 0 w 4821933"/>
              <a:gd name="connsiteY8" fmla="*/ 0 h 6379893"/>
              <a:gd name="connsiteX0" fmla="*/ 0 w 4821933"/>
              <a:gd name="connsiteY0" fmla="*/ 0 h 6379893"/>
              <a:gd name="connsiteX1" fmla="*/ 3416332 w 4821933"/>
              <a:gd name="connsiteY1" fmla="*/ 679 h 6379893"/>
              <a:gd name="connsiteX2" fmla="*/ 3416947 w 4821933"/>
              <a:gd name="connsiteY2" fmla="*/ 984027 h 6379893"/>
              <a:gd name="connsiteX3" fmla="*/ 4340777 w 4821933"/>
              <a:gd name="connsiteY3" fmla="*/ 984026 h 6379893"/>
              <a:gd name="connsiteX4" fmla="*/ 4341035 w 4821933"/>
              <a:gd name="connsiteY4" fmla="*/ 745 h 6379893"/>
              <a:gd name="connsiteX5" fmla="*/ 4821933 w 4821933"/>
              <a:gd name="connsiteY5" fmla="*/ 0 h 6379893"/>
              <a:gd name="connsiteX6" fmla="*/ 4821933 w 4821933"/>
              <a:gd name="connsiteY6" fmla="*/ 6379893 h 6379893"/>
              <a:gd name="connsiteX7" fmla="*/ 0 w 4821933"/>
              <a:gd name="connsiteY7" fmla="*/ 6379893 h 6379893"/>
              <a:gd name="connsiteX8" fmla="*/ 0 w 4821933"/>
              <a:gd name="connsiteY8" fmla="*/ 0 h 6379893"/>
              <a:gd name="connsiteX0" fmla="*/ 0 w 4821933"/>
              <a:gd name="connsiteY0" fmla="*/ 0 h 6379893"/>
              <a:gd name="connsiteX1" fmla="*/ 3416332 w 4821933"/>
              <a:gd name="connsiteY1" fmla="*/ 679 h 6379893"/>
              <a:gd name="connsiteX2" fmla="*/ 3681266 w 4821933"/>
              <a:gd name="connsiteY2" fmla="*/ 984027 h 6379893"/>
              <a:gd name="connsiteX3" fmla="*/ 4340777 w 4821933"/>
              <a:gd name="connsiteY3" fmla="*/ 984026 h 6379893"/>
              <a:gd name="connsiteX4" fmla="*/ 4341035 w 4821933"/>
              <a:gd name="connsiteY4" fmla="*/ 745 h 6379893"/>
              <a:gd name="connsiteX5" fmla="*/ 4821933 w 4821933"/>
              <a:gd name="connsiteY5" fmla="*/ 0 h 6379893"/>
              <a:gd name="connsiteX6" fmla="*/ 4821933 w 4821933"/>
              <a:gd name="connsiteY6" fmla="*/ 6379893 h 6379893"/>
              <a:gd name="connsiteX7" fmla="*/ 0 w 4821933"/>
              <a:gd name="connsiteY7" fmla="*/ 6379893 h 6379893"/>
              <a:gd name="connsiteX8" fmla="*/ 0 w 4821933"/>
              <a:gd name="connsiteY8" fmla="*/ 0 h 6379893"/>
              <a:gd name="connsiteX0" fmla="*/ 0 w 4821933"/>
              <a:gd name="connsiteY0" fmla="*/ 0 h 6379893"/>
              <a:gd name="connsiteX1" fmla="*/ 3678270 w 4821933"/>
              <a:gd name="connsiteY1" fmla="*/ 679 h 6379893"/>
              <a:gd name="connsiteX2" fmla="*/ 3681266 w 4821933"/>
              <a:gd name="connsiteY2" fmla="*/ 984027 h 6379893"/>
              <a:gd name="connsiteX3" fmla="*/ 4340777 w 4821933"/>
              <a:gd name="connsiteY3" fmla="*/ 984026 h 6379893"/>
              <a:gd name="connsiteX4" fmla="*/ 4341035 w 4821933"/>
              <a:gd name="connsiteY4" fmla="*/ 745 h 6379893"/>
              <a:gd name="connsiteX5" fmla="*/ 4821933 w 4821933"/>
              <a:gd name="connsiteY5" fmla="*/ 0 h 6379893"/>
              <a:gd name="connsiteX6" fmla="*/ 4821933 w 4821933"/>
              <a:gd name="connsiteY6" fmla="*/ 6379893 h 6379893"/>
              <a:gd name="connsiteX7" fmla="*/ 0 w 4821933"/>
              <a:gd name="connsiteY7" fmla="*/ 6379893 h 6379893"/>
              <a:gd name="connsiteX8" fmla="*/ 0 w 4821933"/>
              <a:gd name="connsiteY8" fmla="*/ 0 h 6379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21933" h="6379893">
                <a:moveTo>
                  <a:pt x="0" y="0"/>
                </a:moveTo>
                <a:lnTo>
                  <a:pt x="3678270" y="679"/>
                </a:lnTo>
                <a:cubicBezTo>
                  <a:pt x="3678540" y="463399"/>
                  <a:pt x="3680996" y="521307"/>
                  <a:pt x="3681266" y="984027"/>
                </a:cubicBezTo>
                <a:lnTo>
                  <a:pt x="4340777" y="984026"/>
                </a:lnTo>
                <a:cubicBezTo>
                  <a:pt x="4339275" y="521328"/>
                  <a:pt x="4340155" y="463443"/>
                  <a:pt x="4341035" y="745"/>
                </a:cubicBezTo>
                <a:lnTo>
                  <a:pt x="4821933" y="0"/>
                </a:lnTo>
                <a:lnTo>
                  <a:pt x="4821933" y="6379893"/>
                </a:lnTo>
                <a:lnTo>
                  <a:pt x="0" y="6379893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/>
          <a:p>
            <a:r>
              <a:rPr lang="en-US"/>
              <a:t>Drag picture to placeholder or click icon to add</a:t>
            </a:r>
            <a:endParaRPr lang="en-GB"/>
          </a:p>
        </p:txBody>
      </p:sp>
      <p:grpSp>
        <p:nvGrpSpPr>
          <p:cNvPr id="48" name="Group 47"/>
          <p:cNvGrpSpPr>
            <a:grpSpLocks noChangeAspect="1"/>
          </p:cNvGrpSpPr>
          <p:nvPr userDrawn="1"/>
        </p:nvGrpSpPr>
        <p:grpSpPr>
          <a:xfrm>
            <a:off x="11297869" y="65473"/>
            <a:ext cx="588249" cy="1091803"/>
            <a:chOff x="10546428" y="-86005"/>
            <a:chExt cx="923259" cy="1713580"/>
          </a:xfrm>
        </p:grpSpPr>
        <p:sp>
          <p:nvSpPr>
            <p:cNvPr id="49" name="Rectangle 48"/>
            <p:cNvSpPr/>
            <p:nvPr userDrawn="1"/>
          </p:nvSpPr>
          <p:spPr bwMode="white">
            <a:xfrm>
              <a:off x="10546428" y="-86005"/>
              <a:ext cx="923259" cy="17135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06"/>
              <a:endParaRPr lang="en-GB" sz="1867">
                <a:solidFill>
                  <a:prstClr val="white"/>
                </a:solidFill>
              </a:endParaRPr>
            </a:p>
          </p:txBody>
        </p:sp>
        <p:grpSp>
          <p:nvGrpSpPr>
            <p:cNvPr id="50" name="Group 49"/>
            <p:cNvGrpSpPr>
              <a:grpSpLocks noChangeAspect="1"/>
            </p:cNvGrpSpPr>
            <p:nvPr userDrawn="1"/>
          </p:nvGrpSpPr>
          <p:grpSpPr>
            <a:xfrm>
              <a:off x="10639077" y="333830"/>
              <a:ext cx="767941" cy="1201994"/>
              <a:chOff x="3986213" y="0"/>
              <a:chExt cx="4381501" cy="6858001"/>
            </a:xfrm>
            <a:solidFill>
              <a:schemeClr val="tx2"/>
            </a:solidFill>
          </p:grpSpPr>
          <p:sp>
            <p:nvSpPr>
              <p:cNvPr id="51" name="Freeform 5"/>
              <p:cNvSpPr>
                <a:spLocks/>
              </p:cNvSpPr>
              <p:nvPr/>
            </p:nvSpPr>
            <p:spPr bwMode="auto">
              <a:xfrm>
                <a:off x="6521451" y="1746250"/>
                <a:ext cx="1846263" cy="2443163"/>
              </a:xfrm>
              <a:custGeom>
                <a:avLst/>
                <a:gdLst>
                  <a:gd name="T0" fmla="*/ 113 w 206"/>
                  <a:gd name="T1" fmla="*/ 196 h 273"/>
                  <a:gd name="T2" fmla="*/ 70 w 206"/>
                  <a:gd name="T3" fmla="*/ 273 h 273"/>
                  <a:gd name="T4" fmla="*/ 184 w 206"/>
                  <a:gd name="T5" fmla="*/ 273 h 273"/>
                  <a:gd name="T6" fmla="*/ 0 w 206"/>
                  <a:gd name="T7" fmla="*/ 0 h 273"/>
                  <a:gd name="T8" fmla="*/ 113 w 206"/>
                  <a:gd name="T9" fmla="*/ 196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6" h="273">
                    <a:moveTo>
                      <a:pt x="113" y="196"/>
                    </a:moveTo>
                    <a:cubicBezTo>
                      <a:pt x="106" y="226"/>
                      <a:pt x="91" y="252"/>
                      <a:pt x="70" y="273"/>
                    </a:cubicBezTo>
                    <a:cubicBezTo>
                      <a:pt x="184" y="273"/>
                      <a:pt x="184" y="273"/>
                      <a:pt x="184" y="273"/>
                    </a:cubicBezTo>
                    <a:cubicBezTo>
                      <a:pt x="206" y="154"/>
                      <a:pt x="128" y="28"/>
                      <a:pt x="0" y="0"/>
                    </a:cubicBezTo>
                    <a:cubicBezTo>
                      <a:pt x="26" y="7"/>
                      <a:pt x="138" y="60"/>
                      <a:pt x="113" y="196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52" name="Freeform 6"/>
              <p:cNvSpPr>
                <a:spLocks/>
              </p:cNvSpPr>
              <p:nvPr/>
            </p:nvSpPr>
            <p:spPr bwMode="auto">
              <a:xfrm>
                <a:off x="3986213" y="0"/>
                <a:ext cx="4219575" cy="4189413"/>
              </a:xfrm>
              <a:custGeom>
                <a:avLst/>
                <a:gdLst>
                  <a:gd name="T0" fmla="*/ 0 w 471"/>
                  <a:gd name="T1" fmla="*/ 0 h 468"/>
                  <a:gd name="T2" fmla="*/ 0 w 471"/>
                  <a:gd name="T3" fmla="*/ 468 h 468"/>
                  <a:gd name="T4" fmla="*/ 50 w 471"/>
                  <a:gd name="T5" fmla="*/ 468 h 468"/>
                  <a:gd name="T6" fmla="*/ 104 w 471"/>
                  <a:gd name="T7" fmla="*/ 466 h 468"/>
                  <a:gd name="T8" fmla="*/ 247 w 471"/>
                  <a:gd name="T9" fmla="*/ 346 h 468"/>
                  <a:gd name="T10" fmla="*/ 161 w 471"/>
                  <a:gd name="T11" fmla="*/ 219 h 468"/>
                  <a:gd name="T12" fmla="*/ 157 w 471"/>
                  <a:gd name="T13" fmla="*/ 218 h 468"/>
                  <a:gd name="T14" fmla="*/ 100 w 471"/>
                  <a:gd name="T15" fmla="*/ 212 h 468"/>
                  <a:gd name="T16" fmla="*/ 92 w 471"/>
                  <a:gd name="T17" fmla="*/ 243 h 468"/>
                  <a:gd name="T18" fmla="*/ 81 w 471"/>
                  <a:gd name="T19" fmla="*/ 165 h 468"/>
                  <a:gd name="T20" fmla="*/ 124 w 471"/>
                  <a:gd name="T21" fmla="*/ 123 h 468"/>
                  <a:gd name="T22" fmla="*/ 124 w 471"/>
                  <a:gd name="T23" fmla="*/ 122 h 468"/>
                  <a:gd name="T24" fmla="*/ 186 w 471"/>
                  <a:gd name="T25" fmla="*/ 78 h 468"/>
                  <a:gd name="T26" fmla="*/ 259 w 471"/>
                  <a:gd name="T27" fmla="*/ 58 h 468"/>
                  <a:gd name="T28" fmla="*/ 471 w 471"/>
                  <a:gd name="T29" fmla="*/ 151 h 468"/>
                  <a:gd name="T30" fmla="*/ 471 w 471"/>
                  <a:gd name="T31" fmla="*/ 0 h 468"/>
                  <a:gd name="T32" fmla="*/ 0 w 471"/>
                  <a:gd name="T33" fmla="*/ 0 h 4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71" h="468">
                    <a:moveTo>
                      <a:pt x="0" y="0"/>
                    </a:moveTo>
                    <a:cubicBezTo>
                      <a:pt x="0" y="468"/>
                      <a:pt x="0" y="468"/>
                      <a:pt x="0" y="468"/>
                    </a:cubicBezTo>
                    <a:cubicBezTo>
                      <a:pt x="50" y="468"/>
                      <a:pt x="50" y="468"/>
                      <a:pt x="50" y="468"/>
                    </a:cubicBezTo>
                    <a:cubicBezTo>
                      <a:pt x="80" y="468"/>
                      <a:pt x="87" y="468"/>
                      <a:pt x="104" y="466"/>
                    </a:cubicBezTo>
                    <a:cubicBezTo>
                      <a:pt x="175" y="455"/>
                      <a:pt x="240" y="397"/>
                      <a:pt x="247" y="346"/>
                    </a:cubicBezTo>
                    <a:cubicBezTo>
                      <a:pt x="258" y="285"/>
                      <a:pt x="225" y="232"/>
                      <a:pt x="161" y="219"/>
                    </a:cubicBezTo>
                    <a:cubicBezTo>
                      <a:pt x="160" y="219"/>
                      <a:pt x="159" y="218"/>
                      <a:pt x="157" y="218"/>
                    </a:cubicBezTo>
                    <a:cubicBezTo>
                      <a:pt x="155" y="218"/>
                      <a:pt x="124" y="218"/>
                      <a:pt x="100" y="212"/>
                    </a:cubicBezTo>
                    <a:cubicBezTo>
                      <a:pt x="100" y="212"/>
                      <a:pt x="87" y="223"/>
                      <a:pt x="92" y="243"/>
                    </a:cubicBezTo>
                    <a:cubicBezTo>
                      <a:pt x="92" y="243"/>
                      <a:pt x="61" y="210"/>
                      <a:pt x="81" y="165"/>
                    </a:cubicBezTo>
                    <a:cubicBezTo>
                      <a:pt x="81" y="165"/>
                      <a:pt x="90" y="144"/>
                      <a:pt x="124" y="123"/>
                    </a:cubicBezTo>
                    <a:cubicBezTo>
                      <a:pt x="124" y="123"/>
                      <a:pt x="124" y="122"/>
                      <a:pt x="124" y="122"/>
                    </a:cubicBezTo>
                    <a:cubicBezTo>
                      <a:pt x="133" y="111"/>
                      <a:pt x="155" y="93"/>
                      <a:pt x="186" y="78"/>
                    </a:cubicBezTo>
                    <a:cubicBezTo>
                      <a:pt x="201" y="71"/>
                      <a:pt x="228" y="61"/>
                      <a:pt x="259" y="58"/>
                    </a:cubicBezTo>
                    <a:cubicBezTo>
                      <a:pt x="397" y="45"/>
                      <a:pt x="471" y="151"/>
                      <a:pt x="471" y="151"/>
                    </a:cubicBezTo>
                    <a:cubicBezTo>
                      <a:pt x="471" y="0"/>
                      <a:pt x="471" y="0"/>
                      <a:pt x="47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53" name="Freeform 7"/>
              <p:cNvSpPr>
                <a:spLocks/>
              </p:cNvSpPr>
              <p:nvPr/>
            </p:nvSpPr>
            <p:spPr bwMode="auto">
              <a:xfrm>
                <a:off x="5545138" y="939800"/>
                <a:ext cx="2660650" cy="1011238"/>
              </a:xfrm>
              <a:custGeom>
                <a:avLst/>
                <a:gdLst>
                  <a:gd name="T0" fmla="*/ 167 w 297"/>
                  <a:gd name="T1" fmla="*/ 9 h 113"/>
                  <a:gd name="T2" fmla="*/ 0 w 297"/>
                  <a:gd name="T3" fmla="*/ 48 h 113"/>
                  <a:gd name="T4" fmla="*/ 33 w 297"/>
                  <a:gd name="T5" fmla="*/ 33 h 113"/>
                  <a:gd name="T6" fmla="*/ 61 w 297"/>
                  <a:gd name="T7" fmla="*/ 60 h 113"/>
                  <a:gd name="T8" fmla="*/ 103 w 297"/>
                  <a:gd name="T9" fmla="*/ 34 h 113"/>
                  <a:gd name="T10" fmla="*/ 103 w 297"/>
                  <a:gd name="T11" fmla="*/ 20 h 113"/>
                  <a:gd name="T12" fmla="*/ 297 w 297"/>
                  <a:gd name="T13" fmla="*/ 113 h 113"/>
                  <a:gd name="T14" fmla="*/ 297 w 297"/>
                  <a:gd name="T15" fmla="*/ 71 h 113"/>
                  <a:gd name="T16" fmla="*/ 167 w 297"/>
                  <a:gd name="T17" fmla="*/ 9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7" h="113">
                    <a:moveTo>
                      <a:pt x="167" y="9"/>
                    </a:moveTo>
                    <a:cubicBezTo>
                      <a:pt x="100" y="0"/>
                      <a:pt x="44" y="17"/>
                      <a:pt x="0" y="48"/>
                    </a:cubicBezTo>
                    <a:cubicBezTo>
                      <a:pt x="0" y="48"/>
                      <a:pt x="13" y="40"/>
                      <a:pt x="33" y="33"/>
                    </a:cubicBezTo>
                    <a:cubicBezTo>
                      <a:pt x="36" y="46"/>
                      <a:pt x="47" y="57"/>
                      <a:pt x="61" y="60"/>
                    </a:cubicBezTo>
                    <a:cubicBezTo>
                      <a:pt x="81" y="64"/>
                      <a:pt x="100" y="52"/>
                      <a:pt x="103" y="34"/>
                    </a:cubicBezTo>
                    <a:cubicBezTo>
                      <a:pt x="104" y="30"/>
                      <a:pt x="104" y="25"/>
                      <a:pt x="103" y="20"/>
                    </a:cubicBezTo>
                    <a:cubicBezTo>
                      <a:pt x="230" y="16"/>
                      <a:pt x="297" y="113"/>
                      <a:pt x="297" y="113"/>
                    </a:cubicBezTo>
                    <a:cubicBezTo>
                      <a:pt x="297" y="71"/>
                      <a:pt x="297" y="71"/>
                      <a:pt x="297" y="71"/>
                    </a:cubicBezTo>
                    <a:cubicBezTo>
                      <a:pt x="278" y="52"/>
                      <a:pt x="226" y="15"/>
                      <a:pt x="167" y="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54" name="Freeform 8"/>
              <p:cNvSpPr>
                <a:spLocks noEditPoints="1"/>
              </p:cNvSpPr>
              <p:nvPr/>
            </p:nvSpPr>
            <p:spPr bwMode="auto">
              <a:xfrm>
                <a:off x="3986213" y="6007100"/>
                <a:ext cx="796925" cy="833438"/>
              </a:xfrm>
              <a:custGeom>
                <a:avLst/>
                <a:gdLst>
                  <a:gd name="T0" fmla="*/ 310 w 502"/>
                  <a:gd name="T1" fmla="*/ 311 h 525"/>
                  <a:gd name="T2" fmla="*/ 248 w 502"/>
                  <a:gd name="T3" fmla="*/ 124 h 525"/>
                  <a:gd name="T4" fmla="*/ 186 w 502"/>
                  <a:gd name="T5" fmla="*/ 311 h 525"/>
                  <a:gd name="T6" fmla="*/ 310 w 502"/>
                  <a:gd name="T7" fmla="*/ 311 h 525"/>
                  <a:gd name="T8" fmla="*/ 198 w 502"/>
                  <a:gd name="T9" fmla="*/ 0 h 525"/>
                  <a:gd name="T10" fmla="*/ 305 w 502"/>
                  <a:gd name="T11" fmla="*/ 0 h 525"/>
                  <a:gd name="T12" fmla="*/ 502 w 502"/>
                  <a:gd name="T13" fmla="*/ 525 h 525"/>
                  <a:gd name="T14" fmla="*/ 384 w 502"/>
                  <a:gd name="T15" fmla="*/ 525 h 525"/>
                  <a:gd name="T16" fmla="*/ 339 w 502"/>
                  <a:gd name="T17" fmla="*/ 401 h 525"/>
                  <a:gd name="T18" fmla="*/ 158 w 502"/>
                  <a:gd name="T19" fmla="*/ 401 h 525"/>
                  <a:gd name="T20" fmla="*/ 113 w 502"/>
                  <a:gd name="T21" fmla="*/ 525 h 525"/>
                  <a:gd name="T22" fmla="*/ 0 w 502"/>
                  <a:gd name="T23" fmla="*/ 525 h 525"/>
                  <a:gd name="T24" fmla="*/ 198 w 502"/>
                  <a:gd name="T25" fmla="*/ 0 h 5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02" h="525">
                    <a:moveTo>
                      <a:pt x="310" y="311"/>
                    </a:moveTo>
                    <a:lnTo>
                      <a:pt x="248" y="124"/>
                    </a:lnTo>
                    <a:lnTo>
                      <a:pt x="186" y="311"/>
                    </a:lnTo>
                    <a:lnTo>
                      <a:pt x="310" y="311"/>
                    </a:lnTo>
                    <a:close/>
                    <a:moveTo>
                      <a:pt x="198" y="0"/>
                    </a:moveTo>
                    <a:lnTo>
                      <a:pt x="305" y="0"/>
                    </a:lnTo>
                    <a:lnTo>
                      <a:pt x="502" y="525"/>
                    </a:lnTo>
                    <a:lnTo>
                      <a:pt x="384" y="525"/>
                    </a:lnTo>
                    <a:lnTo>
                      <a:pt x="339" y="401"/>
                    </a:lnTo>
                    <a:lnTo>
                      <a:pt x="158" y="401"/>
                    </a:lnTo>
                    <a:lnTo>
                      <a:pt x="113" y="525"/>
                    </a:lnTo>
                    <a:lnTo>
                      <a:pt x="0" y="525"/>
                    </a:lnTo>
                    <a:lnTo>
                      <a:pt x="19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55" name="Freeform 9"/>
              <p:cNvSpPr>
                <a:spLocks noEditPoints="1"/>
              </p:cNvSpPr>
              <p:nvPr/>
            </p:nvSpPr>
            <p:spPr bwMode="auto">
              <a:xfrm>
                <a:off x="4881563" y="6007100"/>
                <a:ext cx="717550" cy="833438"/>
              </a:xfrm>
              <a:custGeom>
                <a:avLst/>
                <a:gdLst>
                  <a:gd name="T0" fmla="*/ 32 w 80"/>
                  <a:gd name="T1" fmla="*/ 76 h 93"/>
                  <a:gd name="T2" fmla="*/ 45 w 80"/>
                  <a:gd name="T3" fmla="*/ 74 h 93"/>
                  <a:gd name="T4" fmla="*/ 53 w 80"/>
                  <a:gd name="T5" fmla="*/ 68 h 93"/>
                  <a:gd name="T6" fmla="*/ 58 w 80"/>
                  <a:gd name="T7" fmla="*/ 58 h 93"/>
                  <a:gd name="T8" fmla="*/ 60 w 80"/>
                  <a:gd name="T9" fmla="*/ 46 h 93"/>
                  <a:gd name="T10" fmla="*/ 59 w 80"/>
                  <a:gd name="T11" fmla="*/ 34 h 93"/>
                  <a:gd name="T12" fmla="*/ 54 w 80"/>
                  <a:gd name="T13" fmla="*/ 24 h 93"/>
                  <a:gd name="T14" fmla="*/ 46 w 80"/>
                  <a:gd name="T15" fmla="*/ 18 h 93"/>
                  <a:gd name="T16" fmla="*/ 35 w 80"/>
                  <a:gd name="T17" fmla="*/ 16 h 93"/>
                  <a:gd name="T18" fmla="*/ 19 w 80"/>
                  <a:gd name="T19" fmla="*/ 16 h 93"/>
                  <a:gd name="T20" fmla="*/ 19 w 80"/>
                  <a:gd name="T21" fmla="*/ 76 h 93"/>
                  <a:gd name="T22" fmla="*/ 32 w 80"/>
                  <a:gd name="T23" fmla="*/ 76 h 93"/>
                  <a:gd name="T24" fmla="*/ 0 w 80"/>
                  <a:gd name="T25" fmla="*/ 0 h 93"/>
                  <a:gd name="T26" fmla="*/ 35 w 80"/>
                  <a:gd name="T27" fmla="*/ 0 h 93"/>
                  <a:gd name="T28" fmla="*/ 68 w 80"/>
                  <a:gd name="T29" fmla="*/ 11 h 93"/>
                  <a:gd name="T30" fmla="*/ 80 w 80"/>
                  <a:gd name="T31" fmla="*/ 46 h 93"/>
                  <a:gd name="T32" fmla="*/ 77 w 80"/>
                  <a:gd name="T33" fmla="*/ 66 h 93"/>
                  <a:gd name="T34" fmla="*/ 67 w 80"/>
                  <a:gd name="T35" fmla="*/ 81 h 93"/>
                  <a:gd name="T36" fmla="*/ 52 w 80"/>
                  <a:gd name="T37" fmla="*/ 90 h 93"/>
                  <a:gd name="T38" fmla="*/ 31 w 80"/>
                  <a:gd name="T39" fmla="*/ 93 h 93"/>
                  <a:gd name="T40" fmla="*/ 0 w 80"/>
                  <a:gd name="T41" fmla="*/ 93 h 93"/>
                  <a:gd name="T42" fmla="*/ 0 w 80"/>
                  <a:gd name="T43" fmla="*/ 0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0" h="93">
                    <a:moveTo>
                      <a:pt x="32" y="76"/>
                    </a:moveTo>
                    <a:cubicBezTo>
                      <a:pt x="37" y="76"/>
                      <a:pt x="41" y="76"/>
                      <a:pt x="45" y="74"/>
                    </a:cubicBezTo>
                    <a:cubicBezTo>
                      <a:pt x="48" y="73"/>
                      <a:pt x="51" y="71"/>
                      <a:pt x="53" y="68"/>
                    </a:cubicBezTo>
                    <a:cubicBezTo>
                      <a:pt x="56" y="65"/>
                      <a:pt x="57" y="62"/>
                      <a:pt x="58" y="58"/>
                    </a:cubicBezTo>
                    <a:cubicBezTo>
                      <a:pt x="59" y="55"/>
                      <a:pt x="60" y="51"/>
                      <a:pt x="60" y="46"/>
                    </a:cubicBezTo>
                    <a:cubicBezTo>
                      <a:pt x="60" y="41"/>
                      <a:pt x="59" y="37"/>
                      <a:pt x="59" y="34"/>
                    </a:cubicBezTo>
                    <a:cubicBezTo>
                      <a:pt x="58" y="30"/>
                      <a:pt x="56" y="27"/>
                      <a:pt x="54" y="24"/>
                    </a:cubicBezTo>
                    <a:cubicBezTo>
                      <a:pt x="52" y="22"/>
                      <a:pt x="50" y="20"/>
                      <a:pt x="46" y="18"/>
                    </a:cubicBezTo>
                    <a:cubicBezTo>
                      <a:pt x="43" y="17"/>
                      <a:pt x="39" y="16"/>
                      <a:pt x="35" y="16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19" y="76"/>
                      <a:pt x="19" y="76"/>
                      <a:pt x="19" y="76"/>
                    </a:cubicBezTo>
                    <a:lnTo>
                      <a:pt x="32" y="76"/>
                    </a:lnTo>
                    <a:close/>
                    <a:moveTo>
                      <a:pt x="0" y="0"/>
                    </a:moveTo>
                    <a:cubicBezTo>
                      <a:pt x="35" y="0"/>
                      <a:pt x="35" y="0"/>
                      <a:pt x="35" y="0"/>
                    </a:cubicBezTo>
                    <a:cubicBezTo>
                      <a:pt x="49" y="0"/>
                      <a:pt x="60" y="4"/>
                      <a:pt x="68" y="11"/>
                    </a:cubicBezTo>
                    <a:cubicBezTo>
                      <a:pt x="76" y="19"/>
                      <a:pt x="80" y="31"/>
                      <a:pt x="80" y="46"/>
                    </a:cubicBezTo>
                    <a:cubicBezTo>
                      <a:pt x="80" y="54"/>
                      <a:pt x="79" y="60"/>
                      <a:pt x="77" y="66"/>
                    </a:cubicBezTo>
                    <a:cubicBezTo>
                      <a:pt x="74" y="72"/>
                      <a:pt x="71" y="77"/>
                      <a:pt x="67" y="81"/>
                    </a:cubicBezTo>
                    <a:cubicBezTo>
                      <a:pt x="63" y="85"/>
                      <a:pt x="58" y="88"/>
                      <a:pt x="52" y="90"/>
                    </a:cubicBezTo>
                    <a:cubicBezTo>
                      <a:pt x="46" y="92"/>
                      <a:pt x="39" y="93"/>
                      <a:pt x="31" y="93"/>
                    </a:cubicBezTo>
                    <a:cubicBezTo>
                      <a:pt x="0" y="93"/>
                      <a:pt x="0" y="93"/>
                      <a:pt x="0" y="93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56" name="Freeform 10"/>
              <p:cNvSpPr>
                <a:spLocks/>
              </p:cNvSpPr>
              <p:nvPr/>
            </p:nvSpPr>
            <p:spPr bwMode="auto">
              <a:xfrm>
                <a:off x="5734051" y="6007100"/>
                <a:ext cx="671513" cy="833438"/>
              </a:xfrm>
              <a:custGeom>
                <a:avLst/>
                <a:gdLst>
                  <a:gd name="T0" fmla="*/ 0 w 423"/>
                  <a:gd name="T1" fmla="*/ 0 h 525"/>
                  <a:gd name="T2" fmla="*/ 101 w 423"/>
                  <a:gd name="T3" fmla="*/ 0 h 525"/>
                  <a:gd name="T4" fmla="*/ 316 w 423"/>
                  <a:gd name="T5" fmla="*/ 344 h 525"/>
                  <a:gd name="T6" fmla="*/ 316 w 423"/>
                  <a:gd name="T7" fmla="*/ 0 h 525"/>
                  <a:gd name="T8" fmla="*/ 423 w 423"/>
                  <a:gd name="T9" fmla="*/ 0 h 525"/>
                  <a:gd name="T10" fmla="*/ 423 w 423"/>
                  <a:gd name="T11" fmla="*/ 525 h 525"/>
                  <a:gd name="T12" fmla="*/ 327 w 423"/>
                  <a:gd name="T13" fmla="*/ 525 h 525"/>
                  <a:gd name="T14" fmla="*/ 107 w 423"/>
                  <a:gd name="T15" fmla="*/ 181 h 525"/>
                  <a:gd name="T16" fmla="*/ 107 w 423"/>
                  <a:gd name="T17" fmla="*/ 525 h 525"/>
                  <a:gd name="T18" fmla="*/ 0 w 423"/>
                  <a:gd name="T19" fmla="*/ 525 h 525"/>
                  <a:gd name="T20" fmla="*/ 0 w 423"/>
                  <a:gd name="T21" fmla="*/ 0 h 5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23" h="525">
                    <a:moveTo>
                      <a:pt x="0" y="0"/>
                    </a:moveTo>
                    <a:lnTo>
                      <a:pt x="101" y="0"/>
                    </a:lnTo>
                    <a:lnTo>
                      <a:pt x="316" y="344"/>
                    </a:lnTo>
                    <a:lnTo>
                      <a:pt x="316" y="0"/>
                    </a:lnTo>
                    <a:lnTo>
                      <a:pt x="423" y="0"/>
                    </a:lnTo>
                    <a:lnTo>
                      <a:pt x="423" y="525"/>
                    </a:lnTo>
                    <a:lnTo>
                      <a:pt x="327" y="525"/>
                    </a:lnTo>
                    <a:lnTo>
                      <a:pt x="107" y="181"/>
                    </a:lnTo>
                    <a:lnTo>
                      <a:pt x="107" y="525"/>
                    </a:lnTo>
                    <a:lnTo>
                      <a:pt x="0" y="52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57" name="Freeform 11"/>
              <p:cNvSpPr>
                <a:spLocks noEditPoints="1"/>
              </p:cNvSpPr>
              <p:nvPr/>
            </p:nvSpPr>
            <p:spPr bwMode="auto">
              <a:xfrm>
                <a:off x="6548438" y="5980113"/>
                <a:ext cx="796925" cy="877888"/>
              </a:xfrm>
              <a:custGeom>
                <a:avLst/>
                <a:gdLst>
                  <a:gd name="T0" fmla="*/ 45 w 89"/>
                  <a:gd name="T1" fmla="*/ 82 h 98"/>
                  <a:gd name="T2" fmla="*/ 63 w 89"/>
                  <a:gd name="T3" fmla="*/ 73 h 98"/>
                  <a:gd name="T4" fmla="*/ 69 w 89"/>
                  <a:gd name="T5" fmla="*/ 49 h 98"/>
                  <a:gd name="T6" fmla="*/ 63 w 89"/>
                  <a:gd name="T7" fmla="*/ 26 h 98"/>
                  <a:gd name="T8" fmla="*/ 45 w 89"/>
                  <a:gd name="T9" fmla="*/ 17 h 98"/>
                  <a:gd name="T10" fmla="*/ 26 w 89"/>
                  <a:gd name="T11" fmla="*/ 26 h 98"/>
                  <a:gd name="T12" fmla="*/ 20 w 89"/>
                  <a:gd name="T13" fmla="*/ 49 h 98"/>
                  <a:gd name="T14" fmla="*/ 26 w 89"/>
                  <a:gd name="T15" fmla="*/ 73 h 98"/>
                  <a:gd name="T16" fmla="*/ 45 w 89"/>
                  <a:gd name="T17" fmla="*/ 82 h 98"/>
                  <a:gd name="T18" fmla="*/ 45 w 89"/>
                  <a:gd name="T19" fmla="*/ 98 h 98"/>
                  <a:gd name="T20" fmla="*/ 26 w 89"/>
                  <a:gd name="T21" fmla="*/ 95 h 98"/>
                  <a:gd name="T22" fmla="*/ 12 w 89"/>
                  <a:gd name="T23" fmla="*/ 85 h 98"/>
                  <a:gd name="T24" fmla="*/ 3 w 89"/>
                  <a:gd name="T25" fmla="*/ 70 h 98"/>
                  <a:gd name="T26" fmla="*/ 0 w 89"/>
                  <a:gd name="T27" fmla="*/ 49 h 98"/>
                  <a:gd name="T28" fmla="*/ 3 w 89"/>
                  <a:gd name="T29" fmla="*/ 29 h 98"/>
                  <a:gd name="T30" fmla="*/ 12 w 89"/>
                  <a:gd name="T31" fmla="*/ 14 h 98"/>
                  <a:gd name="T32" fmla="*/ 26 w 89"/>
                  <a:gd name="T33" fmla="*/ 4 h 98"/>
                  <a:gd name="T34" fmla="*/ 45 w 89"/>
                  <a:gd name="T35" fmla="*/ 0 h 98"/>
                  <a:gd name="T36" fmla="*/ 63 w 89"/>
                  <a:gd name="T37" fmla="*/ 4 h 98"/>
                  <a:gd name="T38" fmla="*/ 77 w 89"/>
                  <a:gd name="T39" fmla="*/ 14 h 98"/>
                  <a:gd name="T40" fmla="*/ 86 w 89"/>
                  <a:gd name="T41" fmla="*/ 29 h 98"/>
                  <a:gd name="T42" fmla="*/ 89 w 89"/>
                  <a:gd name="T43" fmla="*/ 49 h 98"/>
                  <a:gd name="T44" fmla="*/ 86 w 89"/>
                  <a:gd name="T45" fmla="*/ 70 h 98"/>
                  <a:gd name="T46" fmla="*/ 77 w 89"/>
                  <a:gd name="T47" fmla="*/ 85 h 98"/>
                  <a:gd name="T48" fmla="*/ 63 w 89"/>
                  <a:gd name="T49" fmla="*/ 95 h 98"/>
                  <a:gd name="T50" fmla="*/ 45 w 89"/>
                  <a:gd name="T51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89" h="98">
                    <a:moveTo>
                      <a:pt x="45" y="82"/>
                    </a:moveTo>
                    <a:cubicBezTo>
                      <a:pt x="53" y="82"/>
                      <a:pt x="59" y="79"/>
                      <a:pt x="63" y="73"/>
                    </a:cubicBezTo>
                    <a:cubicBezTo>
                      <a:pt x="67" y="68"/>
                      <a:pt x="69" y="60"/>
                      <a:pt x="69" y="49"/>
                    </a:cubicBezTo>
                    <a:cubicBezTo>
                      <a:pt x="69" y="39"/>
                      <a:pt x="67" y="31"/>
                      <a:pt x="63" y="26"/>
                    </a:cubicBezTo>
                    <a:cubicBezTo>
                      <a:pt x="59" y="20"/>
                      <a:pt x="53" y="17"/>
                      <a:pt x="45" y="17"/>
                    </a:cubicBezTo>
                    <a:cubicBezTo>
                      <a:pt x="36" y="17"/>
                      <a:pt x="30" y="20"/>
                      <a:pt x="26" y="26"/>
                    </a:cubicBezTo>
                    <a:cubicBezTo>
                      <a:pt x="22" y="31"/>
                      <a:pt x="20" y="39"/>
                      <a:pt x="20" y="49"/>
                    </a:cubicBezTo>
                    <a:cubicBezTo>
                      <a:pt x="20" y="60"/>
                      <a:pt x="22" y="68"/>
                      <a:pt x="26" y="73"/>
                    </a:cubicBezTo>
                    <a:cubicBezTo>
                      <a:pt x="30" y="79"/>
                      <a:pt x="36" y="82"/>
                      <a:pt x="45" y="82"/>
                    </a:cubicBezTo>
                    <a:moveTo>
                      <a:pt x="45" y="98"/>
                    </a:moveTo>
                    <a:cubicBezTo>
                      <a:pt x="38" y="98"/>
                      <a:pt x="31" y="97"/>
                      <a:pt x="26" y="95"/>
                    </a:cubicBezTo>
                    <a:cubicBezTo>
                      <a:pt x="21" y="93"/>
                      <a:pt x="16" y="89"/>
                      <a:pt x="12" y="85"/>
                    </a:cubicBezTo>
                    <a:cubicBezTo>
                      <a:pt x="8" y="81"/>
                      <a:pt x="5" y="76"/>
                      <a:pt x="3" y="70"/>
                    </a:cubicBezTo>
                    <a:cubicBezTo>
                      <a:pt x="1" y="64"/>
                      <a:pt x="0" y="57"/>
                      <a:pt x="0" y="49"/>
                    </a:cubicBezTo>
                    <a:cubicBezTo>
                      <a:pt x="0" y="42"/>
                      <a:pt x="1" y="35"/>
                      <a:pt x="3" y="29"/>
                    </a:cubicBezTo>
                    <a:cubicBezTo>
                      <a:pt x="5" y="23"/>
                      <a:pt x="8" y="18"/>
                      <a:pt x="12" y="14"/>
                    </a:cubicBezTo>
                    <a:cubicBezTo>
                      <a:pt x="16" y="9"/>
                      <a:pt x="21" y="6"/>
                      <a:pt x="26" y="4"/>
                    </a:cubicBezTo>
                    <a:cubicBezTo>
                      <a:pt x="32" y="2"/>
                      <a:pt x="38" y="0"/>
                      <a:pt x="45" y="0"/>
                    </a:cubicBezTo>
                    <a:cubicBezTo>
                      <a:pt x="52" y="0"/>
                      <a:pt x="58" y="2"/>
                      <a:pt x="63" y="4"/>
                    </a:cubicBezTo>
                    <a:cubicBezTo>
                      <a:pt x="69" y="6"/>
                      <a:pt x="73" y="9"/>
                      <a:pt x="77" y="14"/>
                    </a:cubicBezTo>
                    <a:cubicBezTo>
                      <a:pt x="81" y="18"/>
                      <a:pt x="84" y="23"/>
                      <a:pt x="86" y="29"/>
                    </a:cubicBezTo>
                    <a:cubicBezTo>
                      <a:pt x="88" y="35"/>
                      <a:pt x="89" y="42"/>
                      <a:pt x="89" y="49"/>
                    </a:cubicBezTo>
                    <a:cubicBezTo>
                      <a:pt x="89" y="57"/>
                      <a:pt x="88" y="64"/>
                      <a:pt x="86" y="70"/>
                    </a:cubicBezTo>
                    <a:cubicBezTo>
                      <a:pt x="84" y="76"/>
                      <a:pt x="81" y="81"/>
                      <a:pt x="77" y="85"/>
                    </a:cubicBezTo>
                    <a:cubicBezTo>
                      <a:pt x="74" y="89"/>
                      <a:pt x="69" y="93"/>
                      <a:pt x="63" y="95"/>
                    </a:cubicBezTo>
                    <a:cubicBezTo>
                      <a:pt x="58" y="97"/>
                      <a:pt x="52" y="98"/>
                      <a:pt x="45" y="9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58" name="Freeform 12"/>
              <p:cNvSpPr>
                <a:spLocks/>
              </p:cNvSpPr>
              <p:nvPr/>
            </p:nvSpPr>
            <p:spPr bwMode="auto">
              <a:xfrm>
                <a:off x="7453313" y="5980113"/>
                <a:ext cx="742950" cy="877888"/>
              </a:xfrm>
              <a:custGeom>
                <a:avLst/>
                <a:gdLst>
                  <a:gd name="T0" fmla="*/ 83 w 83"/>
                  <a:gd name="T1" fmla="*/ 64 h 98"/>
                  <a:gd name="T2" fmla="*/ 79 w 83"/>
                  <a:gd name="T3" fmla="*/ 77 h 98"/>
                  <a:gd name="T4" fmla="*/ 71 w 83"/>
                  <a:gd name="T5" fmla="*/ 88 h 98"/>
                  <a:gd name="T6" fmla="*/ 59 w 83"/>
                  <a:gd name="T7" fmla="*/ 96 h 98"/>
                  <a:gd name="T8" fmla="*/ 43 w 83"/>
                  <a:gd name="T9" fmla="*/ 98 h 98"/>
                  <a:gd name="T10" fmla="*/ 24 w 83"/>
                  <a:gd name="T11" fmla="*/ 95 h 98"/>
                  <a:gd name="T12" fmla="*/ 11 w 83"/>
                  <a:gd name="T13" fmla="*/ 85 h 98"/>
                  <a:gd name="T14" fmla="*/ 3 w 83"/>
                  <a:gd name="T15" fmla="*/ 69 h 98"/>
                  <a:gd name="T16" fmla="*/ 0 w 83"/>
                  <a:gd name="T17" fmla="*/ 49 h 98"/>
                  <a:gd name="T18" fmla="*/ 3 w 83"/>
                  <a:gd name="T19" fmla="*/ 29 h 98"/>
                  <a:gd name="T20" fmla="*/ 12 w 83"/>
                  <a:gd name="T21" fmla="*/ 14 h 98"/>
                  <a:gd name="T22" fmla="*/ 25 w 83"/>
                  <a:gd name="T23" fmla="*/ 4 h 98"/>
                  <a:gd name="T24" fmla="*/ 43 w 83"/>
                  <a:gd name="T25" fmla="*/ 0 h 98"/>
                  <a:gd name="T26" fmla="*/ 59 w 83"/>
                  <a:gd name="T27" fmla="*/ 3 h 98"/>
                  <a:gd name="T28" fmla="*/ 70 w 83"/>
                  <a:gd name="T29" fmla="*/ 9 h 98"/>
                  <a:gd name="T30" fmla="*/ 77 w 83"/>
                  <a:gd name="T31" fmla="*/ 19 h 98"/>
                  <a:gd name="T32" fmla="*/ 81 w 83"/>
                  <a:gd name="T33" fmla="*/ 32 h 98"/>
                  <a:gd name="T34" fmla="*/ 62 w 83"/>
                  <a:gd name="T35" fmla="*/ 35 h 98"/>
                  <a:gd name="T36" fmla="*/ 56 w 83"/>
                  <a:gd name="T37" fmla="*/ 22 h 98"/>
                  <a:gd name="T38" fmla="*/ 43 w 83"/>
                  <a:gd name="T39" fmla="*/ 17 h 98"/>
                  <a:gd name="T40" fmla="*/ 26 w 83"/>
                  <a:gd name="T41" fmla="*/ 26 h 98"/>
                  <a:gd name="T42" fmla="*/ 20 w 83"/>
                  <a:gd name="T43" fmla="*/ 49 h 98"/>
                  <a:gd name="T44" fmla="*/ 27 w 83"/>
                  <a:gd name="T45" fmla="*/ 73 h 98"/>
                  <a:gd name="T46" fmla="*/ 43 w 83"/>
                  <a:gd name="T47" fmla="*/ 82 h 98"/>
                  <a:gd name="T48" fmla="*/ 56 w 83"/>
                  <a:gd name="T49" fmla="*/ 77 h 98"/>
                  <a:gd name="T50" fmla="*/ 62 w 83"/>
                  <a:gd name="T51" fmla="*/ 64 h 98"/>
                  <a:gd name="T52" fmla="*/ 83 w 83"/>
                  <a:gd name="T53" fmla="*/ 6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3" h="98">
                    <a:moveTo>
                      <a:pt x="83" y="64"/>
                    </a:moveTo>
                    <a:cubicBezTo>
                      <a:pt x="82" y="69"/>
                      <a:pt x="81" y="73"/>
                      <a:pt x="79" y="77"/>
                    </a:cubicBezTo>
                    <a:cubicBezTo>
                      <a:pt x="77" y="82"/>
                      <a:pt x="75" y="85"/>
                      <a:pt x="71" y="88"/>
                    </a:cubicBezTo>
                    <a:cubicBezTo>
                      <a:pt x="68" y="91"/>
                      <a:pt x="64" y="94"/>
                      <a:pt x="59" y="96"/>
                    </a:cubicBezTo>
                    <a:cubicBezTo>
                      <a:pt x="55" y="97"/>
                      <a:pt x="49" y="98"/>
                      <a:pt x="43" y="98"/>
                    </a:cubicBezTo>
                    <a:cubicBezTo>
                      <a:pt x="36" y="98"/>
                      <a:pt x="30" y="97"/>
                      <a:pt x="24" y="95"/>
                    </a:cubicBezTo>
                    <a:cubicBezTo>
                      <a:pt x="19" y="92"/>
                      <a:pt x="15" y="89"/>
                      <a:pt x="11" y="85"/>
                    </a:cubicBezTo>
                    <a:cubicBezTo>
                      <a:pt x="7" y="81"/>
                      <a:pt x="5" y="75"/>
                      <a:pt x="3" y="69"/>
                    </a:cubicBezTo>
                    <a:cubicBezTo>
                      <a:pt x="1" y="63"/>
                      <a:pt x="0" y="57"/>
                      <a:pt x="0" y="49"/>
                    </a:cubicBezTo>
                    <a:cubicBezTo>
                      <a:pt x="0" y="42"/>
                      <a:pt x="1" y="35"/>
                      <a:pt x="3" y="29"/>
                    </a:cubicBezTo>
                    <a:cubicBezTo>
                      <a:pt x="5" y="23"/>
                      <a:pt x="8" y="18"/>
                      <a:pt x="12" y="14"/>
                    </a:cubicBezTo>
                    <a:cubicBezTo>
                      <a:pt x="15" y="9"/>
                      <a:pt x="20" y="6"/>
                      <a:pt x="25" y="4"/>
                    </a:cubicBezTo>
                    <a:cubicBezTo>
                      <a:pt x="31" y="2"/>
                      <a:pt x="37" y="0"/>
                      <a:pt x="43" y="0"/>
                    </a:cubicBezTo>
                    <a:cubicBezTo>
                      <a:pt x="49" y="0"/>
                      <a:pt x="54" y="1"/>
                      <a:pt x="59" y="3"/>
                    </a:cubicBezTo>
                    <a:cubicBezTo>
                      <a:pt x="63" y="4"/>
                      <a:pt x="67" y="6"/>
                      <a:pt x="70" y="9"/>
                    </a:cubicBezTo>
                    <a:cubicBezTo>
                      <a:pt x="73" y="12"/>
                      <a:pt x="75" y="15"/>
                      <a:pt x="77" y="19"/>
                    </a:cubicBezTo>
                    <a:cubicBezTo>
                      <a:pt x="79" y="23"/>
                      <a:pt x="80" y="27"/>
                      <a:pt x="81" y="32"/>
                    </a:cubicBezTo>
                    <a:cubicBezTo>
                      <a:pt x="62" y="35"/>
                      <a:pt x="62" y="35"/>
                      <a:pt x="62" y="35"/>
                    </a:cubicBezTo>
                    <a:cubicBezTo>
                      <a:pt x="61" y="29"/>
                      <a:pt x="59" y="25"/>
                      <a:pt x="56" y="22"/>
                    </a:cubicBezTo>
                    <a:cubicBezTo>
                      <a:pt x="53" y="19"/>
                      <a:pt x="49" y="17"/>
                      <a:pt x="43" y="17"/>
                    </a:cubicBezTo>
                    <a:cubicBezTo>
                      <a:pt x="36" y="17"/>
                      <a:pt x="30" y="20"/>
                      <a:pt x="26" y="26"/>
                    </a:cubicBezTo>
                    <a:cubicBezTo>
                      <a:pt x="22" y="31"/>
                      <a:pt x="20" y="39"/>
                      <a:pt x="20" y="49"/>
                    </a:cubicBezTo>
                    <a:cubicBezTo>
                      <a:pt x="20" y="60"/>
                      <a:pt x="23" y="68"/>
                      <a:pt x="27" y="73"/>
                    </a:cubicBezTo>
                    <a:cubicBezTo>
                      <a:pt x="31" y="79"/>
                      <a:pt x="36" y="82"/>
                      <a:pt x="43" y="82"/>
                    </a:cubicBezTo>
                    <a:cubicBezTo>
                      <a:pt x="49" y="82"/>
                      <a:pt x="54" y="80"/>
                      <a:pt x="56" y="77"/>
                    </a:cubicBezTo>
                    <a:cubicBezTo>
                      <a:pt x="59" y="74"/>
                      <a:pt x="61" y="69"/>
                      <a:pt x="62" y="64"/>
                    </a:cubicBezTo>
                    <a:lnTo>
                      <a:pt x="83" y="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59" name="Freeform 13"/>
              <p:cNvSpPr>
                <a:spLocks noEditPoints="1"/>
              </p:cNvSpPr>
              <p:nvPr/>
            </p:nvSpPr>
            <p:spPr bwMode="auto">
              <a:xfrm>
                <a:off x="3986213" y="4735513"/>
                <a:ext cx="1066800" cy="887413"/>
              </a:xfrm>
              <a:custGeom>
                <a:avLst/>
                <a:gdLst>
                  <a:gd name="T0" fmla="*/ 82 w 119"/>
                  <a:gd name="T1" fmla="*/ 40 h 99"/>
                  <a:gd name="T2" fmla="*/ 82 w 119"/>
                  <a:gd name="T3" fmla="*/ 47 h 99"/>
                  <a:gd name="T4" fmla="*/ 57 w 119"/>
                  <a:gd name="T5" fmla="*/ 47 h 99"/>
                  <a:gd name="T6" fmla="*/ 57 w 119"/>
                  <a:gd name="T7" fmla="*/ 40 h 99"/>
                  <a:gd name="T8" fmla="*/ 60 w 119"/>
                  <a:gd name="T9" fmla="*/ 40 h 99"/>
                  <a:gd name="T10" fmla="*/ 60 w 119"/>
                  <a:gd name="T11" fmla="*/ 36 h 99"/>
                  <a:gd name="T12" fmla="*/ 63 w 119"/>
                  <a:gd name="T13" fmla="*/ 28 h 99"/>
                  <a:gd name="T14" fmla="*/ 71 w 119"/>
                  <a:gd name="T15" fmla="*/ 25 h 99"/>
                  <a:gd name="T16" fmla="*/ 78 w 119"/>
                  <a:gd name="T17" fmla="*/ 28 h 99"/>
                  <a:gd name="T18" fmla="*/ 81 w 119"/>
                  <a:gd name="T19" fmla="*/ 35 h 99"/>
                  <a:gd name="T20" fmla="*/ 75 w 119"/>
                  <a:gd name="T21" fmla="*/ 36 h 99"/>
                  <a:gd name="T22" fmla="*/ 74 w 119"/>
                  <a:gd name="T23" fmla="*/ 32 h 99"/>
                  <a:gd name="T24" fmla="*/ 71 w 119"/>
                  <a:gd name="T25" fmla="*/ 32 h 99"/>
                  <a:gd name="T26" fmla="*/ 67 w 119"/>
                  <a:gd name="T27" fmla="*/ 36 h 99"/>
                  <a:gd name="T28" fmla="*/ 67 w 119"/>
                  <a:gd name="T29" fmla="*/ 40 h 99"/>
                  <a:gd name="T30" fmla="*/ 82 w 119"/>
                  <a:gd name="T31" fmla="*/ 40 h 99"/>
                  <a:gd name="T32" fmla="*/ 100 w 119"/>
                  <a:gd name="T33" fmla="*/ 82 h 99"/>
                  <a:gd name="T34" fmla="*/ 100 w 119"/>
                  <a:gd name="T35" fmla="*/ 0 h 99"/>
                  <a:gd name="T36" fmla="*/ 119 w 119"/>
                  <a:gd name="T37" fmla="*/ 0 h 99"/>
                  <a:gd name="T38" fmla="*/ 119 w 119"/>
                  <a:gd name="T39" fmla="*/ 99 h 99"/>
                  <a:gd name="T40" fmla="*/ 38 w 119"/>
                  <a:gd name="T41" fmla="*/ 99 h 99"/>
                  <a:gd name="T42" fmla="*/ 10 w 119"/>
                  <a:gd name="T43" fmla="*/ 91 h 99"/>
                  <a:gd name="T44" fmla="*/ 0 w 119"/>
                  <a:gd name="T45" fmla="*/ 65 h 99"/>
                  <a:gd name="T46" fmla="*/ 4 w 119"/>
                  <a:gd name="T47" fmla="*/ 49 h 99"/>
                  <a:gd name="T48" fmla="*/ 16 w 119"/>
                  <a:gd name="T49" fmla="*/ 37 h 99"/>
                  <a:gd name="T50" fmla="*/ 34 w 119"/>
                  <a:gd name="T51" fmla="*/ 33 h 99"/>
                  <a:gd name="T52" fmla="*/ 36 w 119"/>
                  <a:gd name="T53" fmla="*/ 49 h 99"/>
                  <a:gd name="T54" fmla="*/ 23 w 119"/>
                  <a:gd name="T55" fmla="*/ 54 h 99"/>
                  <a:gd name="T56" fmla="*/ 19 w 119"/>
                  <a:gd name="T57" fmla="*/ 65 h 99"/>
                  <a:gd name="T58" fmla="*/ 23 w 119"/>
                  <a:gd name="T59" fmla="*/ 78 h 99"/>
                  <a:gd name="T60" fmla="*/ 38 w 119"/>
                  <a:gd name="T61" fmla="*/ 82 h 99"/>
                  <a:gd name="T62" fmla="*/ 100 w 119"/>
                  <a:gd name="T63" fmla="*/ 82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19" h="99">
                    <a:moveTo>
                      <a:pt x="82" y="40"/>
                    </a:moveTo>
                    <a:cubicBezTo>
                      <a:pt x="82" y="47"/>
                      <a:pt x="82" y="47"/>
                      <a:pt x="82" y="47"/>
                    </a:cubicBezTo>
                    <a:cubicBezTo>
                      <a:pt x="57" y="47"/>
                      <a:pt x="57" y="47"/>
                      <a:pt x="57" y="47"/>
                    </a:cubicBezTo>
                    <a:cubicBezTo>
                      <a:pt x="57" y="40"/>
                      <a:pt x="57" y="40"/>
                      <a:pt x="57" y="40"/>
                    </a:cubicBezTo>
                    <a:cubicBezTo>
                      <a:pt x="60" y="40"/>
                      <a:pt x="60" y="40"/>
                      <a:pt x="60" y="40"/>
                    </a:cubicBezTo>
                    <a:cubicBezTo>
                      <a:pt x="60" y="36"/>
                      <a:pt x="60" y="36"/>
                      <a:pt x="60" y="36"/>
                    </a:cubicBezTo>
                    <a:cubicBezTo>
                      <a:pt x="60" y="33"/>
                      <a:pt x="61" y="30"/>
                      <a:pt x="63" y="28"/>
                    </a:cubicBezTo>
                    <a:cubicBezTo>
                      <a:pt x="65" y="26"/>
                      <a:pt x="67" y="25"/>
                      <a:pt x="71" y="25"/>
                    </a:cubicBezTo>
                    <a:cubicBezTo>
                      <a:pt x="74" y="25"/>
                      <a:pt x="77" y="26"/>
                      <a:pt x="78" y="28"/>
                    </a:cubicBezTo>
                    <a:cubicBezTo>
                      <a:pt x="80" y="29"/>
                      <a:pt x="81" y="31"/>
                      <a:pt x="81" y="35"/>
                    </a:cubicBezTo>
                    <a:cubicBezTo>
                      <a:pt x="75" y="36"/>
                      <a:pt x="75" y="36"/>
                      <a:pt x="75" y="36"/>
                    </a:cubicBezTo>
                    <a:cubicBezTo>
                      <a:pt x="75" y="34"/>
                      <a:pt x="75" y="33"/>
                      <a:pt x="74" y="32"/>
                    </a:cubicBezTo>
                    <a:cubicBezTo>
                      <a:pt x="74" y="32"/>
                      <a:pt x="73" y="32"/>
                      <a:pt x="71" y="32"/>
                    </a:cubicBezTo>
                    <a:cubicBezTo>
                      <a:pt x="68" y="32"/>
                      <a:pt x="67" y="33"/>
                      <a:pt x="67" y="36"/>
                    </a:cubicBezTo>
                    <a:cubicBezTo>
                      <a:pt x="67" y="40"/>
                      <a:pt x="67" y="40"/>
                      <a:pt x="67" y="40"/>
                    </a:cubicBezTo>
                    <a:lnTo>
                      <a:pt x="82" y="40"/>
                    </a:lnTo>
                    <a:close/>
                    <a:moveTo>
                      <a:pt x="100" y="82"/>
                    </a:moveTo>
                    <a:cubicBezTo>
                      <a:pt x="100" y="0"/>
                      <a:pt x="100" y="0"/>
                      <a:pt x="100" y="0"/>
                    </a:cubicBezTo>
                    <a:cubicBezTo>
                      <a:pt x="119" y="0"/>
                      <a:pt x="119" y="0"/>
                      <a:pt x="119" y="0"/>
                    </a:cubicBezTo>
                    <a:cubicBezTo>
                      <a:pt x="119" y="99"/>
                      <a:pt x="119" y="99"/>
                      <a:pt x="119" y="99"/>
                    </a:cubicBezTo>
                    <a:cubicBezTo>
                      <a:pt x="38" y="99"/>
                      <a:pt x="38" y="99"/>
                      <a:pt x="38" y="99"/>
                    </a:cubicBezTo>
                    <a:cubicBezTo>
                      <a:pt x="25" y="99"/>
                      <a:pt x="16" y="96"/>
                      <a:pt x="10" y="91"/>
                    </a:cubicBezTo>
                    <a:cubicBezTo>
                      <a:pt x="3" y="85"/>
                      <a:pt x="0" y="77"/>
                      <a:pt x="0" y="65"/>
                    </a:cubicBezTo>
                    <a:cubicBezTo>
                      <a:pt x="0" y="59"/>
                      <a:pt x="2" y="54"/>
                      <a:pt x="4" y="49"/>
                    </a:cubicBezTo>
                    <a:cubicBezTo>
                      <a:pt x="7" y="44"/>
                      <a:pt x="11" y="40"/>
                      <a:pt x="16" y="37"/>
                    </a:cubicBezTo>
                    <a:cubicBezTo>
                      <a:pt x="21" y="34"/>
                      <a:pt x="27" y="33"/>
                      <a:pt x="34" y="33"/>
                    </a:cubicBezTo>
                    <a:cubicBezTo>
                      <a:pt x="36" y="49"/>
                      <a:pt x="36" y="49"/>
                      <a:pt x="36" y="49"/>
                    </a:cubicBezTo>
                    <a:cubicBezTo>
                      <a:pt x="30" y="50"/>
                      <a:pt x="25" y="51"/>
                      <a:pt x="23" y="54"/>
                    </a:cubicBezTo>
                    <a:cubicBezTo>
                      <a:pt x="20" y="56"/>
                      <a:pt x="19" y="60"/>
                      <a:pt x="19" y="65"/>
                    </a:cubicBezTo>
                    <a:cubicBezTo>
                      <a:pt x="19" y="71"/>
                      <a:pt x="20" y="76"/>
                      <a:pt x="23" y="78"/>
                    </a:cubicBezTo>
                    <a:cubicBezTo>
                      <a:pt x="26" y="81"/>
                      <a:pt x="31" y="82"/>
                      <a:pt x="38" y="82"/>
                    </a:cubicBezTo>
                    <a:lnTo>
                      <a:pt x="100" y="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60" name="Freeform 14"/>
              <p:cNvSpPr>
                <a:spLocks noEditPoints="1"/>
              </p:cNvSpPr>
              <p:nvPr/>
            </p:nvSpPr>
            <p:spPr bwMode="auto">
              <a:xfrm>
                <a:off x="5195888" y="5005388"/>
                <a:ext cx="1684338" cy="903288"/>
              </a:xfrm>
              <a:custGeom>
                <a:avLst/>
                <a:gdLst>
                  <a:gd name="T0" fmla="*/ 44 w 188"/>
                  <a:gd name="T1" fmla="*/ 52 h 101"/>
                  <a:gd name="T2" fmla="*/ 38 w 188"/>
                  <a:gd name="T3" fmla="*/ 52 h 101"/>
                  <a:gd name="T4" fmla="*/ 19 w 188"/>
                  <a:gd name="T5" fmla="*/ 32 h 101"/>
                  <a:gd name="T6" fmla="*/ 22 w 188"/>
                  <a:gd name="T7" fmla="*/ 20 h 101"/>
                  <a:gd name="T8" fmla="*/ 32 w 188"/>
                  <a:gd name="T9" fmla="*/ 16 h 101"/>
                  <a:gd name="T10" fmla="*/ 39 w 188"/>
                  <a:gd name="T11" fmla="*/ 17 h 101"/>
                  <a:gd name="T12" fmla="*/ 43 w 188"/>
                  <a:gd name="T13" fmla="*/ 23 h 101"/>
                  <a:gd name="T14" fmla="*/ 44 w 188"/>
                  <a:gd name="T15" fmla="*/ 37 h 101"/>
                  <a:gd name="T16" fmla="*/ 44 w 188"/>
                  <a:gd name="T17" fmla="*/ 52 h 101"/>
                  <a:gd name="T18" fmla="*/ 170 w 188"/>
                  <a:gd name="T19" fmla="*/ 0 h 101"/>
                  <a:gd name="T20" fmla="*/ 170 w 188"/>
                  <a:gd name="T21" fmla="*/ 52 h 101"/>
                  <a:gd name="T22" fmla="*/ 63 w 188"/>
                  <a:gd name="T23" fmla="*/ 52 h 101"/>
                  <a:gd name="T24" fmla="*/ 63 w 188"/>
                  <a:gd name="T25" fmla="*/ 32 h 101"/>
                  <a:gd name="T26" fmla="*/ 55 w 188"/>
                  <a:gd name="T27" fmla="*/ 8 h 101"/>
                  <a:gd name="T28" fmla="*/ 32 w 188"/>
                  <a:gd name="T29" fmla="*/ 0 h 101"/>
                  <a:gd name="T30" fmla="*/ 8 w 188"/>
                  <a:gd name="T31" fmla="*/ 9 h 101"/>
                  <a:gd name="T32" fmla="*/ 0 w 188"/>
                  <a:gd name="T33" fmla="*/ 32 h 101"/>
                  <a:gd name="T34" fmla="*/ 11 w 188"/>
                  <a:gd name="T35" fmla="*/ 60 h 101"/>
                  <a:gd name="T36" fmla="*/ 42 w 188"/>
                  <a:gd name="T37" fmla="*/ 69 h 101"/>
                  <a:gd name="T38" fmla="*/ 44 w 188"/>
                  <a:gd name="T39" fmla="*/ 69 h 101"/>
                  <a:gd name="T40" fmla="*/ 44 w 188"/>
                  <a:gd name="T41" fmla="*/ 72 h 101"/>
                  <a:gd name="T42" fmla="*/ 41 w 188"/>
                  <a:gd name="T43" fmla="*/ 86 h 101"/>
                  <a:gd name="T44" fmla="*/ 51 w 188"/>
                  <a:gd name="T45" fmla="*/ 101 h 101"/>
                  <a:gd name="T46" fmla="*/ 55 w 188"/>
                  <a:gd name="T47" fmla="*/ 97 h 101"/>
                  <a:gd name="T48" fmla="*/ 63 w 188"/>
                  <a:gd name="T49" fmla="*/ 69 h 101"/>
                  <a:gd name="T50" fmla="*/ 188 w 188"/>
                  <a:gd name="T51" fmla="*/ 69 h 101"/>
                  <a:gd name="T52" fmla="*/ 188 w 188"/>
                  <a:gd name="T53" fmla="*/ 0 h 101"/>
                  <a:gd name="T54" fmla="*/ 170 w 188"/>
                  <a:gd name="T55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88" h="101">
                    <a:moveTo>
                      <a:pt x="44" y="52"/>
                    </a:moveTo>
                    <a:cubicBezTo>
                      <a:pt x="38" y="52"/>
                      <a:pt x="38" y="52"/>
                      <a:pt x="38" y="52"/>
                    </a:cubicBezTo>
                    <a:cubicBezTo>
                      <a:pt x="25" y="52"/>
                      <a:pt x="19" y="45"/>
                      <a:pt x="19" y="32"/>
                    </a:cubicBezTo>
                    <a:cubicBezTo>
                      <a:pt x="19" y="27"/>
                      <a:pt x="20" y="23"/>
                      <a:pt x="22" y="20"/>
                    </a:cubicBezTo>
                    <a:cubicBezTo>
                      <a:pt x="24" y="17"/>
                      <a:pt x="27" y="16"/>
                      <a:pt x="32" y="16"/>
                    </a:cubicBezTo>
                    <a:cubicBezTo>
                      <a:pt x="35" y="16"/>
                      <a:pt x="37" y="16"/>
                      <a:pt x="39" y="17"/>
                    </a:cubicBezTo>
                    <a:cubicBezTo>
                      <a:pt x="41" y="19"/>
                      <a:pt x="42" y="20"/>
                      <a:pt x="43" y="23"/>
                    </a:cubicBezTo>
                    <a:cubicBezTo>
                      <a:pt x="44" y="26"/>
                      <a:pt x="44" y="32"/>
                      <a:pt x="44" y="37"/>
                    </a:cubicBezTo>
                    <a:lnTo>
                      <a:pt x="44" y="52"/>
                    </a:lnTo>
                    <a:close/>
                    <a:moveTo>
                      <a:pt x="170" y="0"/>
                    </a:moveTo>
                    <a:cubicBezTo>
                      <a:pt x="170" y="52"/>
                      <a:pt x="170" y="52"/>
                      <a:pt x="170" y="52"/>
                    </a:cubicBezTo>
                    <a:cubicBezTo>
                      <a:pt x="63" y="52"/>
                      <a:pt x="63" y="52"/>
                      <a:pt x="63" y="52"/>
                    </a:cubicBezTo>
                    <a:cubicBezTo>
                      <a:pt x="63" y="32"/>
                      <a:pt x="63" y="32"/>
                      <a:pt x="63" y="32"/>
                    </a:cubicBezTo>
                    <a:cubicBezTo>
                      <a:pt x="63" y="22"/>
                      <a:pt x="60" y="13"/>
                      <a:pt x="55" y="8"/>
                    </a:cubicBezTo>
                    <a:cubicBezTo>
                      <a:pt x="50" y="3"/>
                      <a:pt x="42" y="0"/>
                      <a:pt x="32" y="0"/>
                    </a:cubicBezTo>
                    <a:cubicBezTo>
                      <a:pt x="22" y="0"/>
                      <a:pt x="14" y="3"/>
                      <a:pt x="8" y="9"/>
                    </a:cubicBezTo>
                    <a:cubicBezTo>
                      <a:pt x="3" y="14"/>
                      <a:pt x="0" y="22"/>
                      <a:pt x="0" y="32"/>
                    </a:cubicBezTo>
                    <a:cubicBezTo>
                      <a:pt x="0" y="44"/>
                      <a:pt x="3" y="54"/>
                      <a:pt x="11" y="60"/>
                    </a:cubicBezTo>
                    <a:cubicBezTo>
                      <a:pt x="18" y="66"/>
                      <a:pt x="28" y="69"/>
                      <a:pt x="42" y="69"/>
                    </a:cubicBezTo>
                    <a:cubicBezTo>
                      <a:pt x="44" y="69"/>
                      <a:pt x="44" y="69"/>
                      <a:pt x="44" y="69"/>
                    </a:cubicBezTo>
                    <a:cubicBezTo>
                      <a:pt x="44" y="72"/>
                      <a:pt x="44" y="72"/>
                      <a:pt x="44" y="72"/>
                    </a:cubicBezTo>
                    <a:cubicBezTo>
                      <a:pt x="44" y="79"/>
                      <a:pt x="43" y="83"/>
                      <a:pt x="41" y="86"/>
                    </a:cubicBezTo>
                    <a:cubicBezTo>
                      <a:pt x="51" y="101"/>
                      <a:pt x="51" y="101"/>
                      <a:pt x="51" y="101"/>
                    </a:cubicBezTo>
                    <a:cubicBezTo>
                      <a:pt x="53" y="100"/>
                      <a:pt x="54" y="99"/>
                      <a:pt x="55" y="97"/>
                    </a:cubicBezTo>
                    <a:cubicBezTo>
                      <a:pt x="60" y="92"/>
                      <a:pt x="63" y="80"/>
                      <a:pt x="63" y="69"/>
                    </a:cubicBezTo>
                    <a:cubicBezTo>
                      <a:pt x="188" y="69"/>
                      <a:pt x="188" y="69"/>
                      <a:pt x="188" y="69"/>
                    </a:cubicBezTo>
                    <a:cubicBezTo>
                      <a:pt x="188" y="0"/>
                      <a:pt x="188" y="0"/>
                      <a:pt x="188" y="0"/>
                    </a:cubicBezTo>
                    <a:lnTo>
                      <a:pt x="17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61" name="Rectangle 15"/>
              <p:cNvSpPr>
                <a:spLocks noChangeArrowheads="1"/>
              </p:cNvSpPr>
              <p:nvPr/>
            </p:nvSpPr>
            <p:spPr bwMode="auto">
              <a:xfrm>
                <a:off x="6718301" y="4754563"/>
                <a:ext cx="161925" cy="1698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62" name="Freeform 16"/>
              <p:cNvSpPr>
                <a:spLocks/>
              </p:cNvSpPr>
              <p:nvPr/>
            </p:nvSpPr>
            <p:spPr bwMode="auto">
              <a:xfrm>
                <a:off x="7013576" y="5005388"/>
                <a:ext cx="833438" cy="617538"/>
              </a:xfrm>
              <a:custGeom>
                <a:avLst/>
                <a:gdLst>
                  <a:gd name="T0" fmla="*/ 74 w 93"/>
                  <a:gd name="T1" fmla="*/ 52 h 69"/>
                  <a:gd name="T2" fmla="*/ 74 w 93"/>
                  <a:gd name="T3" fmla="*/ 42 h 69"/>
                  <a:gd name="T4" fmla="*/ 70 w 93"/>
                  <a:gd name="T5" fmla="*/ 23 h 69"/>
                  <a:gd name="T6" fmla="*/ 55 w 93"/>
                  <a:gd name="T7" fmla="*/ 17 h 69"/>
                  <a:gd name="T8" fmla="*/ 41 w 93"/>
                  <a:gd name="T9" fmla="*/ 20 h 69"/>
                  <a:gd name="T10" fmla="*/ 36 w 93"/>
                  <a:gd name="T11" fmla="*/ 3 h 69"/>
                  <a:gd name="T12" fmla="*/ 56 w 93"/>
                  <a:gd name="T13" fmla="*/ 0 h 69"/>
                  <a:gd name="T14" fmla="*/ 84 w 93"/>
                  <a:gd name="T15" fmla="*/ 10 h 69"/>
                  <a:gd name="T16" fmla="*/ 93 w 93"/>
                  <a:gd name="T17" fmla="*/ 40 h 69"/>
                  <a:gd name="T18" fmla="*/ 93 w 93"/>
                  <a:gd name="T19" fmla="*/ 69 h 69"/>
                  <a:gd name="T20" fmla="*/ 0 w 93"/>
                  <a:gd name="T21" fmla="*/ 69 h 69"/>
                  <a:gd name="T22" fmla="*/ 0 w 93"/>
                  <a:gd name="T23" fmla="*/ 52 h 69"/>
                  <a:gd name="T24" fmla="*/ 74 w 93"/>
                  <a:gd name="T25" fmla="*/ 52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3" h="69">
                    <a:moveTo>
                      <a:pt x="74" y="52"/>
                    </a:moveTo>
                    <a:cubicBezTo>
                      <a:pt x="74" y="42"/>
                      <a:pt x="74" y="42"/>
                      <a:pt x="74" y="42"/>
                    </a:cubicBezTo>
                    <a:cubicBezTo>
                      <a:pt x="74" y="34"/>
                      <a:pt x="73" y="27"/>
                      <a:pt x="70" y="23"/>
                    </a:cubicBezTo>
                    <a:cubicBezTo>
                      <a:pt x="66" y="19"/>
                      <a:pt x="61" y="17"/>
                      <a:pt x="55" y="17"/>
                    </a:cubicBezTo>
                    <a:cubicBezTo>
                      <a:pt x="50" y="17"/>
                      <a:pt x="46" y="18"/>
                      <a:pt x="41" y="20"/>
                    </a:cubicBezTo>
                    <a:cubicBezTo>
                      <a:pt x="36" y="3"/>
                      <a:pt x="36" y="3"/>
                      <a:pt x="36" y="3"/>
                    </a:cubicBezTo>
                    <a:cubicBezTo>
                      <a:pt x="42" y="1"/>
                      <a:pt x="49" y="0"/>
                      <a:pt x="56" y="0"/>
                    </a:cubicBezTo>
                    <a:cubicBezTo>
                      <a:pt x="68" y="0"/>
                      <a:pt x="77" y="3"/>
                      <a:pt x="84" y="10"/>
                    </a:cubicBezTo>
                    <a:cubicBezTo>
                      <a:pt x="90" y="17"/>
                      <a:pt x="93" y="27"/>
                      <a:pt x="93" y="40"/>
                    </a:cubicBezTo>
                    <a:cubicBezTo>
                      <a:pt x="93" y="69"/>
                      <a:pt x="93" y="69"/>
                      <a:pt x="93" y="69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52"/>
                      <a:pt x="0" y="52"/>
                      <a:pt x="0" y="52"/>
                    </a:cubicBezTo>
                    <a:lnTo>
                      <a:pt x="74" y="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63" name="Freeform 17"/>
              <p:cNvSpPr>
                <a:spLocks/>
              </p:cNvSpPr>
              <p:nvPr/>
            </p:nvSpPr>
            <p:spPr bwMode="auto">
              <a:xfrm>
                <a:off x="7972426" y="4565650"/>
                <a:ext cx="223838" cy="188913"/>
              </a:xfrm>
              <a:custGeom>
                <a:avLst/>
                <a:gdLst>
                  <a:gd name="T0" fmla="*/ 25 w 25"/>
                  <a:gd name="T1" fmla="*/ 14 h 21"/>
                  <a:gd name="T2" fmla="*/ 25 w 25"/>
                  <a:gd name="T3" fmla="*/ 21 h 21"/>
                  <a:gd name="T4" fmla="*/ 0 w 25"/>
                  <a:gd name="T5" fmla="*/ 21 h 21"/>
                  <a:gd name="T6" fmla="*/ 0 w 25"/>
                  <a:gd name="T7" fmla="*/ 14 h 21"/>
                  <a:gd name="T8" fmla="*/ 3 w 25"/>
                  <a:gd name="T9" fmla="*/ 14 h 21"/>
                  <a:gd name="T10" fmla="*/ 3 w 25"/>
                  <a:gd name="T11" fmla="*/ 10 h 21"/>
                  <a:gd name="T12" fmla="*/ 6 w 25"/>
                  <a:gd name="T13" fmla="*/ 2 h 21"/>
                  <a:gd name="T14" fmla="*/ 14 w 25"/>
                  <a:gd name="T15" fmla="*/ 0 h 21"/>
                  <a:gd name="T16" fmla="*/ 21 w 25"/>
                  <a:gd name="T17" fmla="*/ 2 h 21"/>
                  <a:gd name="T18" fmla="*/ 24 w 25"/>
                  <a:gd name="T19" fmla="*/ 9 h 21"/>
                  <a:gd name="T20" fmla="*/ 18 w 25"/>
                  <a:gd name="T21" fmla="*/ 10 h 21"/>
                  <a:gd name="T22" fmla="*/ 17 w 25"/>
                  <a:gd name="T23" fmla="*/ 7 h 21"/>
                  <a:gd name="T24" fmla="*/ 14 w 25"/>
                  <a:gd name="T25" fmla="*/ 6 h 21"/>
                  <a:gd name="T26" fmla="*/ 10 w 25"/>
                  <a:gd name="T27" fmla="*/ 11 h 21"/>
                  <a:gd name="T28" fmla="*/ 10 w 25"/>
                  <a:gd name="T29" fmla="*/ 14 h 21"/>
                  <a:gd name="T30" fmla="*/ 25 w 25"/>
                  <a:gd name="T31" fmla="*/ 14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5" h="21">
                    <a:moveTo>
                      <a:pt x="25" y="14"/>
                    </a:moveTo>
                    <a:cubicBezTo>
                      <a:pt x="25" y="21"/>
                      <a:pt x="25" y="21"/>
                      <a:pt x="25" y="21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3" y="7"/>
                      <a:pt x="4" y="4"/>
                      <a:pt x="6" y="2"/>
                    </a:cubicBezTo>
                    <a:cubicBezTo>
                      <a:pt x="8" y="1"/>
                      <a:pt x="10" y="0"/>
                      <a:pt x="14" y="0"/>
                    </a:cubicBezTo>
                    <a:cubicBezTo>
                      <a:pt x="17" y="0"/>
                      <a:pt x="20" y="0"/>
                      <a:pt x="21" y="2"/>
                    </a:cubicBezTo>
                    <a:cubicBezTo>
                      <a:pt x="23" y="3"/>
                      <a:pt x="24" y="6"/>
                      <a:pt x="24" y="9"/>
                    </a:cubicBezTo>
                    <a:cubicBezTo>
                      <a:pt x="18" y="10"/>
                      <a:pt x="18" y="10"/>
                      <a:pt x="18" y="10"/>
                    </a:cubicBezTo>
                    <a:cubicBezTo>
                      <a:pt x="18" y="8"/>
                      <a:pt x="17" y="7"/>
                      <a:pt x="17" y="7"/>
                    </a:cubicBezTo>
                    <a:cubicBezTo>
                      <a:pt x="16" y="6"/>
                      <a:pt x="15" y="6"/>
                      <a:pt x="14" y="6"/>
                    </a:cubicBezTo>
                    <a:cubicBezTo>
                      <a:pt x="11" y="6"/>
                      <a:pt x="10" y="7"/>
                      <a:pt x="10" y="11"/>
                    </a:cubicBezTo>
                    <a:cubicBezTo>
                      <a:pt x="10" y="14"/>
                      <a:pt x="10" y="14"/>
                      <a:pt x="10" y="14"/>
                    </a:cubicBezTo>
                    <a:lnTo>
                      <a:pt x="25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64" name="Rectangle 18"/>
              <p:cNvSpPr>
                <a:spLocks noChangeArrowheads="1"/>
              </p:cNvSpPr>
              <p:nvPr/>
            </p:nvSpPr>
            <p:spPr bwMode="auto">
              <a:xfrm>
                <a:off x="7991476" y="4816475"/>
                <a:ext cx="169863" cy="80645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3A65E229-DAA5-4345-AE76-815779D74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026605" y="4402877"/>
            <a:ext cx="2953217" cy="360000"/>
          </a:xfrm>
        </p:spPr>
        <p:txBody>
          <a:bodyPr/>
          <a:lstStyle/>
          <a:p>
            <a:r>
              <a:rPr lang="nl-NL">
                <a:solidFill>
                  <a:srgbClr val="1859A9"/>
                </a:solidFill>
              </a:rPr>
              <a:t>ADNOC Upstream - TotalEnergies - 06/10/2025</a:t>
            </a:r>
            <a:endParaRPr lang="en-GB">
              <a:solidFill>
                <a:srgbClr val="1859A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6358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6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 altern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877E6E5-10F2-4009-B776-A7F5C9BE046A}"/>
              </a:ext>
            </a:extLst>
          </p:cNvPr>
          <p:cNvSpPr/>
          <p:nvPr userDrawn="1"/>
        </p:nvSpPr>
        <p:spPr>
          <a:xfrm>
            <a:off x="231076" y="239401"/>
            <a:ext cx="11710800" cy="6379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5" tIns="45707" rIns="91415" bIns="45707" rtlCol="0" anchor="ctr"/>
          <a:lstStyle/>
          <a:p>
            <a:pPr algn="ctr" defTabSz="914106"/>
            <a:endParaRPr lang="en-GB" sz="1867">
              <a:solidFill>
                <a:prstClr val="white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FFE213-8CBB-48D7-A171-8548BB907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5693" y="442801"/>
            <a:ext cx="5366212" cy="1101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6224B-EA79-4BC8-A7F5-F620B624A0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743" y="2060580"/>
            <a:ext cx="5148261" cy="39989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6E15C-D408-4765-943E-DB77FC82E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>
              <a:solidFill>
                <a:srgbClr val="4D5156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30760-A444-416F-83F2-0E9E7E46A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41956-BF2E-4170-9809-8254439A8799}" type="slidenum">
              <a:rPr lang="en-GB" smtClean="0">
                <a:solidFill>
                  <a:srgbClr val="1859A9"/>
                </a:solidFill>
              </a:rPr>
              <a:pPr/>
              <a:t>‹#›</a:t>
            </a:fld>
            <a:endParaRPr lang="en-GB">
              <a:solidFill>
                <a:srgbClr val="1859A9"/>
              </a:solidFill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74BDDA1-D11F-444B-A19F-8F1AF77F9D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7741" y="1620005"/>
            <a:ext cx="5364164" cy="200025"/>
          </a:xfrm>
        </p:spPr>
        <p:txBody>
          <a:bodyPr/>
          <a:lstStyle>
            <a:lvl1pPr>
              <a:spcBef>
                <a:spcPts val="0"/>
              </a:spcBef>
              <a:defRPr sz="1067" b="1" cap="all" spc="359" baseline="0"/>
            </a:lvl1pPr>
            <a:lvl2pPr>
              <a:defRPr sz="1067"/>
            </a:lvl2pPr>
            <a:lvl3pPr>
              <a:defRPr sz="1067"/>
            </a:lvl3pPr>
            <a:lvl4pPr>
              <a:defRPr sz="1067"/>
            </a:lvl4pPr>
            <a:lvl5pPr>
              <a:defRPr sz="1067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987CEB89-FE4D-43FC-A6AA-6981A9E7668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129474" y="239404"/>
            <a:ext cx="5062533" cy="6379893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Drag picture to placeholder or click icon to add</a:t>
            </a:r>
            <a:endParaRPr lang="en-GB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A65E229-DAA5-4345-AE76-815779D74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026605" y="4402877"/>
            <a:ext cx="2953217" cy="360000"/>
          </a:xfrm>
        </p:spPr>
        <p:txBody>
          <a:bodyPr/>
          <a:lstStyle/>
          <a:p>
            <a:r>
              <a:rPr lang="nl-NL">
                <a:solidFill>
                  <a:srgbClr val="1859A9"/>
                </a:solidFill>
              </a:rPr>
              <a:t>ADNOC Upstream - TotalEnergies - 06/10/2025</a:t>
            </a:r>
            <a:endParaRPr lang="en-GB">
              <a:solidFill>
                <a:srgbClr val="1859A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16968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6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877E6E5-10F2-4009-B776-A7F5C9BE046A}"/>
              </a:ext>
            </a:extLst>
          </p:cNvPr>
          <p:cNvSpPr/>
          <p:nvPr userDrawn="1"/>
        </p:nvSpPr>
        <p:spPr>
          <a:xfrm>
            <a:off x="240604" y="239401"/>
            <a:ext cx="11710800" cy="6379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5" tIns="45707" rIns="91415" bIns="45707" rtlCol="0" anchor="ctr"/>
          <a:lstStyle/>
          <a:p>
            <a:pPr algn="ctr" defTabSz="914106"/>
            <a:endParaRPr lang="en-GB" sz="1867">
              <a:solidFill>
                <a:prstClr val="white"/>
              </a:solidFill>
            </a:endParaRP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D409324-02BA-4D89-BA1E-35E575BEC37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45698" y="2059434"/>
            <a:ext cx="10526311" cy="4353649"/>
          </a:xfrm>
        </p:spPr>
        <p:txBody>
          <a:bodyPr/>
          <a:lstStyle/>
          <a:p>
            <a:r>
              <a:rPr lang="en-US"/>
              <a:t>Drag picture to placeholder or click icon to add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FFE213-8CBB-48D7-A171-8548BB907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5693" y="442801"/>
            <a:ext cx="5366212" cy="1101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30760-A444-416F-83F2-0E9E7E46A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41956-BF2E-4170-9809-8254439A8799}" type="slidenum">
              <a:rPr lang="en-GB" smtClean="0">
                <a:solidFill>
                  <a:srgbClr val="1859A9"/>
                </a:solidFill>
              </a:rPr>
              <a:pPr/>
              <a:t>‹#›</a:t>
            </a:fld>
            <a:endParaRPr lang="en-GB">
              <a:solidFill>
                <a:srgbClr val="1859A9"/>
              </a:solidFill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74BDDA1-D11F-444B-A19F-8F1AF77F9D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7741" y="1620005"/>
            <a:ext cx="5364164" cy="200025"/>
          </a:xfrm>
        </p:spPr>
        <p:txBody>
          <a:bodyPr/>
          <a:lstStyle>
            <a:lvl1pPr>
              <a:spcBef>
                <a:spcPts val="0"/>
              </a:spcBef>
              <a:defRPr sz="1067" b="1" cap="all" spc="359" baseline="0"/>
            </a:lvl1pPr>
            <a:lvl2pPr>
              <a:defRPr sz="1067"/>
            </a:lvl2pPr>
            <a:lvl3pPr>
              <a:defRPr sz="1067"/>
            </a:lvl3pPr>
            <a:lvl4pPr>
              <a:defRPr sz="1067"/>
            </a:lvl4pPr>
            <a:lvl5pPr>
              <a:defRPr sz="1067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7" name="Group 46"/>
          <p:cNvGrpSpPr>
            <a:grpSpLocks noChangeAspect="1"/>
          </p:cNvGrpSpPr>
          <p:nvPr userDrawn="1"/>
        </p:nvGrpSpPr>
        <p:grpSpPr>
          <a:xfrm>
            <a:off x="10810891" y="3"/>
            <a:ext cx="658803" cy="1222741"/>
            <a:chOff x="10546428" y="-86005"/>
            <a:chExt cx="923259" cy="1713580"/>
          </a:xfrm>
        </p:grpSpPr>
        <p:sp>
          <p:nvSpPr>
            <p:cNvPr id="48" name="Rectangle 47"/>
            <p:cNvSpPr/>
            <p:nvPr userDrawn="1"/>
          </p:nvSpPr>
          <p:spPr bwMode="white">
            <a:xfrm>
              <a:off x="10546428" y="-86005"/>
              <a:ext cx="923259" cy="17135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06"/>
              <a:endParaRPr lang="en-GB" sz="1867">
                <a:solidFill>
                  <a:prstClr val="white"/>
                </a:solidFill>
              </a:endParaRPr>
            </a:p>
          </p:txBody>
        </p:sp>
        <p:grpSp>
          <p:nvGrpSpPr>
            <p:cNvPr id="49" name="Group 48"/>
            <p:cNvGrpSpPr>
              <a:grpSpLocks noChangeAspect="1"/>
            </p:cNvGrpSpPr>
            <p:nvPr userDrawn="1"/>
          </p:nvGrpSpPr>
          <p:grpSpPr>
            <a:xfrm>
              <a:off x="10639077" y="333830"/>
              <a:ext cx="767941" cy="1201994"/>
              <a:chOff x="3986213" y="0"/>
              <a:chExt cx="4381501" cy="6858001"/>
            </a:xfrm>
            <a:solidFill>
              <a:schemeClr val="tx2"/>
            </a:solidFill>
          </p:grpSpPr>
          <p:sp>
            <p:nvSpPr>
              <p:cNvPr id="50" name="Freeform 5"/>
              <p:cNvSpPr>
                <a:spLocks/>
              </p:cNvSpPr>
              <p:nvPr/>
            </p:nvSpPr>
            <p:spPr bwMode="auto">
              <a:xfrm>
                <a:off x="6521451" y="1746250"/>
                <a:ext cx="1846263" cy="2443163"/>
              </a:xfrm>
              <a:custGeom>
                <a:avLst/>
                <a:gdLst>
                  <a:gd name="T0" fmla="*/ 113 w 206"/>
                  <a:gd name="T1" fmla="*/ 196 h 273"/>
                  <a:gd name="T2" fmla="*/ 70 w 206"/>
                  <a:gd name="T3" fmla="*/ 273 h 273"/>
                  <a:gd name="T4" fmla="*/ 184 w 206"/>
                  <a:gd name="T5" fmla="*/ 273 h 273"/>
                  <a:gd name="T6" fmla="*/ 0 w 206"/>
                  <a:gd name="T7" fmla="*/ 0 h 273"/>
                  <a:gd name="T8" fmla="*/ 113 w 206"/>
                  <a:gd name="T9" fmla="*/ 196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6" h="273">
                    <a:moveTo>
                      <a:pt x="113" y="196"/>
                    </a:moveTo>
                    <a:cubicBezTo>
                      <a:pt x="106" y="226"/>
                      <a:pt x="91" y="252"/>
                      <a:pt x="70" y="273"/>
                    </a:cubicBezTo>
                    <a:cubicBezTo>
                      <a:pt x="184" y="273"/>
                      <a:pt x="184" y="273"/>
                      <a:pt x="184" y="273"/>
                    </a:cubicBezTo>
                    <a:cubicBezTo>
                      <a:pt x="206" y="154"/>
                      <a:pt x="128" y="28"/>
                      <a:pt x="0" y="0"/>
                    </a:cubicBezTo>
                    <a:cubicBezTo>
                      <a:pt x="26" y="7"/>
                      <a:pt x="138" y="60"/>
                      <a:pt x="113" y="196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51" name="Freeform 6"/>
              <p:cNvSpPr>
                <a:spLocks/>
              </p:cNvSpPr>
              <p:nvPr/>
            </p:nvSpPr>
            <p:spPr bwMode="auto">
              <a:xfrm>
                <a:off x="3986213" y="0"/>
                <a:ext cx="4219575" cy="4189413"/>
              </a:xfrm>
              <a:custGeom>
                <a:avLst/>
                <a:gdLst>
                  <a:gd name="T0" fmla="*/ 0 w 471"/>
                  <a:gd name="T1" fmla="*/ 0 h 468"/>
                  <a:gd name="T2" fmla="*/ 0 w 471"/>
                  <a:gd name="T3" fmla="*/ 468 h 468"/>
                  <a:gd name="T4" fmla="*/ 50 w 471"/>
                  <a:gd name="T5" fmla="*/ 468 h 468"/>
                  <a:gd name="T6" fmla="*/ 104 w 471"/>
                  <a:gd name="T7" fmla="*/ 466 h 468"/>
                  <a:gd name="T8" fmla="*/ 247 w 471"/>
                  <a:gd name="T9" fmla="*/ 346 h 468"/>
                  <a:gd name="T10" fmla="*/ 161 w 471"/>
                  <a:gd name="T11" fmla="*/ 219 h 468"/>
                  <a:gd name="T12" fmla="*/ 157 w 471"/>
                  <a:gd name="T13" fmla="*/ 218 h 468"/>
                  <a:gd name="T14" fmla="*/ 100 w 471"/>
                  <a:gd name="T15" fmla="*/ 212 h 468"/>
                  <a:gd name="T16" fmla="*/ 92 w 471"/>
                  <a:gd name="T17" fmla="*/ 243 h 468"/>
                  <a:gd name="T18" fmla="*/ 81 w 471"/>
                  <a:gd name="T19" fmla="*/ 165 h 468"/>
                  <a:gd name="T20" fmla="*/ 124 w 471"/>
                  <a:gd name="T21" fmla="*/ 123 h 468"/>
                  <a:gd name="T22" fmla="*/ 124 w 471"/>
                  <a:gd name="T23" fmla="*/ 122 h 468"/>
                  <a:gd name="T24" fmla="*/ 186 w 471"/>
                  <a:gd name="T25" fmla="*/ 78 h 468"/>
                  <a:gd name="T26" fmla="*/ 259 w 471"/>
                  <a:gd name="T27" fmla="*/ 58 h 468"/>
                  <a:gd name="T28" fmla="*/ 471 w 471"/>
                  <a:gd name="T29" fmla="*/ 151 h 468"/>
                  <a:gd name="T30" fmla="*/ 471 w 471"/>
                  <a:gd name="T31" fmla="*/ 0 h 468"/>
                  <a:gd name="T32" fmla="*/ 0 w 471"/>
                  <a:gd name="T33" fmla="*/ 0 h 4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71" h="468">
                    <a:moveTo>
                      <a:pt x="0" y="0"/>
                    </a:moveTo>
                    <a:cubicBezTo>
                      <a:pt x="0" y="468"/>
                      <a:pt x="0" y="468"/>
                      <a:pt x="0" y="468"/>
                    </a:cubicBezTo>
                    <a:cubicBezTo>
                      <a:pt x="50" y="468"/>
                      <a:pt x="50" y="468"/>
                      <a:pt x="50" y="468"/>
                    </a:cubicBezTo>
                    <a:cubicBezTo>
                      <a:pt x="80" y="468"/>
                      <a:pt x="87" y="468"/>
                      <a:pt x="104" y="466"/>
                    </a:cubicBezTo>
                    <a:cubicBezTo>
                      <a:pt x="175" y="455"/>
                      <a:pt x="240" y="397"/>
                      <a:pt x="247" y="346"/>
                    </a:cubicBezTo>
                    <a:cubicBezTo>
                      <a:pt x="258" y="285"/>
                      <a:pt x="225" y="232"/>
                      <a:pt x="161" y="219"/>
                    </a:cubicBezTo>
                    <a:cubicBezTo>
                      <a:pt x="160" y="219"/>
                      <a:pt x="159" y="218"/>
                      <a:pt x="157" y="218"/>
                    </a:cubicBezTo>
                    <a:cubicBezTo>
                      <a:pt x="155" y="218"/>
                      <a:pt x="124" y="218"/>
                      <a:pt x="100" y="212"/>
                    </a:cubicBezTo>
                    <a:cubicBezTo>
                      <a:pt x="100" y="212"/>
                      <a:pt x="87" y="223"/>
                      <a:pt x="92" y="243"/>
                    </a:cubicBezTo>
                    <a:cubicBezTo>
                      <a:pt x="92" y="243"/>
                      <a:pt x="61" y="210"/>
                      <a:pt x="81" y="165"/>
                    </a:cubicBezTo>
                    <a:cubicBezTo>
                      <a:pt x="81" y="165"/>
                      <a:pt x="90" y="144"/>
                      <a:pt x="124" y="123"/>
                    </a:cubicBezTo>
                    <a:cubicBezTo>
                      <a:pt x="124" y="123"/>
                      <a:pt x="124" y="122"/>
                      <a:pt x="124" y="122"/>
                    </a:cubicBezTo>
                    <a:cubicBezTo>
                      <a:pt x="133" y="111"/>
                      <a:pt x="155" y="93"/>
                      <a:pt x="186" y="78"/>
                    </a:cubicBezTo>
                    <a:cubicBezTo>
                      <a:pt x="201" y="71"/>
                      <a:pt x="228" y="61"/>
                      <a:pt x="259" y="58"/>
                    </a:cubicBezTo>
                    <a:cubicBezTo>
                      <a:pt x="397" y="45"/>
                      <a:pt x="471" y="151"/>
                      <a:pt x="471" y="151"/>
                    </a:cubicBezTo>
                    <a:cubicBezTo>
                      <a:pt x="471" y="0"/>
                      <a:pt x="471" y="0"/>
                      <a:pt x="47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52" name="Freeform 7"/>
              <p:cNvSpPr>
                <a:spLocks/>
              </p:cNvSpPr>
              <p:nvPr/>
            </p:nvSpPr>
            <p:spPr bwMode="auto">
              <a:xfrm>
                <a:off x="5545138" y="939800"/>
                <a:ext cx="2660650" cy="1011238"/>
              </a:xfrm>
              <a:custGeom>
                <a:avLst/>
                <a:gdLst>
                  <a:gd name="T0" fmla="*/ 167 w 297"/>
                  <a:gd name="T1" fmla="*/ 9 h 113"/>
                  <a:gd name="T2" fmla="*/ 0 w 297"/>
                  <a:gd name="T3" fmla="*/ 48 h 113"/>
                  <a:gd name="T4" fmla="*/ 33 w 297"/>
                  <a:gd name="T5" fmla="*/ 33 h 113"/>
                  <a:gd name="T6" fmla="*/ 61 w 297"/>
                  <a:gd name="T7" fmla="*/ 60 h 113"/>
                  <a:gd name="T8" fmla="*/ 103 w 297"/>
                  <a:gd name="T9" fmla="*/ 34 h 113"/>
                  <a:gd name="T10" fmla="*/ 103 w 297"/>
                  <a:gd name="T11" fmla="*/ 20 h 113"/>
                  <a:gd name="T12" fmla="*/ 297 w 297"/>
                  <a:gd name="T13" fmla="*/ 113 h 113"/>
                  <a:gd name="T14" fmla="*/ 297 w 297"/>
                  <a:gd name="T15" fmla="*/ 71 h 113"/>
                  <a:gd name="T16" fmla="*/ 167 w 297"/>
                  <a:gd name="T17" fmla="*/ 9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7" h="113">
                    <a:moveTo>
                      <a:pt x="167" y="9"/>
                    </a:moveTo>
                    <a:cubicBezTo>
                      <a:pt x="100" y="0"/>
                      <a:pt x="44" y="17"/>
                      <a:pt x="0" y="48"/>
                    </a:cubicBezTo>
                    <a:cubicBezTo>
                      <a:pt x="0" y="48"/>
                      <a:pt x="13" y="40"/>
                      <a:pt x="33" y="33"/>
                    </a:cubicBezTo>
                    <a:cubicBezTo>
                      <a:pt x="36" y="46"/>
                      <a:pt x="47" y="57"/>
                      <a:pt x="61" y="60"/>
                    </a:cubicBezTo>
                    <a:cubicBezTo>
                      <a:pt x="81" y="64"/>
                      <a:pt x="100" y="52"/>
                      <a:pt x="103" y="34"/>
                    </a:cubicBezTo>
                    <a:cubicBezTo>
                      <a:pt x="104" y="30"/>
                      <a:pt x="104" y="25"/>
                      <a:pt x="103" y="20"/>
                    </a:cubicBezTo>
                    <a:cubicBezTo>
                      <a:pt x="230" y="16"/>
                      <a:pt x="297" y="113"/>
                      <a:pt x="297" y="113"/>
                    </a:cubicBezTo>
                    <a:cubicBezTo>
                      <a:pt x="297" y="71"/>
                      <a:pt x="297" y="71"/>
                      <a:pt x="297" y="71"/>
                    </a:cubicBezTo>
                    <a:cubicBezTo>
                      <a:pt x="278" y="52"/>
                      <a:pt x="226" y="15"/>
                      <a:pt x="167" y="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53" name="Freeform 8"/>
              <p:cNvSpPr>
                <a:spLocks noEditPoints="1"/>
              </p:cNvSpPr>
              <p:nvPr/>
            </p:nvSpPr>
            <p:spPr bwMode="auto">
              <a:xfrm>
                <a:off x="3986213" y="6007100"/>
                <a:ext cx="796925" cy="833438"/>
              </a:xfrm>
              <a:custGeom>
                <a:avLst/>
                <a:gdLst>
                  <a:gd name="T0" fmla="*/ 310 w 502"/>
                  <a:gd name="T1" fmla="*/ 311 h 525"/>
                  <a:gd name="T2" fmla="*/ 248 w 502"/>
                  <a:gd name="T3" fmla="*/ 124 h 525"/>
                  <a:gd name="T4" fmla="*/ 186 w 502"/>
                  <a:gd name="T5" fmla="*/ 311 h 525"/>
                  <a:gd name="T6" fmla="*/ 310 w 502"/>
                  <a:gd name="T7" fmla="*/ 311 h 525"/>
                  <a:gd name="T8" fmla="*/ 198 w 502"/>
                  <a:gd name="T9" fmla="*/ 0 h 525"/>
                  <a:gd name="T10" fmla="*/ 305 w 502"/>
                  <a:gd name="T11" fmla="*/ 0 h 525"/>
                  <a:gd name="T12" fmla="*/ 502 w 502"/>
                  <a:gd name="T13" fmla="*/ 525 h 525"/>
                  <a:gd name="T14" fmla="*/ 384 w 502"/>
                  <a:gd name="T15" fmla="*/ 525 h 525"/>
                  <a:gd name="T16" fmla="*/ 339 w 502"/>
                  <a:gd name="T17" fmla="*/ 401 h 525"/>
                  <a:gd name="T18" fmla="*/ 158 w 502"/>
                  <a:gd name="T19" fmla="*/ 401 h 525"/>
                  <a:gd name="T20" fmla="*/ 113 w 502"/>
                  <a:gd name="T21" fmla="*/ 525 h 525"/>
                  <a:gd name="T22" fmla="*/ 0 w 502"/>
                  <a:gd name="T23" fmla="*/ 525 h 525"/>
                  <a:gd name="T24" fmla="*/ 198 w 502"/>
                  <a:gd name="T25" fmla="*/ 0 h 5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02" h="525">
                    <a:moveTo>
                      <a:pt x="310" y="311"/>
                    </a:moveTo>
                    <a:lnTo>
                      <a:pt x="248" y="124"/>
                    </a:lnTo>
                    <a:lnTo>
                      <a:pt x="186" y="311"/>
                    </a:lnTo>
                    <a:lnTo>
                      <a:pt x="310" y="311"/>
                    </a:lnTo>
                    <a:close/>
                    <a:moveTo>
                      <a:pt x="198" y="0"/>
                    </a:moveTo>
                    <a:lnTo>
                      <a:pt x="305" y="0"/>
                    </a:lnTo>
                    <a:lnTo>
                      <a:pt x="502" y="525"/>
                    </a:lnTo>
                    <a:lnTo>
                      <a:pt x="384" y="525"/>
                    </a:lnTo>
                    <a:lnTo>
                      <a:pt x="339" y="401"/>
                    </a:lnTo>
                    <a:lnTo>
                      <a:pt x="158" y="401"/>
                    </a:lnTo>
                    <a:lnTo>
                      <a:pt x="113" y="525"/>
                    </a:lnTo>
                    <a:lnTo>
                      <a:pt x="0" y="525"/>
                    </a:lnTo>
                    <a:lnTo>
                      <a:pt x="19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54" name="Freeform 9"/>
              <p:cNvSpPr>
                <a:spLocks noEditPoints="1"/>
              </p:cNvSpPr>
              <p:nvPr/>
            </p:nvSpPr>
            <p:spPr bwMode="auto">
              <a:xfrm>
                <a:off x="4881563" y="6007100"/>
                <a:ext cx="717550" cy="833438"/>
              </a:xfrm>
              <a:custGeom>
                <a:avLst/>
                <a:gdLst>
                  <a:gd name="T0" fmla="*/ 32 w 80"/>
                  <a:gd name="T1" fmla="*/ 76 h 93"/>
                  <a:gd name="T2" fmla="*/ 45 w 80"/>
                  <a:gd name="T3" fmla="*/ 74 h 93"/>
                  <a:gd name="T4" fmla="*/ 53 w 80"/>
                  <a:gd name="T5" fmla="*/ 68 h 93"/>
                  <a:gd name="T6" fmla="*/ 58 w 80"/>
                  <a:gd name="T7" fmla="*/ 58 h 93"/>
                  <a:gd name="T8" fmla="*/ 60 w 80"/>
                  <a:gd name="T9" fmla="*/ 46 h 93"/>
                  <a:gd name="T10" fmla="*/ 59 w 80"/>
                  <a:gd name="T11" fmla="*/ 34 h 93"/>
                  <a:gd name="T12" fmla="*/ 54 w 80"/>
                  <a:gd name="T13" fmla="*/ 24 h 93"/>
                  <a:gd name="T14" fmla="*/ 46 w 80"/>
                  <a:gd name="T15" fmla="*/ 18 h 93"/>
                  <a:gd name="T16" fmla="*/ 35 w 80"/>
                  <a:gd name="T17" fmla="*/ 16 h 93"/>
                  <a:gd name="T18" fmla="*/ 19 w 80"/>
                  <a:gd name="T19" fmla="*/ 16 h 93"/>
                  <a:gd name="T20" fmla="*/ 19 w 80"/>
                  <a:gd name="T21" fmla="*/ 76 h 93"/>
                  <a:gd name="T22" fmla="*/ 32 w 80"/>
                  <a:gd name="T23" fmla="*/ 76 h 93"/>
                  <a:gd name="T24" fmla="*/ 0 w 80"/>
                  <a:gd name="T25" fmla="*/ 0 h 93"/>
                  <a:gd name="T26" fmla="*/ 35 w 80"/>
                  <a:gd name="T27" fmla="*/ 0 h 93"/>
                  <a:gd name="T28" fmla="*/ 68 w 80"/>
                  <a:gd name="T29" fmla="*/ 11 h 93"/>
                  <a:gd name="T30" fmla="*/ 80 w 80"/>
                  <a:gd name="T31" fmla="*/ 46 h 93"/>
                  <a:gd name="T32" fmla="*/ 77 w 80"/>
                  <a:gd name="T33" fmla="*/ 66 h 93"/>
                  <a:gd name="T34" fmla="*/ 67 w 80"/>
                  <a:gd name="T35" fmla="*/ 81 h 93"/>
                  <a:gd name="T36" fmla="*/ 52 w 80"/>
                  <a:gd name="T37" fmla="*/ 90 h 93"/>
                  <a:gd name="T38" fmla="*/ 31 w 80"/>
                  <a:gd name="T39" fmla="*/ 93 h 93"/>
                  <a:gd name="T40" fmla="*/ 0 w 80"/>
                  <a:gd name="T41" fmla="*/ 93 h 93"/>
                  <a:gd name="T42" fmla="*/ 0 w 80"/>
                  <a:gd name="T43" fmla="*/ 0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0" h="93">
                    <a:moveTo>
                      <a:pt x="32" y="76"/>
                    </a:moveTo>
                    <a:cubicBezTo>
                      <a:pt x="37" y="76"/>
                      <a:pt x="41" y="76"/>
                      <a:pt x="45" y="74"/>
                    </a:cubicBezTo>
                    <a:cubicBezTo>
                      <a:pt x="48" y="73"/>
                      <a:pt x="51" y="71"/>
                      <a:pt x="53" y="68"/>
                    </a:cubicBezTo>
                    <a:cubicBezTo>
                      <a:pt x="56" y="65"/>
                      <a:pt x="57" y="62"/>
                      <a:pt x="58" y="58"/>
                    </a:cubicBezTo>
                    <a:cubicBezTo>
                      <a:pt x="59" y="55"/>
                      <a:pt x="60" y="51"/>
                      <a:pt x="60" y="46"/>
                    </a:cubicBezTo>
                    <a:cubicBezTo>
                      <a:pt x="60" y="41"/>
                      <a:pt x="59" y="37"/>
                      <a:pt x="59" y="34"/>
                    </a:cubicBezTo>
                    <a:cubicBezTo>
                      <a:pt x="58" y="30"/>
                      <a:pt x="56" y="27"/>
                      <a:pt x="54" y="24"/>
                    </a:cubicBezTo>
                    <a:cubicBezTo>
                      <a:pt x="52" y="22"/>
                      <a:pt x="50" y="20"/>
                      <a:pt x="46" y="18"/>
                    </a:cubicBezTo>
                    <a:cubicBezTo>
                      <a:pt x="43" y="17"/>
                      <a:pt x="39" y="16"/>
                      <a:pt x="35" y="16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19" y="76"/>
                      <a:pt x="19" y="76"/>
                      <a:pt x="19" y="76"/>
                    </a:cubicBezTo>
                    <a:lnTo>
                      <a:pt x="32" y="76"/>
                    </a:lnTo>
                    <a:close/>
                    <a:moveTo>
                      <a:pt x="0" y="0"/>
                    </a:moveTo>
                    <a:cubicBezTo>
                      <a:pt x="35" y="0"/>
                      <a:pt x="35" y="0"/>
                      <a:pt x="35" y="0"/>
                    </a:cubicBezTo>
                    <a:cubicBezTo>
                      <a:pt x="49" y="0"/>
                      <a:pt x="60" y="4"/>
                      <a:pt x="68" y="11"/>
                    </a:cubicBezTo>
                    <a:cubicBezTo>
                      <a:pt x="76" y="19"/>
                      <a:pt x="80" y="31"/>
                      <a:pt x="80" y="46"/>
                    </a:cubicBezTo>
                    <a:cubicBezTo>
                      <a:pt x="80" y="54"/>
                      <a:pt x="79" y="60"/>
                      <a:pt x="77" y="66"/>
                    </a:cubicBezTo>
                    <a:cubicBezTo>
                      <a:pt x="74" y="72"/>
                      <a:pt x="71" y="77"/>
                      <a:pt x="67" y="81"/>
                    </a:cubicBezTo>
                    <a:cubicBezTo>
                      <a:pt x="63" y="85"/>
                      <a:pt x="58" y="88"/>
                      <a:pt x="52" y="90"/>
                    </a:cubicBezTo>
                    <a:cubicBezTo>
                      <a:pt x="46" y="92"/>
                      <a:pt x="39" y="93"/>
                      <a:pt x="31" y="93"/>
                    </a:cubicBezTo>
                    <a:cubicBezTo>
                      <a:pt x="0" y="93"/>
                      <a:pt x="0" y="93"/>
                      <a:pt x="0" y="93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55" name="Freeform 10"/>
              <p:cNvSpPr>
                <a:spLocks/>
              </p:cNvSpPr>
              <p:nvPr/>
            </p:nvSpPr>
            <p:spPr bwMode="auto">
              <a:xfrm>
                <a:off x="5734051" y="6007100"/>
                <a:ext cx="671513" cy="833438"/>
              </a:xfrm>
              <a:custGeom>
                <a:avLst/>
                <a:gdLst>
                  <a:gd name="T0" fmla="*/ 0 w 423"/>
                  <a:gd name="T1" fmla="*/ 0 h 525"/>
                  <a:gd name="T2" fmla="*/ 101 w 423"/>
                  <a:gd name="T3" fmla="*/ 0 h 525"/>
                  <a:gd name="T4" fmla="*/ 316 w 423"/>
                  <a:gd name="T5" fmla="*/ 344 h 525"/>
                  <a:gd name="T6" fmla="*/ 316 w 423"/>
                  <a:gd name="T7" fmla="*/ 0 h 525"/>
                  <a:gd name="T8" fmla="*/ 423 w 423"/>
                  <a:gd name="T9" fmla="*/ 0 h 525"/>
                  <a:gd name="T10" fmla="*/ 423 w 423"/>
                  <a:gd name="T11" fmla="*/ 525 h 525"/>
                  <a:gd name="T12" fmla="*/ 327 w 423"/>
                  <a:gd name="T13" fmla="*/ 525 h 525"/>
                  <a:gd name="T14" fmla="*/ 107 w 423"/>
                  <a:gd name="T15" fmla="*/ 181 h 525"/>
                  <a:gd name="T16" fmla="*/ 107 w 423"/>
                  <a:gd name="T17" fmla="*/ 525 h 525"/>
                  <a:gd name="T18" fmla="*/ 0 w 423"/>
                  <a:gd name="T19" fmla="*/ 525 h 525"/>
                  <a:gd name="T20" fmla="*/ 0 w 423"/>
                  <a:gd name="T21" fmla="*/ 0 h 5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23" h="525">
                    <a:moveTo>
                      <a:pt x="0" y="0"/>
                    </a:moveTo>
                    <a:lnTo>
                      <a:pt x="101" y="0"/>
                    </a:lnTo>
                    <a:lnTo>
                      <a:pt x="316" y="344"/>
                    </a:lnTo>
                    <a:lnTo>
                      <a:pt x="316" y="0"/>
                    </a:lnTo>
                    <a:lnTo>
                      <a:pt x="423" y="0"/>
                    </a:lnTo>
                    <a:lnTo>
                      <a:pt x="423" y="525"/>
                    </a:lnTo>
                    <a:lnTo>
                      <a:pt x="327" y="525"/>
                    </a:lnTo>
                    <a:lnTo>
                      <a:pt x="107" y="181"/>
                    </a:lnTo>
                    <a:lnTo>
                      <a:pt x="107" y="525"/>
                    </a:lnTo>
                    <a:lnTo>
                      <a:pt x="0" y="52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56" name="Freeform 11"/>
              <p:cNvSpPr>
                <a:spLocks noEditPoints="1"/>
              </p:cNvSpPr>
              <p:nvPr/>
            </p:nvSpPr>
            <p:spPr bwMode="auto">
              <a:xfrm>
                <a:off x="6548438" y="5980113"/>
                <a:ext cx="796925" cy="877888"/>
              </a:xfrm>
              <a:custGeom>
                <a:avLst/>
                <a:gdLst>
                  <a:gd name="T0" fmla="*/ 45 w 89"/>
                  <a:gd name="T1" fmla="*/ 82 h 98"/>
                  <a:gd name="T2" fmla="*/ 63 w 89"/>
                  <a:gd name="T3" fmla="*/ 73 h 98"/>
                  <a:gd name="T4" fmla="*/ 69 w 89"/>
                  <a:gd name="T5" fmla="*/ 49 h 98"/>
                  <a:gd name="T6" fmla="*/ 63 w 89"/>
                  <a:gd name="T7" fmla="*/ 26 h 98"/>
                  <a:gd name="T8" fmla="*/ 45 w 89"/>
                  <a:gd name="T9" fmla="*/ 17 h 98"/>
                  <a:gd name="T10" fmla="*/ 26 w 89"/>
                  <a:gd name="T11" fmla="*/ 26 h 98"/>
                  <a:gd name="T12" fmla="*/ 20 w 89"/>
                  <a:gd name="T13" fmla="*/ 49 h 98"/>
                  <a:gd name="T14" fmla="*/ 26 w 89"/>
                  <a:gd name="T15" fmla="*/ 73 h 98"/>
                  <a:gd name="T16" fmla="*/ 45 w 89"/>
                  <a:gd name="T17" fmla="*/ 82 h 98"/>
                  <a:gd name="T18" fmla="*/ 45 w 89"/>
                  <a:gd name="T19" fmla="*/ 98 h 98"/>
                  <a:gd name="T20" fmla="*/ 26 w 89"/>
                  <a:gd name="T21" fmla="*/ 95 h 98"/>
                  <a:gd name="T22" fmla="*/ 12 w 89"/>
                  <a:gd name="T23" fmla="*/ 85 h 98"/>
                  <a:gd name="T24" fmla="*/ 3 w 89"/>
                  <a:gd name="T25" fmla="*/ 70 h 98"/>
                  <a:gd name="T26" fmla="*/ 0 w 89"/>
                  <a:gd name="T27" fmla="*/ 49 h 98"/>
                  <a:gd name="T28" fmla="*/ 3 w 89"/>
                  <a:gd name="T29" fmla="*/ 29 h 98"/>
                  <a:gd name="T30" fmla="*/ 12 w 89"/>
                  <a:gd name="T31" fmla="*/ 14 h 98"/>
                  <a:gd name="T32" fmla="*/ 26 w 89"/>
                  <a:gd name="T33" fmla="*/ 4 h 98"/>
                  <a:gd name="T34" fmla="*/ 45 w 89"/>
                  <a:gd name="T35" fmla="*/ 0 h 98"/>
                  <a:gd name="T36" fmla="*/ 63 w 89"/>
                  <a:gd name="T37" fmla="*/ 4 h 98"/>
                  <a:gd name="T38" fmla="*/ 77 w 89"/>
                  <a:gd name="T39" fmla="*/ 14 h 98"/>
                  <a:gd name="T40" fmla="*/ 86 w 89"/>
                  <a:gd name="T41" fmla="*/ 29 h 98"/>
                  <a:gd name="T42" fmla="*/ 89 w 89"/>
                  <a:gd name="T43" fmla="*/ 49 h 98"/>
                  <a:gd name="T44" fmla="*/ 86 w 89"/>
                  <a:gd name="T45" fmla="*/ 70 h 98"/>
                  <a:gd name="T46" fmla="*/ 77 w 89"/>
                  <a:gd name="T47" fmla="*/ 85 h 98"/>
                  <a:gd name="T48" fmla="*/ 63 w 89"/>
                  <a:gd name="T49" fmla="*/ 95 h 98"/>
                  <a:gd name="T50" fmla="*/ 45 w 89"/>
                  <a:gd name="T51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89" h="98">
                    <a:moveTo>
                      <a:pt x="45" y="82"/>
                    </a:moveTo>
                    <a:cubicBezTo>
                      <a:pt x="53" y="82"/>
                      <a:pt x="59" y="79"/>
                      <a:pt x="63" y="73"/>
                    </a:cubicBezTo>
                    <a:cubicBezTo>
                      <a:pt x="67" y="68"/>
                      <a:pt x="69" y="60"/>
                      <a:pt x="69" y="49"/>
                    </a:cubicBezTo>
                    <a:cubicBezTo>
                      <a:pt x="69" y="39"/>
                      <a:pt x="67" y="31"/>
                      <a:pt x="63" y="26"/>
                    </a:cubicBezTo>
                    <a:cubicBezTo>
                      <a:pt x="59" y="20"/>
                      <a:pt x="53" y="17"/>
                      <a:pt x="45" y="17"/>
                    </a:cubicBezTo>
                    <a:cubicBezTo>
                      <a:pt x="36" y="17"/>
                      <a:pt x="30" y="20"/>
                      <a:pt x="26" y="26"/>
                    </a:cubicBezTo>
                    <a:cubicBezTo>
                      <a:pt x="22" y="31"/>
                      <a:pt x="20" y="39"/>
                      <a:pt x="20" y="49"/>
                    </a:cubicBezTo>
                    <a:cubicBezTo>
                      <a:pt x="20" y="60"/>
                      <a:pt x="22" y="68"/>
                      <a:pt x="26" y="73"/>
                    </a:cubicBezTo>
                    <a:cubicBezTo>
                      <a:pt x="30" y="79"/>
                      <a:pt x="36" y="82"/>
                      <a:pt x="45" y="82"/>
                    </a:cubicBezTo>
                    <a:moveTo>
                      <a:pt x="45" y="98"/>
                    </a:moveTo>
                    <a:cubicBezTo>
                      <a:pt x="38" y="98"/>
                      <a:pt x="31" y="97"/>
                      <a:pt x="26" y="95"/>
                    </a:cubicBezTo>
                    <a:cubicBezTo>
                      <a:pt x="21" y="93"/>
                      <a:pt x="16" y="89"/>
                      <a:pt x="12" y="85"/>
                    </a:cubicBezTo>
                    <a:cubicBezTo>
                      <a:pt x="8" y="81"/>
                      <a:pt x="5" y="76"/>
                      <a:pt x="3" y="70"/>
                    </a:cubicBezTo>
                    <a:cubicBezTo>
                      <a:pt x="1" y="64"/>
                      <a:pt x="0" y="57"/>
                      <a:pt x="0" y="49"/>
                    </a:cubicBezTo>
                    <a:cubicBezTo>
                      <a:pt x="0" y="42"/>
                      <a:pt x="1" y="35"/>
                      <a:pt x="3" y="29"/>
                    </a:cubicBezTo>
                    <a:cubicBezTo>
                      <a:pt x="5" y="23"/>
                      <a:pt x="8" y="18"/>
                      <a:pt x="12" y="14"/>
                    </a:cubicBezTo>
                    <a:cubicBezTo>
                      <a:pt x="16" y="9"/>
                      <a:pt x="21" y="6"/>
                      <a:pt x="26" y="4"/>
                    </a:cubicBezTo>
                    <a:cubicBezTo>
                      <a:pt x="32" y="2"/>
                      <a:pt x="38" y="0"/>
                      <a:pt x="45" y="0"/>
                    </a:cubicBezTo>
                    <a:cubicBezTo>
                      <a:pt x="52" y="0"/>
                      <a:pt x="58" y="2"/>
                      <a:pt x="63" y="4"/>
                    </a:cubicBezTo>
                    <a:cubicBezTo>
                      <a:pt x="69" y="6"/>
                      <a:pt x="73" y="9"/>
                      <a:pt x="77" y="14"/>
                    </a:cubicBezTo>
                    <a:cubicBezTo>
                      <a:pt x="81" y="18"/>
                      <a:pt x="84" y="23"/>
                      <a:pt x="86" y="29"/>
                    </a:cubicBezTo>
                    <a:cubicBezTo>
                      <a:pt x="88" y="35"/>
                      <a:pt x="89" y="42"/>
                      <a:pt x="89" y="49"/>
                    </a:cubicBezTo>
                    <a:cubicBezTo>
                      <a:pt x="89" y="57"/>
                      <a:pt x="88" y="64"/>
                      <a:pt x="86" y="70"/>
                    </a:cubicBezTo>
                    <a:cubicBezTo>
                      <a:pt x="84" y="76"/>
                      <a:pt x="81" y="81"/>
                      <a:pt x="77" y="85"/>
                    </a:cubicBezTo>
                    <a:cubicBezTo>
                      <a:pt x="74" y="89"/>
                      <a:pt x="69" y="93"/>
                      <a:pt x="63" y="95"/>
                    </a:cubicBezTo>
                    <a:cubicBezTo>
                      <a:pt x="58" y="97"/>
                      <a:pt x="52" y="98"/>
                      <a:pt x="45" y="9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57" name="Freeform 12"/>
              <p:cNvSpPr>
                <a:spLocks/>
              </p:cNvSpPr>
              <p:nvPr/>
            </p:nvSpPr>
            <p:spPr bwMode="auto">
              <a:xfrm>
                <a:off x="7453313" y="5980113"/>
                <a:ext cx="742950" cy="877888"/>
              </a:xfrm>
              <a:custGeom>
                <a:avLst/>
                <a:gdLst>
                  <a:gd name="T0" fmla="*/ 83 w 83"/>
                  <a:gd name="T1" fmla="*/ 64 h 98"/>
                  <a:gd name="T2" fmla="*/ 79 w 83"/>
                  <a:gd name="T3" fmla="*/ 77 h 98"/>
                  <a:gd name="T4" fmla="*/ 71 w 83"/>
                  <a:gd name="T5" fmla="*/ 88 h 98"/>
                  <a:gd name="T6" fmla="*/ 59 w 83"/>
                  <a:gd name="T7" fmla="*/ 96 h 98"/>
                  <a:gd name="T8" fmla="*/ 43 w 83"/>
                  <a:gd name="T9" fmla="*/ 98 h 98"/>
                  <a:gd name="T10" fmla="*/ 24 w 83"/>
                  <a:gd name="T11" fmla="*/ 95 h 98"/>
                  <a:gd name="T12" fmla="*/ 11 w 83"/>
                  <a:gd name="T13" fmla="*/ 85 h 98"/>
                  <a:gd name="T14" fmla="*/ 3 w 83"/>
                  <a:gd name="T15" fmla="*/ 69 h 98"/>
                  <a:gd name="T16" fmla="*/ 0 w 83"/>
                  <a:gd name="T17" fmla="*/ 49 h 98"/>
                  <a:gd name="T18" fmla="*/ 3 w 83"/>
                  <a:gd name="T19" fmla="*/ 29 h 98"/>
                  <a:gd name="T20" fmla="*/ 12 w 83"/>
                  <a:gd name="T21" fmla="*/ 14 h 98"/>
                  <a:gd name="T22" fmla="*/ 25 w 83"/>
                  <a:gd name="T23" fmla="*/ 4 h 98"/>
                  <a:gd name="T24" fmla="*/ 43 w 83"/>
                  <a:gd name="T25" fmla="*/ 0 h 98"/>
                  <a:gd name="T26" fmla="*/ 59 w 83"/>
                  <a:gd name="T27" fmla="*/ 3 h 98"/>
                  <a:gd name="T28" fmla="*/ 70 w 83"/>
                  <a:gd name="T29" fmla="*/ 9 h 98"/>
                  <a:gd name="T30" fmla="*/ 77 w 83"/>
                  <a:gd name="T31" fmla="*/ 19 h 98"/>
                  <a:gd name="T32" fmla="*/ 81 w 83"/>
                  <a:gd name="T33" fmla="*/ 32 h 98"/>
                  <a:gd name="T34" fmla="*/ 62 w 83"/>
                  <a:gd name="T35" fmla="*/ 35 h 98"/>
                  <a:gd name="T36" fmla="*/ 56 w 83"/>
                  <a:gd name="T37" fmla="*/ 22 h 98"/>
                  <a:gd name="T38" fmla="*/ 43 w 83"/>
                  <a:gd name="T39" fmla="*/ 17 h 98"/>
                  <a:gd name="T40" fmla="*/ 26 w 83"/>
                  <a:gd name="T41" fmla="*/ 26 h 98"/>
                  <a:gd name="T42" fmla="*/ 20 w 83"/>
                  <a:gd name="T43" fmla="*/ 49 h 98"/>
                  <a:gd name="T44" fmla="*/ 27 w 83"/>
                  <a:gd name="T45" fmla="*/ 73 h 98"/>
                  <a:gd name="T46" fmla="*/ 43 w 83"/>
                  <a:gd name="T47" fmla="*/ 82 h 98"/>
                  <a:gd name="T48" fmla="*/ 56 w 83"/>
                  <a:gd name="T49" fmla="*/ 77 h 98"/>
                  <a:gd name="T50" fmla="*/ 62 w 83"/>
                  <a:gd name="T51" fmla="*/ 64 h 98"/>
                  <a:gd name="T52" fmla="*/ 83 w 83"/>
                  <a:gd name="T53" fmla="*/ 6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3" h="98">
                    <a:moveTo>
                      <a:pt x="83" y="64"/>
                    </a:moveTo>
                    <a:cubicBezTo>
                      <a:pt x="82" y="69"/>
                      <a:pt x="81" y="73"/>
                      <a:pt x="79" y="77"/>
                    </a:cubicBezTo>
                    <a:cubicBezTo>
                      <a:pt x="77" y="82"/>
                      <a:pt x="75" y="85"/>
                      <a:pt x="71" y="88"/>
                    </a:cubicBezTo>
                    <a:cubicBezTo>
                      <a:pt x="68" y="91"/>
                      <a:pt x="64" y="94"/>
                      <a:pt x="59" y="96"/>
                    </a:cubicBezTo>
                    <a:cubicBezTo>
                      <a:pt x="55" y="97"/>
                      <a:pt x="49" y="98"/>
                      <a:pt x="43" y="98"/>
                    </a:cubicBezTo>
                    <a:cubicBezTo>
                      <a:pt x="36" y="98"/>
                      <a:pt x="30" y="97"/>
                      <a:pt x="24" y="95"/>
                    </a:cubicBezTo>
                    <a:cubicBezTo>
                      <a:pt x="19" y="92"/>
                      <a:pt x="15" y="89"/>
                      <a:pt x="11" y="85"/>
                    </a:cubicBezTo>
                    <a:cubicBezTo>
                      <a:pt x="7" y="81"/>
                      <a:pt x="5" y="75"/>
                      <a:pt x="3" y="69"/>
                    </a:cubicBezTo>
                    <a:cubicBezTo>
                      <a:pt x="1" y="63"/>
                      <a:pt x="0" y="57"/>
                      <a:pt x="0" y="49"/>
                    </a:cubicBezTo>
                    <a:cubicBezTo>
                      <a:pt x="0" y="42"/>
                      <a:pt x="1" y="35"/>
                      <a:pt x="3" y="29"/>
                    </a:cubicBezTo>
                    <a:cubicBezTo>
                      <a:pt x="5" y="23"/>
                      <a:pt x="8" y="18"/>
                      <a:pt x="12" y="14"/>
                    </a:cubicBezTo>
                    <a:cubicBezTo>
                      <a:pt x="15" y="9"/>
                      <a:pt x="20" y="6"/>
                      <a:pt x="25" y="4"/>
                    </a:cubicBezTo>
                    <a:cubicBezTo>
                      <a:pt x="31" y="2"/>
                      <a:pt x="37" y="0"/>
                      <a:pt x="43" y="0"/>
                    </a:cubicBezTo>
                    <a:cubicBezTo>
                      <a:pt x="49" y="0"/>
                      <a:pt x="54" y="1"/>
                      <a:pt x="59" y="3"/>
                    </a:cubicBezTo>
                    <a:cubicBezTo>
                      <a:pt x="63" y="4"/>
                      <a:pt x="67" y="6"/>
                      <a:pt x="70" y="9"/>
                    </a:cubicBezTo>
                    <a:cubicBezTo>
                      <a:pt x="73" y="12"/>
                      <a:pt x="75" y="15"/>
                      <a:pt x="77" y="19"/>
                    </a:cubicBezTo>
                    <a:cubicBezTo>
                      <a:pt x="79" y="23"/>
                      <a:pt x="80" y="27"/>
                      <a:pt x="81" y="32"/>
                    </a:cubicBezTo>
                    <a:cubicBezTo>
                      <a:pt x="62" y="35"/>
                      <a:pt x="62" y="35"/>
                      <a:pt x="62" y="35"/>
                    </a:cubicBezTo>
                    <a:cubicBezTo>
                      <a:pt x="61" y="29"/>
                      <a:pt x="59" y="25"/>
                      <a:pt x="56" y="22"/>
                    </a:cubicBezTo>
                    <a:cubicBezTo>
                      <a:pt x="53" y="19"/>
                      <a:pt x="49" y="17"/>
                      <a:pt x="43" y="17"/>
                    </a:cubicBezTo>
                    <a:cubicBezTo>
                      <a:pt x="36" y="17"/>
                      <a:pt x="30" y="20"/>
                      <a:pt x="26" y="26"/>
                    </a:cubicBezTo>
                    <a:cubicBezTo>
                      <a:pt x="22" y="31"/>
                      <a:pt x="20" y="39"/>
                      <a:pt x="20" y="49"/>
                    </a:cubicBezTo>
                    <a:cubicBezTo>
                      <a:pt x="20" y="60"/>
                      <a:pt x="23" y="68"/>
                      <a:pt x="27" y="73"/>
                    </a:cubicBezTo>
                    <a:cubicBezTo>
                      <a:pt x="31" y="79"/>
                      <a:pt x="36" y="82"/>
                      <a:pt x="43" y="82"/>
                    </a:cubicBezTo>
                    <a:cubicBezTo>
                      <a:pt x="49" y="82"/>
                      <a:pt x="54" y="80"/>
                      <a:pt x="56" y="77"/>
                    </a:cubicBezTo>
                    <a:cubicBezTo>
                      <a:pt x="59" y="74"/>
                      <a:pt x="61" y="69"/>
                      <a:pt x="62" y="64"/>
                    </a:cubicBezTo>
                    <a:lnTo>
                      <a:pt x="83" y="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58" name="Freeform 13"/>
              <p:cNvSpPr>
                <a:spLocks noEditPoints="1"/>
              </p:cNvSpPr>
              <p:nvPr/>
            </p:nvSpPr>
            <p:spPr bwMode="auto">
              <a:xfrm>
                <a:off x="3986213" y="4735513"/>
                <a:ext cx="1066800" cy="887413"/>
              </a:xfrm>
              <a:custGeom>
                <a:avLst/>
                <a:gdLst>
                  <a:gd name="T0" fmla="*/ 82 w 119"/>
                  <a:gd name="T1" fmla="*/ 40 h 99"/>
                  <a:gd name="T2" fmla="*/ 82 w 119"/>
                  <a:gd name="T3" fmla="*/ 47 h 99"/>
                  <a:gd name="T4" fmla="*/ 57 w 119"/>
                  <a:gd name="T5" fmla="*/ 47 h 99"/>
                  <a:gd name="T6" fmla="*/ 57 w 119"/>
                  <a:gd name="T7" fmla="*/ 40 h 99"/>
                  <a:gd name="T8" fmla="*/ 60 w 119"/>
                  <a:gd name="T9" fmla="*/ 40 h 99"/>
                  <a:gd name="T10" fmla="*/ 60 w 119"/>
                  <a:gd name="T11" fmla="*/ 36 h 99"/>
                  <a:gd name="T12" fmla="*/ 63 w 119"/>
                  <a:gd name="T13" fmla="*/ 28 h 99"/>
                  <a:gd name="T14" fmla="*/ 71 w 119"/>
                  <a:gd name="T15" fmla="*/ 25 h 99"/>
                  <a:gd name="T16" fmla="*/ 78 w 119"/>
                  <a:gd name="T17" fmla="*/ 28 h 99"/>
                  <a:gd name="T18" fmla="*/ 81 w 119"/>
                  <a:gd name="T19" fmla="*/ 35 h 99"/>
                  <a:gd name="T20" fmla="*/ 75 w 119"/>
                  <a:gd name="T21" fmla="*/ 36 h 99"/>
                  <a:gd name="T22" fmla="*/ 74 w 119"/>
                  <a:gd name="T23" fmla="*/ 32 h 99"/>
                  <a:gd name="T24" fmla="*/ 71 w 119"/>
                  <a:gd name="T25" fmla="*/ 32 h 99"/>
                  <a:gd name="T26" fmla="*/ 67 w 119"/>
                  <a:gd name="T27" fmla="*/ 36 h 99"/>
                  <a:gd name="T28" fmla="*/ 67 w 119"/>
                  <a:gd name="T29" fmla="*/ 40 h 99"/>
                  <a:gd name="T30" fmla="*/ 82 w 119"/>
                  <a:gd name="T31" fmla="*/ 40 h 99"/>
                  <a:gd name="T32" fmla="*/ 100 w 119"/>
                  <a:gd name="T33" fmla="*/ 82 h 99"/>
                  <a:gd name="T34" fmla="*/ 100 w 119"/>
                  <a:gd name="T35" fmla="*/ 0 h 99"/>
                  <a:gd name="T36" fmla="*/ 119 w 119"/>
                  <a:gd name="T37" fmla="*/ 0 h 99"/>
                  <a:gd name="T38" fmla="*/ 119 w 119"/>
                  <a:gd name="T39" fmla="*/ 99 h 99"/>
                  <a:gd name="T40" fmla="*/ 38 w 119"/>
                  <a:gd name="T41" fmla="*/ 99 h 99"/>
                  <a:gd name="T42" fmla="*/ 10 w 119"/>
                  <a:gd name="T43" fmla="*/ 91 h 99"/>
                  <a:gd name="T44" fmla="*/ 0 w 119"/>
                  <a:gd name="T45" fmla="*/ 65 h 99"/>
                  <a:gd name="T46" fmla="*/ 4 w 119"/>
                  <a:gd name="T47" fmla="*/ 49 h 99"/>
                  <a:gd name="T48" fmla="*/ 16 w 119"/>
                  <a:gd name="T49" fmla="*/ 37 h 99"/>
                  <a:gd name="T50" fmla="*/ 34 w 119"/>
                  <a:gd name="T51" fmla="*/ 33 h 99"/>
                  <a:gd name="T52" fmla="*/ 36 w 119"/>
                  <a:gd name="T53" fmla="*/ 49 h 99"/>
                  <a:gd name="T54" fmla="*/ 23 w 119"/>
                  <a:gd name="T55" fmla="*/ 54 h 99"/>
                  <a:gd name="T56" fmla="*/ 19 w 119"/>
                  <a:gd name="T57" fmla="*/ 65 h 99"/>
                  <a:gd name="T58" fmla="*/ 23 w 119"/>
                  <a:gd name="T59" fmla="*/ 78 h 99"/>
                  <a:gd name="T60" fmla="*/ 38 w 119"/>
                  <a:gd name="T61" fmla="*/ 82 h 99"/>
                  <a:gd name="T62" fmla="*/ 100 w 119"/>
                  <a:gd name="T63" fmla="*/ 82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19" h="99">
                    <a:moveTo>
                      <a:pt x="82" y="40"/>
                    </a:moveTo>
                    <a:cubicBezTo>
                      <a:pt x="82" y="47"/>
                      <a:pt x="82" y="47"/>
                      <a:pt x="82" y="47"/>
                    </a:cubicBezTo>
                    <a:cubicBezTo>
                      <a:pt x="57" y="47"/>
                      <a:pt x="57" y="47"/>
                      <a:pt x="57" y="47"/>
                    </a:cubicBezTo>
                    <a:cubicBezTo>
                      <a:pt x="57" y="40"/>
                      <a:pt x="57" y="40"/>
                      <a:pt x="57" y="40"/>
                    </a:cubicBezTo>
                    <a:cubicBezTo>
                      <a:pt x="60" y="40"/>
                      <a:pt x="60" y="40"/>
                      <a:pt x="60" y="40"/>
                    </a:cubicBezTo>
                    <a:cubicBezTo>
                      <a:pt x="60" y="36"/>
                      <a:pt x="60" y="36"/>
                      <a:pt x="60" y="36"/>
                    </a:cubicBezTo>
                    <a:cubicBezTo>
                      <a:pt x="60" y="33"/>
                      <a:pt x="61" y="30"/>
                      <a:pt x="63" y="28"/>
                    </a:cubicBezTo>
                    <a:cubicBezTo>
                      <a:pt x="65" y="26"/>
                      <a:pt x="67" y="25"/>
                      <a:pt x="71" y="25"/>
                    </a:cubicBezTo>
                    <a:cubicBezTo>
                      <a:pt x="74" y="25"/>
                      <a:pt x="77" y="26"/>
                      <a:pt x="78" y="28"/>
                    </a:cubicBezTo>
                    <a:cubicBezTo>
                      <a:pt x="80" y="29"/>
                      <a:pt x="81" y="31"/>
                      <a:pt x="81" y="35"/>
                    </a:cubicBezTo>
                    <a:cubicBezTo>
                      <a:pt x="75" y="36"/>
                      <a:pt x="75" y="36"/>
                      <a:pt x="75" y="36"/>
                    </a:cubicBezTo>
                    <a:cubicBezTo>
                      <a:pt x="75" y="34"/>
                      <a:pt x="75" y="33"/>
                      <a:pt x="74" y="32"/>
                    </a:cubicBezTo>
                    <a:cubicBezTo>
                      <a:pt x="74" y="32"/>
                      <a:pt x="73" y="32"/>
                      <a:pt x="71" y="32"/>
                    </a:cubicBezTo>
                    <a:cubicBezTo>
                      <a:pt x="68" y="32"/>
                      <a:pt x="67" y="33"/>
                      <a:pt x="67" y="36"/>
                    </a:cubicBezTo>
                    <a:cubicBezTo>
                      <a:pt x="67" y="40"/>
                      <a:pt x="67" y="40"/>
                      <a:pt x="67" y="40"/>
                    </a:cubicBezTo>
                    <a:lnTo>
                      <a:pt x="82" y="40"/>
                    </a:lnTo>
                    <a:close/>
                    <a:moveTo>
                      <a:pt x="100" y="82"/>
                    </a:moveTo>
                    <a:cubicBezTo>
                      <a:pt x="100" y="0"/>
                      <a:pt x="100" y="0"/>
                      <a:pt x="100" y="0"/>
                    </a:cubicBezTo>
                    <a:cubicBezTo>
                      <a:pt x="119" y="0"/>
                      <a:pt x="119" y="0"/>
                      <a:pt x="119" y="0"/>
                    </a:cubicBezTo>
                    <a:cubicBezTo>
                      <a:pt x="119" y="99"/>
                      <a:pt x="119" y="99"/>
                      <a:pt x="119" y="99"/>
                    </a:cubicBezTo>
                    <a:cubicBezTo>
                      <a:pt x="38" y="99"/>
                      <a:pt x="38" y="99"/>
                      <a:pt x="38" y="99"/>
                    </a:cubicBezTo>
                    <a:cubicBezTo>
                      <a:pt x="25" y="99"/>
                      <a:pt x="16" y="96"/>
                      <a:pt x="10" y="91"/>
                    </a:cubicBezTo>
                    <a:cubicBezTo>
                      <a:pt x="3" y="85"/>
                      <a:pt x="0" y="77"/>
                      <a:pt x="0" y="65"/>
                    </a:cubicBezTo>
                    <a:cubicBezTo>
                      <a:pt x="0" y="59"/>
                      <a:pt x="2" y="54"/>
                      <a:pt x="4" y="49"/>
                    </a:cubicBezTo>
                    <a:cubicBezTo>
                      <a:pt x="7" y="44"/>
                      <a:pt x="11" y="40"/>
                      <a:pt x="16" y="37"/>
                    </a:cubicBezTo>
                    <a:cubicBezTo>
                      <a:pt x="21" y="34"/>
                      <a:pt x="27" y="33"/>
                      <a:pt x="34" y="33"/>
                    </a:cubicBezTo>
                    <a:cubicBezTo>
                      <a:pt x="36" y="49"/>
                      <a:pt x="36" y="49"/>
                      <a:pt x="36" y="49"/>
                    </a:cubicBezTo>
                    <a:cubicBezTo>
                      <a:pt x="30" y="50"/>
                      <a:pt x="25" y="51"/>
                      <a:pt x="23" y="54"/>
                    </a:cubicBezTo>
                    <a:cubicBezTo>
                      <a:pt x="20" y="56"/>
                      <a:pt x="19" y="60"/>
                      <a:pt x="19" y="65"/>
                    </a:cubicBezTo>
                    <a:cubicBezTo>
                      <a:pt x="19" y="71"/>
                      <a:pt x="20" y="76"/>
                      <a:pt x="23" y="78"/>
                    </a:cubicBezTo>
                    <a:cubicBezTo>
                      <a:pt x="26" y="81"/>
                      <a:pt x="31" y="82"/>
                      <a:pt x="38" y="82"/>
                    </a:cubicBezTo>
                    <a:lnTo>
                      <a:pt x="100" y="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59" name="Freeform 14"/>
              <p:cNvSpPr>
                <a:spLocks noEditPoints="1"/>
              </p:cNvSpPr>
              <p:nvPr/>
            </p:nvSpPr>
            <p:spPr bwMode="auto">
              <a:xfrm>
                <a:off x="5195888" y="5005388"/>
                <a:ext cx="1684338" cy="903288"/>
              </a:xfrm>
              <a:custGeom>
                <a:avLst/>
                <a:gdLst>
                  <a:gd name="T0" fmla="*/ 44 w 188"/>
                  <a:gd name="T1" fmla="*/ 52 h 101"/>
                  <a:gd name="T2" fmla="*/ 38 w 188"/>
                  <a:gd name="T3" fmla="*/ 52 h 101"/>
                  <a:gd name="T4" fmla="*/ 19 w 188"/>
                  <a:gd name="T5" fmla="*/ 32 h 101"/>
                  <a:gd name="T6" fmla="*/ 22 w 188"/>
                  <a:gd name="T7" fmla="*/ 20 h 101"/>
                  <a:gd name="T8" fmla="*/ 32 w 188"/>
                  <a:gd name="T9" fmla="*/ 16 h 101"/>
                  <a:gd name="T10" fmla="*/ 39 w 188"/>
                  <a:gd name="T11" fmla="*/ 17 h 101"/>
                  <a:gd name="T12" fmla="*/ 43 w 188"/>
                  <a:gd name="T13" fmla="*/ 23 h 101"/>
                  <a:gd name="T14" fmla="*/ 44 w 188"/>
                  <a:gd name="T15" fmla="*/ 37 h 101"/>
                  <a:gd name="T16" fmla="*/ 44 w 188"/>
                  <a:gd name="T17" fmla="*/ 52 h 101"/>
                  <a:gd name="T18" fmla="*/ 170 w 188"/>
                  <a:gd name="T19" fmla="*/ 0 h 101"/>
                  <a:gd name="T20" fmla="*/ 170 w 188"/>
                  <a:gd name="T21" fmla="*/ 52 h 101"/>
                  <a:gd name="T22" fmla="*/ 63 w 188"/>
                  <a:gd name="T23" fmla="*/ 52 h 101"/>
                  <a:gd name="T24" fmla="*/ 63 w 188"/>
                  <a:gd name="T25" fmla="*/ 32 h 101"/>
                  <a:gd name="T26" fmla="*/ 55 w 188"/>
                  <a:gd name="T27" fmla="*/ 8 h 101"/>
                  <a:gd name="T28" fmla="*/ 32 w 188"/>
                  <a:gd name="T29" fmla="*/ 0 h 101"/>
                  <a:gd name="T30" fmla="*/ 8 w 188"/>
                  <a:gd name="T31" fmla="*/ 9 h 101"/>
                  <a:gd name="T32" fmla="*/ 0 w 188"/>
                  <a:gd name="T33" fmla="*/ 32 h 101"/>
                  <a:gd name="T34" fmla="*/ 11 w 188"/>
                  <a:gd name="T35" fmla="*/ 60 h 101"/>
                  <a:gd name="T36" fmla="*/ 42 w 188"/>
                  <a:gd name="T37" fmla="*/ 69 h 101"/>
                  <a:gd name="T38" fmla="*/ 44 w 188"/>
                  <a:gd name="T39" fmla="*/ 69 h 101"/>
                  <a:gd name="T40" fmla="*/ 44 w 188"/>
                  <a:gd name="T41" fmla="*/ 72 h 101"/>
                  <a:gd name="T42" fmla="*/ 41 w 188"/>
                  <a:gd name="T43" fmla="*/ 86 h 101"/>
                  <a:gd name="T44" fmla="*/ 51 w 188"/>
                  <a:gd name="T45" fmla="*/ 101 h 101"/>
                  <a:gd name="T46" fmla="*/ 55 w 188"/>
                  <a:gd name="T47" fmla="*/ 97 h 101"/>
                  <a:gd name="T48" fmla="*/ 63 w 188"/>
                  <a:gd name="T49" fmla="*/ 69 h 101"/>
                  <a:gd name="T50" fmla="*/ 188 w 188"/>
                  <a:gd name="T51" fmla="*/ 69 h 101"/>
                  <a:gd name="T52" fmla="*/ 188 w 188"/>
                  <a:gd name="T53" fmla="*/ 0 h 101"/>
                  <a:gd name="T54" fmla="*/ 170 w 188"/>
                  <a:gd name="T55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88" h="101">
                    <a:moveTo>
                      <a:pt x="44" y="52"/>
                    </a:moveTo>
                    <a:cubicBezTo>
                      <a:pt x="38" y="52"/>
                      <a:pt x="38" y="52"/>
                      <a:pt x="38" y="52"/>
                    </a:cubicBezTo>
                    <a:cubicBezTo>
                      <a:pt x="25" y="52"/>
                      <a:pt x="19" y="45"/>
                      <a:pt x="19" y="32"/>
                    </a:cubicBezTo>
                    <a:cubicBezTo>
                      <a:pt x="19" y="27"/>
                      <a:pt x="20" y="23"/>
                      <a:pt x="22" y="20"/>
                    </a:cubicBezTo>
                    <a:cubicBezTo>
                      <a:pt x="24" y="17"/>
                      <a:pt x="27" y="16"/>
                      <a:pt x="32" y="16"/>
                    </a:cubicBezTo>
                    <a:cubicBezTo>
                      <a:pt x="35" y="16"/>
                      <a:pt x="37" y="16"/>
                      <a:pt x="39" y="17"/>
                    </a:cubicBezTo>
                    <a:cubicBezTo>
                      <a:pt x="41" y="19"/>
                      <a:pt x="42" y="20"/>
                      <a:pt x="43" y="23"/>
                    </a:cubicBezTo>
                    <a:cubicBezTo>
                      <a:pt x="44" y="26"/>
                      <a:pt x="44" y="32"/>
                      <a:pt x="44" y="37"/>
                    </a:cubicBezTo>
                    <a:lnTo>
                      <a:pt x="44" y="52"/>
                    </a:lnTo>
                    <a:close/>
                    <a:moveTo>
                      <a:pt x="170" y="0"/>
                    </a:moveTo>
                    <a:cubicBezTo>
                      <a:pt x="170" y="52"/>
                      <a:pt x="170" y="52"/>
                      <a:pt x="170" y="52"/>
                    </a:cubicBezTo>
                    <a:cubicBezTo>
                      <a:pt x="63" y="52"/>
                      <a:pt x="63" y="52"/>
                      <a:pt x="63" y="52"/>
                    </a:cubicBezTo>
                    <a:cubicBezTo>
                      <a:pt x="63" y="32"/>
                      <a:pt x="63" y="32"/>
                      <a:pt x="63" y="32"/>
                    </a:cubicBezTo>
                    <a:cubicBezTo>
                      <a:pt x="63" y="22"/>
                      <a:pt x="60" y="13"/>
                      <a:pt x="55" y="8"/>
                    </a:cubicBezTo>
                    <a:cubicBezTo>
                      <a:pt x="50" y="3"/>
                      <a:pt x="42" y="0"/>
                      <a:pt x="32" y="0"/>
                    </a:cubicBezTo>
                    <a:cubicBezTo>
                      <a:pt x="22" y="0"/>
                      <a:pt x="14" y="3"/>
                      <a:pt x="8" y="9"/>
                    </a:cubicBezTo>
                    <a:cubicBezTo>
                      <a:pt x="3" y="14"/>
                      <a:pt x="0" y="22"/>
                      <a:pt x="0" y="32"/>
                    </a:cubicBezTo>
                    <a:cubicBezTo>
                      <a:pt x="0" y="44"/>
                      <a:pt x="3" y="54"/>
                      <a:pt x="11" y="60"/>
                    </a:cubicBezTo>
                    <a:cubicBezTo>
                      <a:pt x="18" y="66"/>
                      <a:pt x="28" y="69"/>
                      <a:pt x="42" y="69"/>
                    </a:cubicBezTo>
                    <a:cubicBezTo>
                      <a:pt x="44" y="69"/>
                      <a:pt x="44" y="69"/>
                      <a:pt x="44" y="69"/>
                    </a:cubicBezTo>
                    <a:cubicBezTo>
                      <a:pt x="44" y="72"/>
                      <a:pt x="44" y="72"/>
                      <a:pt x="44" y="72"/>
                    </a:cubicBezTo>
                    <a:cubicBezTo>
                      <a:pt x="44" y="79"/>
                      <a:pt x="43" y="83"/>
                      <a:pt x="41" y="86"/>
                    </a:cubicBezTo>
                    <a:cubicBezTo>
                      <a:pt x="51" y="101"/>
                      <a:pt x="51" y="101"/>
                      <a:pt x="51" y="101"/>
                    </a:cubicBezTo>
                    <a:cubicBezTo>
                      <a:pt x="53" y="100"/>
                      <a:pt x="54" y="99"/>
                      <a:pt x="55" y="97"/>
                    </a:cubicBezTo>
                    <a:cubicBezTo>
                      <a:pt x="60" y="92"/>
                      <a:pt x="63" y="80"/>
                      <a:pt x="63" y="69"/>
                    </a:cubicBezTo>
                    <a:cubicBezTo>
                      <a:pt x="188" y="69"/>
                      <a:pt x="188" y="69"/>
                      <a:pt x="188" y="69"/>
                    </a:cubicBezTo>
                    <a:cubicBezTo>
                      <a:pt x="188" y="0"/>
                      <a:pt x="188" y="0"/>
                      <a:pt x="188" y="0"/>
                    </a:cubicBezTo>
                    <a:lnTo>
                      <a:pt x="17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60" name="Rectangle 15"/>
              <p:cNvSpPr>
                <a:spLocks noChangeArrowheads="1"/>
              </p:cNvSpPr>
              <p:nvPr/>
            </p:nvSpPr>
            <p:spPr bwMode="auto">
              <a:xfrm>
                <a:off x="6718301" y="4754563"/>
                <a:ext cx="161925" cy="1698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61" name="Freeform 16"/>
              <p:cNvSpPr>
                <a:spLocks/>
              </p:cNvSpPr>
              <p:nvPr/>
            </p:nvSpPr>
            <p:spPr bwMode="auto">
              <a:xfrm>
                <a:off x="7013576" y="5005388"/>
                <a:ext cx="833438" cy="617538"/>
              </a:xfrm>
              <a:custGeom>
                <a:avLst/>
                <a:gdLst>
                  <a:gd name="T0" fmla="*/ 74 w 93"/>
                  <a:gd name="T1" fmla="*/ 52 h 69"/>
                  <a:gd name="T2" fmla="*/ 74 w 93"/>
                  <a:gd name="T3" fmla="*/ 42 h 69"/>
                  <a:gd name="T4" fmla="*/ 70 w 93"/>
                  <a:gd name="T5" fmla="*/ 23 h 69"/>
                  <a:gd name="T6" fmla="*/ 55 w 93"/>
                  <a:gd name="T7" fmla="*/ 17 h 69"/>
                  <a:gd name="T8" fmla="*/ 41 w 93"/>
                  <a:gd name="T9" fmla="*/ 20 h 69"/>
                  <a:gd name="T10" fmla="*/ 36 w 93"/>
                  <a:gd name="T11" fmla="*/ 3 h 69"/>
                  <a:gd name="T12" fmla="*/ 56 w 93"/>
                  <a:gd name="T13" fmla="*/ 0 h 69"/>
                  <a:gd name="T14" fmla="*/ 84 w 93"/>
                  <a:gd name="T15" fmla="*/ 10 h 69"/>
                  <a:gd name="T16" fmla="*/ 93 w 93"/>
                  <a:gd name="T17" fmla="*/ 40 h 69"/>
                  <a:gd name="T18" fmla="*/ 93 w 93"/>
                  <a:gd name="T19" fmla="*/ 69 h 69"/>
                  <a:gd name="T20" fmla="*/ 0 w 93"/>
                  <a:gd name="T21" fmla="*/ 69 h 69"/>
                  <a:gd name="T22" fmla="*/ 0 w 93"/>
                  <a:gd name="T23" fmla="*/ 52 h 69"/>
                  <a:gd name="T24" fmla="*/ 74 w 93"/>
                  <a:gd name="T25" fmla="*/ 52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3" h="69">
                    <a:moveTo>
                      <a:pt x="74" y="52"/>
                    </a:moveTo>
                    <a:cubicBezTo>
                      <a:pt x="74" y="42"/>
                      <a:pt x="74" y="42"/>
                      <a:pt x="74" y="42"/>
                    </a:cubicBezTo>
                    <a:cubicBezTo>
                      <a:pt x="74" y="34"/>
                      <a:pt x="73" y="27"/>
                      <a:pt x="70" y="23"/>
                    </a:cubicBezTo>
                    <a:cubicBezTo>
                      <a:pt x="66" y="19"/>
                      <a:pt x="61" y="17"/>
                      <a:pt x="55" y="17"/>
                    </a:cubicBezTo>
                    <a:cubicBezTo>
                      <a:pt x="50" y="17"/>
                      <a:pt x="46" y="18"/>
                      <a:pt x="41" y="20"/>
                    </a:cubicBezTo>
                    <a:cubicBezTo>
                      <a:pt x="36" y="3"/>
                      <a:pt x="36" y="3"/>
                      <a:pt x="36" y="3"/>
                    </a:cubicBezTo>
                    <a:cubicBezTo>
                      <a:pt x="42" y="1"/>
                      <a:pt x="49" y="0"/>
                      <a:pt x="56" y="0"/>
                    </a:cubicBezTo>
                    <a:cubicBezTo>
                      <a:pt x="68" y="0"/>
                      <a:pt x="77" y="3"/>
                      <a:pt x="84" y="10"/>
                    </a:cubicBezTo>
                    <a:cubicBezTo>
                      <a:pt x="90" y="17"/>
                      <a:pt x="93" y="27"/>
                      <a:pt x="93" y="40"/>
                    </a:cubicBezTo>
                    <a:cubicBezTo>
                      <a:pt x="93" y="69"/>
                      <a:pt x="93" y="69"/>
                      <a:pt x="93" y="69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52"/>
                      <a:pt x="0" y="52"/>
                      <a:pt x="0" y="52"/>
                    </a:cubicBezTo>
                    <a:lnTo>
                      <a:pt x="74" y="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62" name="Freeform 17"/>
              <p:cNvSpPr>
                <a:spLocks/>
              </p:cNvSpPr>
              <p:nvPr/>
            </p:nvSpPr>
            <p:spPr bwMode="auto">
              <a:xfrm>
                <a:off x="7972426" y="4565650"/>
                <a:ext cx="223838" cy="188913"/>
              </a:xfrm>
              <a:custGeom>
                <a:avLst/>
                <a:gdLst>
                  <a:gd name="T0" fmla="*/ 25 w 25"/>
                  <a:gd name="T1" fmla="*/ 14 h 21"/>
                  <a:gd name="T2" fmla="*/ 25 w 25"/>
                  <a:gd name="T3" fmla="*/ 21 h 21"/>
                  <a:gd name="T4" fmla="*/ 0 w 25"/>
                  <a:gd name="T5" fmla="*/ 21 h 21"/>
                  <a:gd name="T6" fmla="*/ 0 w 25"/>
                  <a:gd name="T7" fmla="*/ 14 h 21"/>
                  <a:gd name="T8" fmla="*/ 3 w 25"/>
                  <a:gd name="T9" fmla="*/ 14 h 21"/>
                  <a:gd name="T10" fmla="*/ 3 w 25"/>
                  <a:gd name="T11" fmla="*/ 10 h 21"/>
                  <a:gd name="T12" fmla="*/ 6 w 25"/>
                  <a:gd name="T13" fmla="*/ 2 h 21"/>
                  <a:gd name="T14" fmla="*/ 14 w 25"/>
                  <a:gd name="T15" fmla="*/ 0 h 21"/>
                  <a:gd name="T16" fmla="*/ 21 w 25"/>
                  <a:gd name="T17" fmla="*/ 2 h 21"/>
                  <a:gd name="T18" fmla="*/ 24 w 25"/>
                  <a:gd name="T19" fmla="*/ 9 h 21"/>
                  <a:gd name="T20" fmla="*/ 18 w 25"/>
                  <a:gd name="T21" fmla="*/ 10 h 21"/>
                  <a:gd name="T22" fmla="*/ 17 w 25"/>
                  <a:gd name="T23" fmla="*/ 7 h 21"/>
                  <a:gd name="T24" fmla="*/ 14 w 25"/>
                  <a:gd name="T25" fmla="*/ 6 h 21"/>
                  <a:gd name="T26" fmla="*/ 10 w 25"/>
                  <a:gd name="T27" fmla="*/ 11 h 21"/>
                  <a:gd name="T28" fmla="*/ 10 w 25"/>
                  <a:gd name="T29" fmla="*/ 14 h 21"/>
                  <a:gd name="T30" fmla="*/ 25 w 25"/>
                  <a:gd name="T31" fmla="*/ 14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5" h="21">
                    <a:moveTo>
                      <a:pt x="25" y="14"/>
                    </a:moveTo>
                    <a:cubicBezTo>
                      <a:pt x="25" y="21"/>
                      <a:pt x="25" y="21"/>
                      <a:pt x="25" y="21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3" y="7"/>
                      <a:pt x="4" y="4"/>
                      <a:pt x="6" y="2"/>
                    </a:cubicBezTo>
                    <a:cubicBezTo>
                      <a:pt x="8" y="1"/>
                      <a:pt x="10" y="0"/>
                      <a:pt x="14" y="0"/>
                    </a:cubicBezTo>
                    <a:cubicBezTo>
                      <a:pt x="17" y="0"/>
                      <a:pt x="20" y="0"/>
                      <a:pt x="21" y="2"/>
                    </a:cubicBezTo>
                    <a:cubicBezTo>
                      <a:pt x="23" y="3"/>
                      <a:pt x="24" y="6"/>
                      <a:pt x="24" y="9"/>
                    </a:cubicBezTo>
                    <a:cubicBezTo>
                      <a:pt x="18" y="10"/>
                      <a:pt x="18" y="10"/>
                      <a:pt x="18" y="10"/>
                    </a:cubicBezTo>
                    <a:cubicBezTo>
                      <a:pt x="18" y="8"/>
                      <a:pt x="17" y="7"/>
                      <a:pt x="17" y="7"/>
                    </a:cubicBezTo>
                    <a:cubicBezTo>
                      <a:pt x="16" y="6"/>
                      <a:pt x="15" y="6"/>
                      <a:pt x="14" y="6"/>
                    </a:cubicBezTo>
                    <a:cubicBezTo>
                      <a:pt x="11" y="6"/>
                      <a:pt x="10" y="7"/>
                      <a:pt x="10" y="11"/>
                    </a:cubicBezTo>
                    <a:cubicBezTo>
                      <a:pt x="10" y="14"/>
                      <a:pt x="10" y="14"/>
                      <a:pt x="10" y="14"/>
                    </a:cubicBezTo>
                    <a:lnTo>
                      <a:pt x="25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63" name="Rectangle 18"/>
              <p:cNvSpPr>
                <a:spLocks noChangeArrowheads="1"/>
              </p:cNvSpPr>
              <p:nvPr/>
            </p:nvSpPr>
            <p:spPr bwMode="auto">
              <a:xfrm>
                <a:off x="7991476" y="4816475"/>
                <a:ext cx="169863" cy="80645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3A65E229-DAA5-4345-AE76-815779D74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026605" y="4402877"/>
            <a:ext cx="2953217" cy="360000"/>
          </a:xfrm>
        </p:spPr>
        <p:txBody>
          <a:bodyPr/>
          <a:lstStyle/>
          <a:p>
            <a:r>
              <a:rPr lang="nl-NL">
                <a:solidFill>
                  <a:srgbClr val="1859A9"/>
                </a:solidFill>
              </a:rPr>
              <a:t>ADNOC Upstream - TotalEnergies - 06/10/2025</a:t>
            </a:r>
            <a:endParaRPr lang="en-GB">
              <a:solidFill>
                <a:srgbClr val="1859A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39479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6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877E6E5-10F2-4009-B776-A7F5C9BE046A}"/>
              </a:ext>
            </a:extLst>
          </p:cNvPr>
          <p:cNvSpPr/>
          <p:nvPr userDrawn="1"/>
        </p:nvSpPr>
        <p:spPr>
          <a:xfrm>
            <a:off x="240604" y="239401"/>
            <a:ext cx="11710800" cy="6379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5" tIns="45707" rIns="91415" bIns="45707" rtlCol="0" anchor="ctr"/>
          <a:lstStyle/>
          <a:p>
            <a:pPr algn="ctr" defTabSz="914106"/>
            <a:endParaRPr lang="en-GB" sz="1867">
              <a:solidFill>
                <a:prstClr val="white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FFE213-8CBB-48D7-A171-8548BB907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743" y="442801"/>
            <a:ext cx="5364165" cy="1101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6224B-EA79-4BC8-A7F5-F620B624A0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743" y="2060580"/>
            <a:ext cx="5148261" cy="39989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6E15C-D408-4765-943E-DB77FC82E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>
              <a:solidFill>
                <a:srgbClr val="4D5156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30760-A444-416F-83F2-0E9E7E46A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41956-BF2E-4170-9809-8254439A8799}" type="slidenum">
              <a:rPr lang="en-GB" smtClean="0">
                <a:solidFill>
                  <a:srgbClr val="1859A9"/>
                </a:solidFill>
              </a:rPr>
              <a:pPr/>
              <a:t>‹#›</a:t>
            </a:fld>
            <a:endParaRPr lang="en-GB">
              <a:solidFill>
                <a:srgbClr val="1859A9"/>
              </a:solidFill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74BDDA1-D11F-444B-A19F-8F1AF77F9D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7741" y="1620005"/>
            <a:ext cx="5364164" cy="200025"/>
          </a:xfrm>
        </p:spPr>
        <p:txBody>
          <a:bodyPr/>
          <a:lstStyle>
            <a:lvl1pPr>
              <a:spcBef>
                <a:spcPts val="0"/>
              </a:spcBef>
              <a:defRPr sz="1067" b="1" cap="all" spc="359" baseline="0"/>
            </a:lvl1pPr>
            <a:lvl2pPr>
              <a:defRPr sz="1067"/>
            </a:lvl2pPr>
            <a:lvl3pPr>
              <a:defRPr sz="1067"/>
            </a:lvl3pPr>
            <a:lvl4pPr>
              <a:defRPr sz="1067"/>
            </a:lvl4pPr>
            <a:lvl5pPr>
              <a:defRPr sz="1067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8646E490-5F28-4BD7-B53C-18A60C65847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129470" y="3546000"/>
            <a:ext cx="4821935" cy="2833200"/>
          </a:xfrm>
        </p:spPr>
        <p:txBody>
          <a:bodyPr/>
          <a:lstStyle/>
          <a:p>
            <a:r>
              <a:rPr lang="en-US"/>
              <a:t>Drag picture to placeholder or click icon to add</a:t>
            </a:r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90E2089-F7F1-4029-A7C8-A39659E5D2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129468" y="3330004"/>
            <a:ext cx="4821237" cy="198437"/>
          </a:xfrm>
        </p:spPr>
        <p:txBody>
          <a:bodyPr/>
          <a:lstStyle>
            <a:lvl1pPr>
              <a:defRPr sz="933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E3B36841-9718-4708-982C-EA49B38DD3D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29468" y="6415204"/>
            <a:ext cx="4821237" cy="198437"/>
          </a:xfrm>
        </p:spPr>
        <p:txBody>
          <a:bodyPr/>
          <a:lstStyle>
            <a:lvl1pPr>
              <a:defRPr sz="933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D409324-02BA-4D89-BA1E-35E575BEC37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129473" y="239400"/>
            <a:ext cx="4821935" cy="3056400"/>
          </a:xfrm>
          <a:custGeom>
            <a:avLst/>
            <a:gdLst>
              <a:gd name="connsiteX0" fmla="*/ 0 w 4821933"/>
              <a:gd name="connsiteY0" fmla="*/ 0 h 3056400"/>
              <a:gd name="connsiteX1" fmla="*/ 4821933 w 4821933"/>
              <a:gd name="connsiteY1" fmla="*/ 0 h 3056400"/>
              <a:gd name="connsiteX2" fmla="*/ 4821933 w 4821933"/>
              <a:gd name="connsiteY2" fmla="*/ 3056400 h 3056400"/>
              <a:gd name="connsiteX3" fmla="*/ 0 w 4821933"/>
              <a:gd name="connsiteY3" fmla="*/ 3056400 h 3056400"/>
              <a:gd name="connsiteX4" fmla="*/ 0 w 4821933"/>
              <a:gd name="connsiteY4" fmla="*/ 0 h 3056400"/>
              <a:gd name="connsiteX0" fmla="*/ 0 w 4821933"/>
              <a:gd name="connsiteY0" fmla="*/ 1959 h 3058359"/>
              <a:gd name="connsiteX1" fmla="*/ 3415603 w 4821933"/>
              <a:gd name="connsiteY1" fmla="*/ 0 h 3058359"/>
              <a:gd name="connsiteX2" fmla="*/ 4821933 w 4821933"/>
              <a:gd name="connsiteY2" fmla="*/ 1959 h 3058359"/>
              <a:gd name="connsiteX3" fmla="*/ 4821933 w 4821933"/>
              <a:gd name="connsiteY3" fmla="*/ 3058359 h 3058359"/>
              <a:gd name="connsiteX4" fmla="*/ 0 w 4821933"/>
              <a:gd name="connsiteY4" fmla="*/ 3058359 h 3058359"/>
              <a:gd name="connsiteX5" fmla="*/ 0 w 4821933"/>
              <a:gd name="connsiteY5" fmla="*/ 1959 h 3058359"/>
              <a:gd name="connsiteX0" fmla="*/ 0 w 4821933"/>
              <a:gd name="connsiteY0" fmla="*/ 0 h 3056400"/>
              <a:gd name="connsiteX1" fmla="*/ 3415603 w 4821933"/>
              <a:gd name="connsiteY1" fmla="*/ 1409 h 3056400"/>
              <a:gd name="connsiteX2" fmla="*/ 4821933 w 4821933"/>
              <a:gd name="connsiteY2" fmla="*/ 0 h 3056400"/>
              <a:gd name="connsiteX3" fmla="*/ 4821933 w 4821933"/>
              <a:gd name="connsiteY3" fmla="*/ 3056400 h 3056400"/>
              <a:gd name="connsiteX4" fmla="*/ 0 w 4821933"/>
              <a:gd name="connsiteY4" fmla="*/ 3056400 h 3056400"/>
              <a:gd name="connsiteX5" fmla="*/ 0 w 4821933"/>
              <a:gd name="connsiteY5" fmla="*/ 0 h 3056400"/>
              <a:gd name="connsiteX0" fmla="*/ 0 w 4821933"/>
              <a:gd name="connsiteY0" fmla="*/ 0 h 3056400"/>
              <a:gd name="connsiteX1" fmla="*/ 3418971 w 4821933"/>
              <a:gd name="connsiteY1" fmla="*/ 1409 h 3056400"/>
              <a:gd name="connsiteX2" fmla="*/ 4821933 w 4821933"/>
              <a:gd name="connsiteY2" fmla="*/ 0 h 3056400"/>
              <a:gd name="connsiteX3" fmla="*/ 4821933 w 4821933"/>
              <a:gd name="connsiteY3" fmla="*/ 3056400 h 3056400"/>
              <a:gd name="connsiteX4" fmla="*/ 0 w 4821933"/>
              <a:gd name="connsiteY4" fmla="*/ 3056400 h 3056400"/>
              <a:gd name="connsiteX5" fmla="*/ 0 w 4821933"/>
              <a:gd name="connsiteY5" fmla="*/ 0 h 3056400"/>
              <a:gd name="connsiteX0" fmla="*/ 0 w 4821933"/>
              <a:gd name="connsiteY0" fmla="*/ 0 h 3056400"/>
              <a:gd name="connsiteX1" fmla="*/ 3418971 w 4821933"/>
              <a:gd name="connsiteY1" fmla="*/ 1409 h 3056400"/>
              <a:gd name="connsiteX2" fmla="*/ 4821933 w 4821933"/>
              <a:gd name="connsiteY2" fmla="*/ 0 h 3056400"/>
              <a:gd name="connsiteX3" fmla="*/ 4821933 w 4821933"/>
              <a:gd name="connsiteY3" fmla="*/ 3056400 h 3056400"/>
              <a:gd name="connsiteX4" fmla="*/ 0 w 4821933"/>
              <a:gd name="connsiteY4" fmla="*/ 3056400 h 3056400"/>
              <a:gd name="connsiteX5" fmla="*/ 0 w 4821933"/>
              <a:gd name="connsiteY5" fmla="*/ 0 h 3056400"/>
              <a:gd name="connsiteX0" fmla="*/ 0 w 4821933"/>
              <a:gd name="connsiteY0" fmla="*/ 1959 h 3058359"/>
              <a:gd name="connsiteX1" fmla="*/ 3418971 w 4821933"/>
              <a:gd name="connsiteY1" fmla="*/ 0 h 3058359"/>
              <a:gd name="connsiteX2" fmla="*/ 4821933 w 4821933"/>
              <a:gd name="connsiteY2" fmla="*/ 1959 h 3058359"/>
              <a:gd name="connsiteX3" fmla="*/ 4821933 w 4821933"/>
              <a:gd name="connsiteY3" fmla="*/ 3058359 h 3058359"/>
              <a:gd name="connsiteX4" fmla="*/ 0 w 4821933"/>
              <a:gd name="connsiteY4" fmla="*/ 3058359 h 3058359"/>
              <a:gd name="connsiteX5" fmla="*/ 0 w 4821933"/>
              <a:gd name="connsiteY5" fmla="*/ 1959 h 3058359"/>
              <a:gd name="connsiteX0" fmla="*/ 0 w 4821933"/>
              <a:gd name="connsiteY0" fmla="*/ 0 h 3056400"/>
              <a:gd name="connsiteX1" fmla="*/ 3418971 w 4821933"/>
              <a:gd name="connsiteY1" fmla="*/ 679 h 3056400"/>
              <a:gd name="connsiteX2" fmla="*/ 4821933 w 4821933"/>
              <a:gd name="connsiteY2" fmla="*/ 0 h 3056400"/>
              <a:gd name="connsiteX3" fmla="*/ 4821933 w 4821933"/>
              <a:gd name="connsiteY3" fmla="*/ 3056400 h 3056400"/>
              <a:gd name="connsiteX4" fmla="*/ 0 w 4821933"/>
              <a:gd name="connsiteY4" fmla="*/ 3056400 h 3056400"/>
              <a:gd name="connsiteX5" fmla="*/ 0 w 4821933"/>
              <a:gd name="connsiteY5" fmla="*/ 0 h 3056400"/>
              <a:gd name="connsiteX0" fmla="*/ 0 w 4821933"/>
              <a:gd name="connsiteY0" fmla="*/ 0 h 3056400"/>
              <a:gd name="connsiteX1" fmla="*/ 3418971 w 4821933"/>
              <a:gd name="connsiteY1" fmla="*/ 679 h 3056400"/>
              <a:gd name="connsiteX2" fmla="*/ 4343416 w 4821933"/>
              <a:gd name="connsiteY2" fmla="*/ 745 h 3056400"/>
              <a:gd name="connsiteX3" fmla="*/ 4821933 w 4821933"/>
              <a:gd name="connsiteY3" fmla="*/ 0 h 3056400"/>
              <a:gd name="connsiteX4" fmla="*/ 4821933 w 4821933"/>
              <a:gd name="connsiteY4" fmla="*/ 3056400 h 3056400"/>
              <a:gd name="connsiteX5" fmla="*/ 0 w 4821933"/>
              <a:gd name="connsiteY5" fmla="*/ 3056400 h 3056400"/>
              <a:gd name="connsiteX6" fmla="*/ 0 w 4821933"/>
              <a:gd name="connsiteY6" fmla="*/ 0 h 3056400"/>
              <a:gd name="connsiteX0" fmla="*/ 0 w 4821933"/>
              <a:gd name="connsiteY0" fmla="*/ 0 h 3056400"/>
              <a:gd name="connsiteX1" fmla="*/ 3418971 w 4821933"/>
              <a:gd name="connsiteY1" fmla="*/ 679 h 3056400"/>
              <a:gd name="connsiteX2" fmla="*/ 3744372 w 4821933"/>
              <a:gd name="connsiteY2" fmla="*/ 745 h 3056400"/>
              <a:gd name="connsiteX3" fmla="*/ 4343416 w 4821933"/>
              <a:gd name="connsiteY3" fmla="*/ 745 h 3056400"/>
              <a:gd name="connsiteX4" fmla="*/ 4821933 w 4821933"/>
              <a:gd name="connsiteY4" fmla="*/ 0 h 3056400"/>
              <a:gd name="connsiteX5" fmla="*/ 4821933 w 4821933"/>
              <a:gd name="connsiteY5" fmla="*/ 3056400 h 3056400"/>
              <a:gd name="connsiteX6" fmla="*/ 0 w 4821933"/>
              <a:gd name="connsiteY6" fmla="*/ 3056400 h 3056400"/>
              <a:gd name="connsiteX7" fmla="*/ 0 w 4821933"/>
              <a:gd name="connsiteY7" fmla="*/ 0 h 3056400"/>
              <a:gd name="connsiteX0" fmla="*/ 0 w 4821933"/>
              <a:gd name="connsiteY0" fmla="*/ 0 h 3056400"/>
              <a:gd name="connsiteX1" fmla="*/ 3418971 w 4821933"/>
              <a:gd name="connsiteY1" fmla="*/ 679 h 3056400"/>
              <a:gd name="connsiteX2" fmla="*/ 3417141 w 4821933"/>
              <a:gd name="connsiteY2" fmla="*/ 1388839 h 3056400"/>
              <a:gd name="connsiteX3" fmla="*/ 4343416 w 4821933"/>
              <a:gd name="connsiteY3" fmla="*/ 745 h 3056400"/>
              <a:gd name="connsiteX4" fmla="*/ 4821933 w 4821933"/>
              <a:gd name="connsiteY4" fmla="*/ 0 h 3056400"/>
              <a:gd name="connsiteX5" fmla="*/ 4821933 w 4821933"/>
              <a:gd name="connsiteY5" fmla="*/ 3056400 h 3056400"/>
              <a:gd name="connsiteX6" fmla="*/ 0 w 4821933"/>
              <a:gd name="connsiteY6" fmla="*/ 3056400 h 3056400"/>
              <a:gd name="connsiteX7" fmla="*/ 0 w 4821933"/>
              <a:gd name="connsiteY7" fmla="*/ 0 h 3056400"/>
              <a:gd name="connsiteX0" fmla="*/ 0 w 4821933"/>
              <a:gd name="connsiteY0" fmla="*/ 0 h 3056400"/>
              <a:gd name="connsiteX1" fmla="*/ 3416332 w 4821933"/>
              <a:gd name="connsiteY1" fmla="*/ 679 h 3056400"/>
              <a:gd name="connsiteX2" fmla="*/ 3417141 w 4821933"/>
              <a:gd name="connsiteY2" fmla="*/ 1388839 h 3056400"/>
              <a:gd name="connsiteX3" fmla="*/ 4343416 w 4821933"/>
              <a:gd name="connsiteY3" fmla="*/ 745 h 3056400"/>
              <a:gd name="connsiteX4" fmla="*/ 4821933 w 4821933"/>
              <a:gd name="connsiteY4" fmla="*/ 0 h 3056400"/>
              <a:gd name="connsiteX5" fmla="*/ 4821933 w 4821933"/>
              <a:gd name="connsiteY5" fmla="*/ 3056400 h 3056400"/>
              <a:gd name="connsiteX6" fmla="*/ 0 w 4821933"/>
              <a:gd name="connsiteY6" fmla="*/ 3056400 h 3056400"/>
              <a:gd name="connsiteX7" fmla="*/ 0 w 4821933"/>
              <a:gd name="connsiteY7" fmla="*/ 0 h 3056400"/>
              <a:gd name="connsiteX0" fmla="*/ 0 w 4821933"/>
              <a:gd name="connsiteY0" fmla="*/ 0 h 3056400"/>
              <a:gd name="connsiteX1" fmla="*/ 3416332 w 4821933"/>
              <a:gd name="connsiteY1" fmla="*/ 679 h 3056400"/>
              <a:gd name="connsiteX2" fmla="*/ 3414502 w 4821933"/>
              <a:gd name="connsiteY2" fmla="*/ 1388839 h 3056400"/>
              <a:gd name="connsiteX3" fmla="*/ 4343416 w 4821933"/>
              <a:gd name="connsiteY3" fmla="*/ 745 h 3056400"/>
              <a:gd name="connsiteX4" fmla="*/ 4821933 w 4821933"/>
              <a:gd name="connsiteY4" fmla="*/ 0 h 3056400"/>
              <a:gd name="connsiteX5" fmla="*/ 4821933 w 4821933"/>
              <a:gd name="connsiteY5" fmla="*/ 3056400 h 3056400"/>
              <a:gd name="connsiteX6" fmla="*/ 0 w 4821933"/>
              <a:gd name="connsiteY6" fmla="*/ 3056400 h 3056400"/>
              <a:gd name="connsiteX7" fmla="*/ 0 w 4821933"/>
              <a:gd name="connsiteY7" fmla="*/ 0 h 3056400"/>
              <a:gd name="connsiteX0" fmla="*/ 0 w 4821933"/>
              <a:gd name="connsiteY0" fmla="*/ 0 h 3056400"/>
              <a:gd name="connsiteX1" fmla="*/ 3416332 w 4821933"/>
              <a:gd name="connsiteY1" fmla="*/ 679 h 3056400"/>
              <a:gd name="connsiteX2" fmla="*/ 3414502 w 4821933"/>
              <a:gd name="connsiteY2" fmla="*/ 1388839 h 3056400"/>
              <a:gd name="connsiteX3" fmla="*/ 3989795 w 4821933"/>
              <a:gd name="connsiteY3" fmla="*/ 531177 h 3056400"/>
              <a:gd name="connsiteX4" fmla="*/ 4343416 w 4821933"/>
              <a:gd name="connsiteY4" fmla="*/ 745 h 3056400"/>
              <a:gd name="connsiteX5" fmla="*/ 4821933 w 4821933"/>
              <a:gd name="connsiteY5" fmla="*/ 0 h 3056400"/>
              <a:gd name="connsiteX6" fmla="*/ 4821933 w 4821933"/>
              <a:gd name="connsiteY6" fmla="*/ 3056400 h 3056400"/>
              <a:gd name="connsiteX7" fmla="*/ 0 w 4821933"/>
              <a:gd name="connsiteY7" fmla="*/ 3056400 h 3056400"/>
              <a:gd name="connsiteX8" fmla="*/ 0 w 4821933"/>
              <a:gd name="connsiteY8" fmla="*/ 0 h 3056400"/>
              <a:gd name="connsiteX0" fmla="*/ 0 w 4821933"/>
              <a:gd name="connsiteY0" fmla="*/ 0 h 3056400"/>
              <a:gd name="connsiteX1" fmla="*/ 3416332 w 4821933"/>
              <a:gd name="connsiteY1" fmla="*/ 679 h 3056400"/>
              <a:gd name="connsiteX2" fmla="*/ 3414502 w 4821933"/>
              <a:gd name="connsiteY2" fmla="*/ 1388839 h 3056400"/>
              <a:gd name="connsiteX3" fmla="*/ 4340777 w 4821933"/>
              <a:gd name="connsiteY3" fmla="*/ 1388839 h 3056400"/>
              <a:gd name="connsiteX4" fmla="*/ 4343416 w 4821933"/>
              <a:gd name="connsiteY4" fmla="*/ 745 h 3056400"/>
              <a:gd name="connsiteX5" fmla="*/ 4821933 w 4821933"/>
              <a:gd name="connsiteY5" fmla="*/ 0 h 3056400"/>
              <a:gd name="connsiteX6" fmla="*/ 4821933 w 4821933"/>
              <a:gd name="connsiteY6" fmla="*/ 3056400 h 3056400"/>
              <a:gd name="connsiteX7" fmla="*/ 0 w 4821933"/>
              <a:gd name="connsiteY7" fmla="*/ 3056400 h 3056400"/>
              <a:gd name="connsiteX8" fmla="*/ 0 w 4821933"/>
              <a:gd name="connsiteY8" fmla="*/ 0 h 3056400"/>
              <a:gd name="connsiteX0" fmla="*/ 0 w 4821933"/>
              <a:gd name="connsiteY0" fmla="*/ 0 h 3056400"/>
              <a:gd name="connsiteX1" fmla="*/ 3416332 w 4821933"/>
              <a:gd name="connsiteY1" fmla="*/ 679 h 3056400"/>
              <a:gd name="connsiteX2" fmla="*/ 3417141 w 4821933"/>
              <a:gd name="connsiteY2" fmla="*/ 1388839 h 3056400"/>
              <a:gd name="connsiteX3" fmla="*/ 4340777 w 4821933"/>
              <a:gd name="connsiteY3" fmla="*/ 1388839 h 3056400"/>
              <a:gd name="connsiteX4" fmla="*/ 4343416 w 4821933"/>
              <a:gd name="connsiteY4" fmla="*/ 745 h 3056400"/>
              <a:gd name="connsiteX5" fmla="*/ 4821933 w 4821933"/>
              <a:gd name="connsiteY5" fmla="*/ 0 h 3056400"/>
              <a:gd name="connsiteX6" fmla="*/ 4821933 w 4821933"/>
              <a:gd name="connsiteY6" fmla="*/ 3056400 h 3056400"/>
              <a:gd name="connsiteX7" fmla="*/ 0 w 4821933"/>
              <a:gd name="connsiteY7" fmla="*/ 3056400 h 3056400"/>
              <a:gd name="connsiteX8" fmla="*/ 0 w 4821933"/>
              <a:gd name="connsiteY8" fmla="*/ 0 h 3056400"/>
              <a:gd name="connsiteX0" fmla="*/ 0 w 4821933"/>
              <a:gd name="connsiteY0" fmla="*/ 0 h 3056400"/>
              <a:gd name="connsiteX1" fmla="*/ 3416332 w 4821933"/>
              <a:gd name="connsiteY1" fmla="*/ 679 h 3056400"/>
              <a:gd name="connsiteX2" fmla="*/ 3414565 w 4821933"/>
              <a:gd name="connsiteY2" fmla="*/ 1388839 h 3056400"/>
              <a:gd name="connsiteX3" fmla="*/ 4340777 w 4821933"/>
              <a:gd name="connsiteY3" fmla="*/ 1388839 h 3056400"/>
              <a:gd name="connsiteX4" fmla="*/ 4343416 w 4821933"/>
              <a:gd name="connsiteY4" fmla="*/ 745 h 3056400"/>
              <a:gd name="connsiteX5" fmla="*/ 4821933 w 4821933"/>
              <a:gd name="connsiteY5" fmla="*/ 0 h 3056400"/>
              <a:gd name="connsiteX6" fmla="*/ 4821933 w 4821933"/>
              <a:gd name="connsiteY6" fmla="*/ 3056400 h 3056400"/>
              <a:gd name="connsiteX7" fmla="*/ 0 w 4821933"/>
              <a:gd name="connsiteY7" fmla="*/ 3056400 h 3056400"/>
              <a:gd name="connsiteX8" fmla="*/ 0 w 4821933"/>
              <a:gd name="connsiteY8" fmla="*/ 0 h 3056400"/>
              <a:gd name="connsiteX0" fmla="*/ 0 w 4821933"/>
              <a:gd name="connsiteY0" fmla="*/ 0 h 3056400"/>
              <a:gd name="connsiteX1" fmla="*/ 3416332 w 4821933"/>
              <a:gd name="connsiteY1" fmla="*/ 679 h 3056400"/>
              <a:gd name="connsiteX2" fmla="*/ 3416947 w 4821933"/>
              <a:gd name="connsiteY2" fmla="*/ 1388839 h 3056400"/>
              <a:gd name="connsiteX3" fmla="*/ 4340777 w 4821933"/>
              <a:gd name="connsiteY3" fmla="*/ 1388839 h 3056400"/>
              <a:gd name="connsiteX4" fmla="*/ 4343416 w 4821933"/>
              <a:gd name="connsiteY4" fmla="*/ 745 h 3056400"/>
              <a:gd name="connsiteX5" fmla="*/ 4821933 w 4821933"/>
              <a:gd name="connsiteY5" fmla="*/ 0 h 3056400"/>
              <a:gd name="connsiteX6" fmla="*/ 4821933 w 4821933"/>
              <a:gd name="connsiteY6" fmla="*/ 3056400 h 3056400"/>
              <a:gd name="connsiteX7" fmla="*/ 0 w 4821933"/>
              <a:gd name="connsiteY7" fmla="*/ 3056400 h 3056400"/>
              <a:gd name="connsiteX8" fmla="*/ 0 w 4821933"/>
              <a:gd name="connsiteY8" fmla="*/ 0 h 3056400"/>
              <a:gd name="connsiteX0" fmla="*/ 0 w 4821933"/>
              <a:gd name="connsiteY0" fmla="*/ 0 h 3056400"/>
              <a:gd name="connsiteX1" fmla="*/ 3416332 w 4821933"/>
              <a:gd name="connsiteY1" fmla="*/ 679 h 3056400"/>
              <a:gd name="connsiteX2" fmla="*/ 3416947 w 4821933"/>
              <a:gd name="connsiteY2" fmla="*/ 1388839 h 3056400"/>
              <a:gd name="connsiteX3" fmla="*/ 4340777 w 4821933"/>
              <a:gd name="connsiteY3" fmla="*/ 1388839 h 3056400"/>
              <a:gd name="connsiteX4" fmla="*/ 4341035 w 4821933"/>
              <a:gd name="connsiteY4" fmla="*/ 745 h 3056400"/>
              <a:gd name="connsiteX5" fmla="*/ 4821933 w 4821933"/>
              <a:gd name="connsiteY5" fmla="*/ 0 h 3056400"/>
              <a:gd name="connsiteX6" fmla="*/ 4821933 w 4821933"/>
              <a:gd name="connsiteY6" fmla="*/ 3056400 h 3056400"/>
              <a:gd name="connsiteX7" fmla="*/ 0 w 4821933"/>
              <a:gd name="connsiteY7" fmla="*/ 3056400 h 3056400"/>
              <a:gd name="connsiteX8" fmla="*/ 0 w 4821933"/>
              <a:gd name="connsiteY8" fmla="*/ 0 h 3056400"/>
              <a:gd name="connsiteX0" fmla="*/ 0 w 4821933"/>
              <a:gd name="connsiteY0" fmla="*/ 0 h 3056400"/>
              <a:gd name="connsiteX1" fmla="*/ 3416332 w 4821933"/>
              <a:gd name="connsiteY1" fmla="*/ 679 h 3056400"/>
              <a:gd name="connsiteX2" fmla="*/ 3416947 w 4821933"/>
              <a:gd name="connsiteY2" fmla="*/ 1388839 h 3056400"/>
              <a:gd name="connsiteX3" fmla="*/ 4340777 w 4821933"/>
              <a:gd name="connsiteY3" fmla="*/ 1388839 h 3056400"/>
              <a:gd name="connsiteX4" fmla="*/ 4338654 w 4821933"/>
              <a:gd name="connsiteY4" fmla="*/ 745 h 3056400"/>
              <a:gd name="connsiteX5" fmla="*/ 4821933 w 4821933"/>
              <a:gd name="connsiteY5" fmla="*/ 0 h 3056400"/>
              <a:gd name="connsiteX6" fmla="*/ 4821933 w 4821933"/>
              <a:gd name="connsiteY6" fmla="*/ 3056400 h 3056400"/>
              <a:gd name="connsiteX7" fmla="*/ 0 w 4821933"/>
              <a:gd name="connsiteY7" fmla="*/ 3056400 h 3056400"/>
              <a:gd name="connsiteX8" fmla="*/ 0 w 4821933"/>
              <a:gd name="connsiteY8" fmla="*/ 0 h 3056400"/>
              <a:gd name="connsiteX0" fmla="*/ 0 w 4821933"/>
              <a:gd name="connsiteY0" fmla="*/ 0 h 3056400"/>
              <a:gd name="connsiteX1" fmla="*/ 3416332 w 4821933"/>
              <a:gd name="connsiteY1" fmla="*/ 679 h 3056400"/>
              <a:gd name="connsiteX2" fmla="*/ 3416947 w 4821933"/>
              <a:gd name="connsiteY2" fmla="*/ 1388839 h 3056400"/>
              <a:gd name="connsiteX3" fmla="*/ 4340777 w 4821933"/>
              <a:gd name="connsiteY3" fmla="*/ 1388839 h 3056400"/>
              <a:gd name="connsiteX4" fmla="*/ 4341035 w 4821933"/>
              <a:gd name="connsiteY4" fmla="*/ 745 h 3056400"/>
              <a:gd name="connsiteX5" fmla="*/ 4821933 w 4821933"/>
              <a:gd name="connsiteY5" fmla="*/ 0 h 3056400"/>
              <a:gd name="connsiteX6" fmla="*/ 4821933 w 4821933"/>
              <a:gd name="connsiteY6" fmla="*/ 3056400 h 3056400"/>
              <a:gd name="connsiteX7" fmla="*/ 0 w 4821933"/>
              <a:gd name="connsiteY7" fmla="*/ 3056400 h 3056400"/>
              <a:gd name="connsiteX8" fmla="*/ 0 w 4821933"/>
              <a:gd name="connsiteY8" fmla="*/ 0 h 3056400"/>
              <a:gd name="connsiteX0" fmla="*/ 0 w 4821933"/>
              <a:gd name="connsiteY0" fmla="*/ 0 h 3056400"/>
              <a:gd name="connsiteX1" fmla="*/ 3416332 w 4821933"/>
              <a:gd name="connsiteY1" fmla="*/ 679 h 3056400"/>
              <a:gd name="connsiteX2" fmla="*/ 3416947 w 4821933"/>
              <a:gd name="connsiteY2" fmla="*/ 1388839 h 3056400"/>
              <a:gd name="connsiteX3" fmla="*/ 4340777 w 4821933"/>
              <a:gd name="connsiteY3" fmla="*/ 1388839 h 3056400"/>
              <a:gd name="connsiteX4" fmla="*/ 4341035 w 4821933"/>
              <a:gd name="connsiteY4" fmla="*/ 745 h 3056400"/>
              <a:gd name="connsiteX5" fmla="*/ 4821933 w 4821933"/>
              <a:gd name="connsiteY5" fmla="*/ 0 h 3056400"/>
              <a:gd name="connsiteX6" fmla="*/ 4821933 w 4821933"/>
              <a:gd name="connsiteY6" fmla="*/ 3056400 h 3056400"/>
              <a:gd name="connsiteX7" fmla="*/ 0 w 4821933"/>
              <a:gd name="connsiteY7" fmla="*/ 3056400 h 3056400"/>
              <a:gd name="connsiteX8" fmla="*/ 0 w 4821933"/>
              <a:gd name="connsiteY8" fmla="*/ 0 h 3056400"/>
              <a:gd name="connsiteX0" fmla="*/ 0 w 4821933"/>
              <a:gd name="connsiteY0" fmla="*/ 0 h 3056400"/>
              <a:gd name="connsiteX1" fmla="*/ 3416332 w 4821933"/>
              <a:gd name="connsiteY1" fmla="*/ 679 h 3056400"/>
              <a:gd name="connsiteX2" fmla="*/ 3416947 w 4821933"/>
              <a:gd name="connsiteY2" fmla="*/ 1388839 h 3056400"/>
              <a:gd name="connsiteX3" fmla="*/ 4340777 w 4821933"/>
              <a:gd name="connsiteY3" fmla="*/ 1388839 h 3056400"/>
              <a:gd name="connsiteX4" fmla="*/ 4341035 w 4821933"/>
              <a:gd name="connsiteY4" fmla="*/ 745 h 3056400"/>
              <a:gd name="connsiteX5" fmla="*/ 4821933 w 4821933"/>
              <a:gd name="connsiteY5" fmla="*/ 0 h 3056400"/>
              <a:gd name="connsiteX6" fmla="*/ 4821933 w 4821933"/>
              <a:gd name="connsiteY6" fmla="*/ 3056400 h 3056400"/>
              <a:gd name="connsiteX7" fmla="*/ 0 w 4821933"/>
              <a:gd name="connsiteY7" fmla="*/ 3056400 h 3056400"/>
              <a:gd name="connsiteX8" fmla="*/ 0 w 4821933"/>
              <a:gd name="connsiteY8" fmla="*/ 0 h 3056400"/>
              <a:gd name="connsiteX0" fmla="*/ 0 w 4821933"/>
              <a:gd name="connsiteY0" fmla="*/ 0 h 3056400"/>
              <a:gd name="connsiteX1" fmla="*/ 3416332 w 4821933"/>
              <a:gd name="connsiteY1" fmla="*/ 679 h 3056400"/>
              <a:gd name="connsiteX2" fmla="*/ 3416947 w 4821933"/>
              <a:gd name="connsiteY2" fmla="*/ 1388839 h 3056400"/>
              <a:gd name="connsiteX3" fmla="*/ 4340777 w 4821933"/>
              <a:gd name="connsiteY3" fmla="*/ 984026 h 3056400"/>
              <a:gd name="connsiteX4" fmla="*/ 4341035 w 4821933"/>
              <a:gd name="connsiteY4" fmla="*/ 745 h 3056400"/>
              <a:gd name="connsiteX5" fmla="*/ 4821933 w 4821933"/>
              <a:gd name="connsiteY5" fmla="*/ 0 h 3056400"/>
              <a:gd name="connsiteX6" fmla="*/ 4821933 w 4821933"/>
              <a:gd name="connsiteY6" fmla="*/ 3056400 h 3056400"/>
              <a:gd name="connsiteX7" fmla="*/ 0 w 4821933"/>
              <a:gd name="connsiteY7" fmla="*/ 3056400 h 3056400"/>
              <a:gd name="connsiteX8" fmla="*/ 0 w 4821933"/>
              <a:gd name="connsiteY8" fmla="*/ 0 h 3056400"/>
              <a:gd name="connsiteX0" fmla="*/ 0 w 4821933"/>
              <a:gd name="connsiteY0" fmla="*/ 0 h 3056400"/>
              <a:gd name="connsiteX1" fmla="*/ 3416332 w 4821933"/>
              <a:gd name="connsiteY1" fmla="*/ 679 h 3056400"/>
              <a:gd name="connsiteX2" fmla="*/ 3416947 w 4821933"/>
              <a:gd name="connsiteY2" fmla="*/ 981646 h 3056400"/>
              <a:gd name="connsiteX3" fmla="*/ 4340777 w 4821933"/>
              <a:gd name="connsiteY3" fmla="*/ 984026 h 3056400"/>
              <a:gd name="connsiteX4" fmla="*/ 4341035 w 4821933"/>
              <a:gd name="connsiteY4" fmla="*/ 745 h 3056400"/>
              <a:gd name="connsiteX5" fmla="*/ 4821933 w 4821933"/>
              <a:gd name="connsiteY5" fmla="*/ 0 h 3056400"/>
              <a:gd name="connsiteX6" fmla="*/ 4821933 w 4821933"/>
              <a:gd name="connsiteY6" fmla="*/ 3056400 h 3056400"/>
              <a:gd name="connsiteX7" fmla="*/ 0 w 4821933"/>
              <a:gd name="connsiteY7" fmla="*/ 3056400 h 3056400"/>
              <a:gd name="connsiteX8" fmla="*/ 0 w 4821933"/>
              <a:gd name="connsiteY8" fmla="*/ 0 h 3056400"/>
              <a:gd name="connsiteX0" fmla="*/ 0 w 4821933"/>
              <a:gd name="connsiteY0" fmla="*/ 0 h 3056400"/>
              <a:gd name="connsiteX1" fmla="*/ 3416332 w 4821933"/>
              <a:gd name="connsiteY1" fmla="*/ 679 h 3056400"/>
              <a:gd name="connsiteX2" fmla="*/ 3678885 w 4821933"/>
              <a:gd name="connsiteY2" fmla="*/ 981646 h 3056400"/>
              <a:gd name="connsiteX3" fmla="*/ 4340777 w 4821933"/>
              <a:gd name="connsiteY3" fmla="*/ 984026 h 3056400"/>
              <a:gd name="connsiteX4" fmla="*/ 4341035 w 4821933"/>
              <a:gd name="connsiteY4" fmla="*/ 745 h 3056400"/>
              <a:gd name="connsiteX5" fmla="*/ 4821933 w 4821933"/>
              <a:gd name="connsiteY5" fmla="*/ 0 h 3056400"/>
              <a:gd name="connsiteX6" fmla="*/ 4821933 w 4821933"/>
              <a:gd name="connsiteY6" fmla="*/ 3056400 h 3056400"/>
              <a:gd name="connsiteX7" fmla="*/ 0 w 4821933"/>
              <a:gd name="connsiteY7" fmla="*/ 3056400 h 3056400"/>
              <a:gd name="connsiteX8" fmla="*/ 0 w 4821933"/>
              <a:gd name="connsiteY8" fmla="*/ 0 h 3056400"/>
              <a:gd name="connsiteX0" fmla="*/ 0 w 4821933"/>
              <a:gd name="connsiteY0" fmla="*/ 0 h 3056400"/>
              <a:gd name="connsiteX1" fmla="*/ 3678270 w 4821933"/>
              <a:gd name="connsiteY1" fmla="*/ 679 h 3056400"/>
              <a:gd name="connsiteX2" fmla="*/ 3678885 w 4821933"/>
              <a:gd name="connsiteY2" fmla="*/ 981646 h 3056400"/>
              <a:gd name="connsiteX3" fmla="*/ 4340777 w 4821933"/>
              <a:gd name="connsiteY3" fmla="*/ 984026 h 3056400"/>
              <a:gd name="connsiteX4" fmla="*/ 4341035 w 4821933"/>
              <a:gd name="connsiteY4" fmla="*/ 745 h 3056400"/>
              <a:gd name="connsiteX5" fmla="*/ 4821933 w 4821933"/>
              <a:gd name="connsiteY5" fmla="*/ 0 h 3056400"/>
              <a:gd name="connsiteX6" fmla="*/ 4821933 w 4821933"/>
              <a:gd name="connsiteY6" fmla="*/ 3056400 h 3056400"/>
              <a:gd name="connsiteX7" fmla="*/ 0 w 4821933"/>
              <a:gd name="connsiteY7" fmla="*/ 3056400 h 3056400"/>
              <a:gd name="connsiteX8" fmla="*/ 0 w 4821933"/>
              <a:gd name="connsiteY8" fmla="*/ 0 h 305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21933" h="3056400">
                <a:moveTo>
                  <a:pt x="0" y="0"/>
                </a:moveTo>
                <a:lnTo>
                  <a:pt x="3678270" y="679"/>
                </a:lnTo>
                <a:cubicBezTo>
                  <a:pt x="3678540" y="463399"/>
                  <a:pt x="3678615" y="518926"/>
                  <a:pt x="3678885" y="981646"/>
                </a:cubicBezTo>
                <a:lnTo>
                  <a:pt x="4340777" y="984026"/>
                </a:lnTo>
                <a:cubicBezTo>
                  <a:pt x="4339275" y="521328"/>
                  <a:pt x="4340155" y="463443"/>
                  <a:pt x="4341035" y="745"/>
                </a:cubicBezTo>
                <a:lnTo>
                  <a:pt x="4821933" y="0"/>
                </a:lnTo>
                <a:lnTo>
                  <a:pt x="4821933" y="3056400"/>
                </a:lnTo>
                <a:lnTo>
                  <a:pt x="0" y="3056400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/>
          <a:p>
            <a:r>
              <a:rPr lang="en-US"/>
              <a:t>Drag picture to placeholder or click icon to add</a:t>
            </a:r>
            <a:endParaRPr lang="en-GB"/>
          </a:p>
        </p:txBody>
      </p:sp>
      <p:grpSp>
        <p:nvGrpSpPr>
          <p:cNvPr id="35" name="Group 34"/>
          <p:cNvGrpSpPr>
            <a:grpSpLocks noChangeAspect="1"/>
          </p:cNvGrpSpPr>
          <p:nvPr userDrawn="1"/>
        </p:nvGrpSpPr>
        <p:grpSpPr>
          <a:xfrm>
            <a:off x="10810891" y="3"/>
            <a:ext cx="658803" cy="1222741"/>
            <a:chOff x="10546428" y="-86005"/>
            <a:chExt cx="923259" cy="1713580"/>
          </a:xfrm>
        </p:grpSpPr>
        <p:sp>
          <p:nvSpPr>
            <p:cNvPr id="36" name="Rectangle 35"/>
            <p:cNvSpPr/>
            <p:nvPr userDrawn="1"/>
          </p:nvSpPr>
          <p:spPr bwMode="white">
            <a:xfrm>
              <a:off x="10546428" y="-86005"/>
              <a:ext cx="923259" cy="17135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06"/>
              <a:endParaRPr lang="en-GB" sz="1867">
                <a:solidFill>
                  <a:prstClr val="white"/>
                </a:solidFill>
              </a:endParaRPr>
            </a:p>
          </p:txBody>
        </p:sp>
        <p:grpSp>
          <p:nvGrpSpPr>
            <p:cNvPr id="37" name="Group 36"/>
            <p:cNvGrpSpPr>
              <a:grpSpLocks noChangeAspect="1"/>
            </p:cNvGrpSpPr>
            <p:nvPr userDrawn="1"/>
          </p:nvGrpSpPr>
          <p:grpSpPr>
            <a:xfrm>
              <a:off x="10639077" y="333830"/>
              <a:ext cx="767941" cy="1201994"/>
              <a:chOff x="3986213" y="0"/>
              <a:chExt cx="4381501" cy="6858001"/>
            </a:xfrm>
            <a:solidFill>
              <a:schemeClr val="tx2"/>
            </a:solidFill>
          </p:grpSpPr>
          <p:sp>
            <p:nvSpPr>
              <p:cNvPr id="38" name="Freeform 5"/>
              <p:cNvSpPr>
                <a:spLocks/>
              </p:cNvSpPr>
              <p:nvPr/>
            </p:nvSpPr>
            <p:spPr bwMode="auto">
              <a:xfrm>
                <a:off x="6521451" y="1746250"/>
                <a:ext cx="1846263" cy="2443163"/>
              </a:xfrm>
              <a:custGeom>
                <a:avLst/>
                <a:gdLst>
                  <a:gd name="T0" fmla="*/ 113 w 206"/>
                  <a:gd name="T1" fmla="*/ 196 h 273"/>
                  <a:gd name="T2" fmla="*/ 70 w 206"/>
                  <a:gd name="T3" fmla="*/ 273 h 273"/>
                  <a:gd name="T4" fmla="*/ 184 w 206"/>
                  <a:gd name="T5" fmla="*/ 273 h 273"/>
                  <a:gd name="T6" fmla="*/ 0 w 206"/>
                  <a:gd name="T7" fmla="*/ 0 h 273"/>
                  <a:gd name="T8" fmla="*/ 113 w 206"/>
                  <a:gd name="T9" fmla="*/ 196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6" h="273">
                    <a:moveTo>
                      <a:pt x="113" y="196"/>
                    </a:moveTo>
                    <a:cubicBezTo>
                      <a:pt x="106" y="226"/>
                      <a:pt x="91" y="252"/>
                      <a:pt x="70" y="273"/>
                    </a:cubicBezTo>
                    <a:cubicBezTo>
                      <a:pt x="184" y="273"/>
                      <a:pt x="184" y="273"/>
                      <a:pt x="184" y="273"/>
                    </a:cubicBezTo>
                    <a:cubicBezTo>
                      <a:pt x="206" y="154"/>
                      <a:pt x="128" y="28"/>
                      <a:pt x="0" y="0"/>
                    </a:cubicBezTo>
                    <a:cubicBezTo>
                      <a:pt x="26" y="7"/>
                      <a:pt x="138" y="60"/>
                      <a:pt x="113" y="196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39" name="Freeform 6"/>
              <p:cNvSpPr>
                <a:spLocks/>
              </p:cNvSpPr>
              <p:nvPr/>
            </p:nvSpPr>
            <p:spPr bwMode="auto">
              <a:xfrm>
                <a:off x="3986213" y="0"/>
                <a:ext cx="4219575" cy="4189413"/>
              </a:xfrm>
              <a:custGeom>
                <a:avLst/>
                <a:gdLst>
                  <a:gd name="T0" fmla="*/ 0 w 471"/>
                  <a:gd name="T1" fmla="*/ 0 h 468"/>
                  <a:gd name="T2" fmla="*/ 0 w 471"/>
                  <a:gd name="T3" fmla="*/ 468 h 468"/>
                  <a:gd name="T4" fmla="*/ 50 w 471"/>
                  <a:gd name="T5" fmla="*/ 468 h 468"/>
                  <a:gd name="T6" fmla="*/ 104 w 471"/>
                  <a:gd name="T7" fmla="*/ 466 h 468"/>
                  <a:gd name="T8" fmla="*/ 247 w 471"/>
                  <a:gd name="T9" fmla="*/ 346 h 468"/>
                  <a:gd name="T10" fmla="*/ 161 w 471"/>
                  <a:gd name="T11" fmla="*/ 219 h 468"/>
                  <a:gd name="T12" fmla="*/ 157 w 471"/>
                  <a:gd name="T13" fmla="*/ 218 h 468"/>
                  <a:gd name="T14" fmla="*/ 100 w 471"/>
                  <a:gd name="T15" fmla="*/ 212 h 468"/>
                  <a:gd name="T16" fmla="*/ 92 w 471"/>
                  <a:gd name="T17" fmla="*/ 243 h 468"/>
                  <a:gd name="T18" fmla="*/ 81 w 471"/>
                  <a:gd name="T19" fmla="*/ 165 h 468"/>
                  <a:gd name="T20" fmla="*/ 124 w 471"/>
                  <a:gd name="T21" fmla="*/ 123 h 468"/>
                  <a:gd name="T22" fmla="*/ 124 w 471"/>
                  <a:gd name="T23" fmla="*/ 122 h 468"/>
                  <a:gd name="T24" fmla="*/ 186 w 471"/>
                  <a:gd name="T25" fmla="*/ 78 h 468"/>
                  <a:gd name="T26" fmla="*/ 259 w 471"/>
                  <a:gd name="T27" fmla="*/ 58 h 468"/>
                  <a:gd name="T28" fmla="*/ 471 w 471"/>
                  <a:gd name="T29" fmla="*/ 151 h 468"/>
                  <a:gd name="T30" fmla="*/ 471 w 471"/>
                  <a:gd name="T31" fmla="*/ 0 h 468"/>
                  <a:gd name="T32" fmla="*/ 0 w 471"/>
                  <a:gd name="T33" fmla="*/ 0 h 4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71" h="468">
                    <a:moveTo>
                      <a:pt x="0" y="0"/>
                    </a:moveTo>
                    <a:cubicBezTo>
                      <a:pt x="0" y="468"/>
                      <a:pt x="0" y="468"/>
                      <a:pt x="0" y="468"/>
                    </a:cubicBezTo>
                    <a:cubicBezTo>
                      <a:pt x="50" y="468"/>
                      <a:pt x="50" y="468"/>
                      <a:pt x="50" y="468"/>
                    </a:cubicBezTo>
                    <a:cubicBezTo>
                      <a:pt x="80" y="468"/>
                      <a:pt x="87" y="468"/>
                      <a:pt x="104" y="466"/>
                    </a:cubicBezTo>
                    <a:cubicBezTo>
                      <a:pt x="175" y="455"/>
                      <a:pt x="240" y="397"/>
                      <a:pt x="247" y="346"/>
                    </a:cubicBezTo>
                    <a:cubicBezTo>
                      <a:pt x="258" y="285"/>
                      <a:pt x="225" y="232"/>
                      <a:pt x="161" y="219"/>
                    </a:cubicBezTo>
                    <a:cubicBezTo>
                      <a:pt x="160" y="219"/>
                      <a:pt x="159" y="218"/>
                      <a:pt x="157" y="218"/>
                    </a:cubicBezTo>
                    <a:cubicBezTo>
                      <a:pt x="155" y="218"/>
                      <a:pt x="124" y="218"/>
                      <a:pt x="100" y="212"/>
                    </a:cubicBezTo>
                    <a:cubicBezTo>
                      <a:pt x="100" y="212"/>
                      <a:pt x="87" y="223"/>
                      <a:pt x="92" y="243"/>
                    </a:cubicBezTo>
                    <a:cubicBezTo>
                      <a:pt x="92" y="243"/>
                      <a:pt x="61" y="210"/>
                      <a:pt x="81" y="165"/>
                    </a:cubicBezTo>
                    <a:cubicBezTo>
                      <a:pt x="81" y="165"/>
                      <a:pt x="90" y="144"/>
                      <a:pt x="124" y="123"/>
                    </a:cubicBezTo>
                    <a:cubicBezTo>
                      <a:pt x="124" y="123"/>
                      <a:pt x="124" y="122"/>
                      <a:pt x="124" y="122"/>
                    </a:cubicBezTo>
                    <a:cubicBezTo>
                      <a:pt x="133" y="111"/>
                      <a:pt x="155" y="93"/>
                      <a:pt x="186" y="78"/>
                    </a:cubicBezTo>
                    <a:cubicBezTo>
                      <a:pt x="201" y="71"/>
                      <a:pt x="228" y="61"/>
                      <a:pt x="259" y="58"/>
                    </a:cubicBezTo>
                    <a:cubicBezTo>
                      <a:pt x="397" y="45"/>
                      <a:pt x="471" y="151"/>
                      <a:pt x="471" y="151"/>
                    </a:cubicBezTo>
                    <a:cubicBezTo>
                      <a:pt x="471" y="0"/>
                      <a:pt x="471" y="0"/>
                      <a:pt x="47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40" name="Freeform 7"/>
              <p:cNvSpPr>
                <a:spLocks/>
              </p:cNvSpPr>
              <p:nvPr/>
            </p:nvSpPr>
            <p:spPr bwMode="auto">
              <a:xfrm>
                <a:off x="5545138" y="939800"/>
                <a:ext cx="2660650" cy="1011238"/>
              </a:xfrm>
              <a:custGeom>
                <a:avLst/>
                <a:gdLst>
                  <a:gd name="T0" fmla="*/ 167 w 297"/>
                  <a:gd name="T1" fmla="*/ 9 h 113"/>
                  <a:gd name="T2" fmla="*/ 0 w 297"/>
                  <a:gd name="T3" fmla="*/ 48 h 113"/>
                  <a:gd name="T4" fmla="*/ 33 w 297"/>
                  <a:gd name="T5" fmla="*/ 33 h 113"/>
                  <a:gd name="T6" fmla="*/ 61 w 297"/>
                  <a:gd name="T7" fmla="*/ 60 h 113"/>
                  <a:gd name="T8" fmla="*/ 103 w 297"/>
                  <a:gd name="T9" fmla="*/ 34 h 113"/>
                  <a:gd name="T10" fmla="*/ 103 w 297"/>
                  <a:gd name="T11" fmla="*/ 20 h 113"/>
                  <a:gd name="T12" fmla="*/ 297 w 297"/>
                  <a:gd name="T13" fmla="*/ 113 h 113"/>
                  <a:gd name="T14" fmla="*/ 297 w 297"/>
                  <a:gd name="T15" fmla="*/ 71 h 113"/>
                  <a:gd name="T16" fmla="*/ 167 w 297"/>
                  <a:gd name="T17" fmla="*/ 9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7" h="113">
                    <a:moveTo>
                      <a:pt x="167" y="9"/>
                    </a:moveTo>
                    <a:cubicBezTo>
                      <a:pt x="100" y="0"/>
                      <a:pt x="44" y="17"/>
                      <a:pt x="0" y="48"/>
                    </a:cubicBezTo>
                    <a:cubicBezTo>
                      <a:pt x="0" y="48"/>
                      <a:pt x="13" y="40"/>
                      <a:pt x="33" y="33"/>
                    </a:cubicBezTo>
                    <a:cubicBezTo>
                      <a:pt x="36" y="46"/>
                      <a:pt x="47" y="57"/>
                      <a:pt x="61" y="60"/>
                    </a:cubicBezTo>
                    <a:cubicBezTo>
                      <a:pt x="81" y="64"/>
                      <a:pt x="100" y="52"/>
                      <a:pt x="103" y="34"/>
                    </a:cubicBezTo>
                    <a:cubicBezTo>
                      <a:pt x="104" y="30"/>
                      <a:pt x="104" y="25"/>
                      <a:pt x="103" y="20"/>
                    </a:cubicBezTo>
                    <a:cubicBezTo>
                      <a:pt x="230" y="16"/>
                      <a:pt x="297" y="113"/>
                      <a:pt x="297" y="113"/>
                    </a:cubicBezTo>
                    <a:cubicBezTo>
                      <a:pt x="297" y="71"/>
                      <a:pt x="297" y="71"/>
                      <a:pt x="297" y="71"/>
                    </a:cubicBezTo>
                    <a:cubicBezTo>
                      <a:pt x="278" y="52"/>
                      <a:pt x="226" y="15"/>
                      <a:pt x="167" y="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41" name="Freeform 8"/>
              <p:cNvSpPr>
                <a:spLocks noEditPoints="1"/>
              </p:cNvSpPr>
              <p:nvPr/>
            </p:nvSpPr>
            <p:spPr bwMode="auto">
              <a:xfrm>
                <a:off x="3986213" y="6007100"/>
                <a:ext cx="796925" cy="833438"/>
              </a:xfrm>
              <a:custGeom>
                <a:avLst/>
                <a:gdLst>
                  <a:gd name="T0" fmla="*/ 310 w 502"/>
                  <a:gd name="T1" fmla="*/ 311 h 525"/>
                  <a:gd name="T2" fmla="*/ 248 w 502"/>
                  <a:gd name="T3" fmla="*/ 124 h 525"/>
                  <a:gd name="T4" fmla="*/ 186 w 502"/>
                  <a:gd name="T5" fmla="*/ 311 h 525"/>
                  <a:gd name="T6" fmla="*/ 310 w 502"/>
                  <a:gd name="T7" fmla="*/ 311 h 525"/>
                  <a:gd name="T8" fmla="*/ 198 w 502"/>
                  <a:gd name="T9" fmla="*/ 0 h 525"/>
                  <a:gd name="T10" fmla="*/ 305 w 502"/>
                  <a:gd name="T11" fmla="*/ 0 h 525"/>
                  <a:gd name="T12" fmla="*/ 502 w 502"/>
                  <a:gd name="T13" fmla="*/ 525 h 525"/>
                  <a:gd name="T14" fmla="*/ 384 w 502"/>
                  <a:gd name="T15" fmla="*/ 525 h 525"/>
                  <a:gd name="T16" fmla="*/ 339 w 502"/>
                  <a:gd name="T17" fmla="*/ 401 h 525"/>
                  <a:gd name="T18" fmla="*/ 158 w 502"/>
                  <a:gd name="T19" fmla="*/ 401 h 525"/>
                  <a:gd name="T20" fmla="*/ 113 w 502"/>
                  <a:gd name="T21" fmla="*/ 525 h 525"/>
                  <a:gd name="T22" fmla="*/ 0 w 502"/>
                  <a:gd name="T23" fmla="*/ 525 h 525"/>
                  <a:gd name="T24" fmla="*/ 198 w 502"/>
                  <a:gd name="T25" fmla="*/ 0 h 5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02" h="525">
                    <a:moveTo>
                      <a:pt x="310" y="311"/>
                    </a:moveTo>
                    <a:lnTo>
                      <a:pt x="248" y="124"/>
                    </a:lnTo>
                    <a:lnTo>
                      <a:pt x="186" y="311"/>
                    </a:lnTo>
                    <a:lnTo>
                      <a:pt x="310" y="311"/>
                    </a:lnTo>
                    <a:close/>
                    <a:moveTo>
                      <a:pt x="198" y="0"/>
                    </a:moveTo>
                    <a:lnTo>
                      <a:pt x="305" y="0"/>
                    </a:lnTo>
                    <a:lnTo>
                      <a:pt x="502" y="525"/>
                    </a:lnTo>
                    <a:lnTo>
                      <a:pt x="384" y="525"/>
                    </a:lnTo>
                    <a:lnTo>
                      <a:pt x="339" y="401"/>
                    </a:lnTo>
                    <a:lnTo>
                      <a:pt x="158" y="401"/>
                    </a:lnTo>
                    <a:lnTo>
                      <a:pt x="113" y="525"/>
                    </a:lnTo>
                    <a:lnTo>
                      <a:pt x="0" y="525"/>
                    </a:lnTo>
                    <a:lnTo>
                      <a:pt x="19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42" name="Freeform 9"/>
              <p:cNvSpPr>
                <a:spLocks noEditPoints="1"/>
              </p:cNvSpPr>
              <p:nvPr/>
            </p:nvSpPr>
            <p:spPr bwMode="auto">
              <a:xfrm>
                <a:off x="4881563" y="6007100"/>
                <a:ext cx="717550" cy="833438"/>
              </a:xfrm>
              <a:custGeom>
                <a:avLst/>
                <a:gdLst>
                  <a:gd name="T0" fmla="*/ 32 w 80"/>
                  <a:gd name="T1" fmla="*/ 76 h 93"/>
                  <a:gd name="T2" fmla="*/ 45 w 80"/>
                  <a:gd name="T3" fmla="*/ 74 h 93"/>
                  <a:gd name="T4" fmla="*/ 53 w 80"/>
                  <a:gd name="T5" fmla="*/ 68 h 93"/>
                  <a:gd name="T6" fmla="*/ 58 w 80"/>
                  <a:gd name="T7" fmla="*/ 58 h 93"/>
                  <a:gd name="T8" fmla="*/ 60 w 80"/>
                  <a:gd name="T9" fmla="*/ 46 h 93"/>
                  <a:gd name="T10" fmla="*/ 59 w 80"/>
                  <a:gd name="T11" fmla="*/ 34 h 93"/>
                  <a:gd name="T12" fmla="*/ 54 w 80"/>
                  <a:gd name="T13" fmla="*/ 24 h 93"/>
                  <a:gd name="T14" fmla="*/ 46 w 80"/>
                  <a:gd name="T15" fmla="*/ 18 h 93"/>
                  <a:gd name="T16" fmla="*/ 35 w 80"/>
                  <a:gd name="T17" fmla="*/ 16 h 93"/>
                  <a:gd name="T18" fmla="*/ 19 w 80"/>
                  <a:gd name="T19" fmla="*/ 16 h 93"/>
                  <a:gd name="T20" fmla="*/ 19 w 80"/>
                  <a:gd name="T21" fmla="*/ 76 h 93"/>
                  <a:gd name="T22" fmla="*/ 32 w 80"/>
                  <a:gd name="T23" fmla="*/ 76 h 93"/>
                  <a:gd name="T24" fmla="*/ 0 w 80"/>
                  <a:gd name="T25" fmla="*/ 0 h 93"/>
                  <a:gd name="T26" fmla="*/ 35 w 80"/>
                  <a:gd name="T27" fmla="*/ 0 h 93"/>
                  <a:gd name="T28" fmla="*/ 68 w 80"/>
                  <a:gd name="T29" fmla="*/ 11 h 93"/>
                  <a:gd name="T30" fmla="*/ 80 w 80"/>
                  <a:gd name="T31" fmla="*/ 46 h 93"/>
                  <a:gd name="T32" fmla="*/ 77 w 80"/>
                  <a:gd name="T33" fmla="*/ 66 h 93"/>
                  <a:gd name="T34" fmla="*/ 67 w 80"/>
                  <a:gd name="T35" fmla="*/ 81 h 93"/>
                  <a:gd name="T36" fmla="*/ 52 w 80"/>
                  <a:gd name="T37" fmla="*/ 90 h 93"/>
                  <a:gd name="T38" fmla="*/ 31 w 80"/>
                  <a:gd name="T39" fmla="*/ 93 h 93"/>
                  <a:gd name="T40" fmla="*/ 0 w 80"/>
                  <a:gd name="T41" fmla="*/ 93 h 93"/>
                  <a:gd name="T42" fmla="*/ 0 w 80"/>
                  <a:gd name="T43" fmla="*/ 0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0" h="93">
                    <a:moveTo>
                      <a:pt x="32" y="76"/>
                    </a:moveTo>
                    <a:cubicBezTo>
                      <a:pt x="37" y="76"/>
                      <a:pt x="41" y="76"/>
                      <a:pt x="45" y="74"/>
                    </a:cubicBezTo>
                    <a:cubicBezTo>
                      <a:pt x="48" y="73"/>
                      <a:pt x="51" y="71"/>
                      <a:pt x="53" y="68"/>
                    </a:cubicBezTo>
                    <a:cubicBezTo>
                      <a:pt x="56" y="65"/>
                      <a:pt x="57" y="62"/>
                      <a:pt x="58" y="58"/>
                    </a:cubicBezTo>
                    <a:cubicBezTo>
                      <a:pt x="59" y="55"/>
                      <a:pt x="60" y="51"/>
                      <a:pt x="60" y="46"/>
                    </a:cubicBezTo>
                    <a:cubicBezTo>
                      <a:pt x="60" y="41"/>
                      <a:pt x="59" y="37"/>
                      <a:pt x="59" y="34"/>
                    </a:cubicBezTo>
                    <a:cubicBezTo>
                      <a:pt x="58" y="30"/>
                      <a:pt x="56" y="27"/>
                      <a:pt x="54" y="24"/>
                    </a:cubicBezTo>
                    <a:cubicBezTo>
                      <a:pt x="52" y="22"/>
                      <a:pt x="50" y="20"/>
                      <a:pt x="46" y="18"/>
                    </a:cubicBezTo>
                    <a:cubicBezTo>
                      <a:pt x="43" y="17"/>
                      <a:pt x="39" y="16"/>
                      <a:pt x="35" y="16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19" y="76"/>
                      <a:pt x="19" y="76"/>
                      <a:pt x="19" y="76"/>
                    </a:cubicBezTo>
                    <a:lnTo>
                      <a:pt x="32" y="76"/>
                    </a:lnTo>
                    <a:close/>
                    <a:moveTo>
                      <a:pt x="0" y="0"/>
                    </a:moveTo>
                    <a:cubicBezTo>
                      <a:pt x="35" y="0"/>
                      <a:pt x="35" y="0"/>
                      <a:pt x="35" y="0"/>
                    </a:cubicBezTo>
                    <a:cubicBezTo>
                      <a:pt x="49" y="0"/>
                      <a:pt x="60" y="4"/>
                      <a:pt x="68" y="11"/>
                    </a:cubicBezTo>
                    <a:cubicBezTo>
                      <a:pt x="76" y="19"/>
                      <a:pt x="80" y="31"/>
                      <a:pt x="80" y="46"/>
                    </a:cubicBezTo>
                    <a:cubicBezTo>
                      <a:pt x="80" y="54"/>
                      <a:pt x="79" y="60"/>
                      <a:pt x="77" y="66"/>
                    </a:cubicBezTo>
                    <a:cubicBezTo>
                      <a:pt x="74" y="72"/>
                      <a:pt x="71" y="77"/>
                      <a:pt x="67" y="81"/>
                    </a:cubicBezTo>
                    <a:cubicBezTo>
                      <a:pt x="63" y="85"/>
                      <a:pt x="58" y="88"/>
                      <a:pt x="52" y="90"/>
                    </a:cubicBezTo>
                    <a:cubicBezTo>
                      <a:pt x="46" y="92"/>
                      <a:pt x="39" y="93"/>
                      <a:pt x="31" y="93"/>
                    </a:cubicBezTo>
                    <a:cubicBezTo>
                      <a:pt x="0" y="93"/>
                      <a:pt x="0" y="93"/>
                      <a:pt x="0" y="93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43" name="Freeform 10"/>
              <p:cNvSpPr>
                <a:spLocks/>
              </p:cNvSpPr>
              <p:nvPr/>
            </p:nvSpPr>
            <p:spPr bwMode="auto">
              <a:xfrm>
                <a:off x="5734051" y="6007100"/>
                <a:ext cx="671513" cy="833438"/>
              </a:xfrm>
              <a:custGeom>
                <a:avLst/>
                <a:gdLst>
                  <a:gd name="T0" fmla="*/ 0 w 423"/>
                  <a:gd name="T1" fmla="*/ 0 h 525"/>
                  <a:gd name="T2" fmla="*/ 101 w 423"/>
                  <a:gd name="T3" fmla="*/ 0 h 525"/>
                  <a:gd name="T4" fmla="*/ 316 w 423"/>
                  <a:gd name="T5" fmla="*/ 344 h 525"/>
                  <a:gd name="T6" fmla="*/ 316 w 423"/>
                  <a:gd name="T7" fmla="*/ 0 h 525"/>
                  <a:gd name="T8" fmla="*/ 423 w 423"/>
                  <a:gd name="T9" fmla="*/ 0 h 525"/>
                  <a:gd name="T10" fmla="*/ 423 w 423"/>
                  <a:gd name="T11" fmla="*/ 525 h 525"/>
                  <a:gd name="T12" fmla="*/ 327 w 423"/>
                  <a:gd name="T13" fmla="*/ 525 h 525"/>
                  <a:gd name="T14" fmla="*/ 107 w 423"/>
                  <a:gd name="T15" fmla="*/ 181 h 525"/>
                  <a:gd name="T16" fmla="*/ 107 w 423"/>
                  <a:gd name="T17" fmla="*/ 525 h 525"/>
                  <a:gd name="T18" fmla="*/ 0 w 423"/>
                  <a:gd name="T19" fmla="*/ 525 h 525"/>
                  <a:gd name="T20" fmla="*/ 0 w 423"/>
                  <a:gd name="T21" fmla="*/ 0 h 5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23" h="525">
                    <a:moveTo>
                      <a:pt x="0" y="0"/>
                    </a:moveTo>
                    <a:lnTo>
                      <a:pt x="101" y="0"/>
                    </a:lnTo>
                    <a:lnTo>
                      <a:pt x="316" y="344"/>
                    </a:lnTo>
                    <a:lnTo>
                      <a:pt x="316" y="0"/>
                    </a:lnTo>
                    <a:lnTo>
                      <a:pt x="423" y="0"/>
                    </a:lnTo>
                    <a:lnTo>
                      <a:pt x="423" y="525"/>
                    </a:lnTo>
                    <a:lnTo>
                      <a:pt x="327" y="525"/>
                    </a:lnTo>
                    <a:lnTo>
                      <a:pt x="107" y="181"/>
                    </a:lnTo>
                    <a:lnTo>
                      <a:pt x="107" y="525"/>
                    </a:lnTo>
                    <a:lnTo>
                      <a:pt x="0" y="52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44" name="Freeform 11"/>
              <p:cNvSpPr>
                <a:spLocks noEditPoints="1"/>
              </p:cNvSpPr>
              <p:nvPr/>
            </p:nvSpPr>
            <p:spPr bwMode="auto">
              <a:xfrm>
                <a:off x="6548438" y="5980113"/>
                <a:ext cx="796925" cy="877888"/>
              </a:xfrm>
              <a:custGeom>
                <a:avLst/>
                <a:gdLst>
                  <a:gd name="T0" fmla="*/ 45 w 89"/>
                  <a:gd name="T1" fmla="*/ 82 h 98"/>
                  <a:gd name="T2" fmla="*/ 63 w 89"/>
                  <a:gd name="T3" fmla="*/ 73 h 98"/>
                  <a:gd name="T4" fmla="*/ 69 w 89"/>
                  <a:gd name="T5" fmla="*/ 49 h 98"/>
                  <a:gd name="T6" fmla="*/ 63 w 89"/>
                  <a:gd name="T7" fmla="*/ 26 h 98"/>
                  <a:gd name="T8" fmla="*/ 45 w 89"/>
                  <a:gd name="T9" fmla="*/ 17 h 98"/>
                  <a:gd name="T10" fmla="*/ 26 w 89"/>
                  <a:gd name="T11" fmla="*/ 26 h 98"/>
                  <a:gd name="T12" fmla="*/ 20 w 89"/>
                  <a:gd name="T13" fmla="*/ 49 h 98"/>
                  <a:gd name="T14" fmla="*/ 26 w 89"/>
                  <a:gd name="T15" fmla="*/ 73 h 98"/>
                  <a:gd name="T16" fmla="*/ 45 w 89"/>
                  <a:gd name="T17" fmla="*/ 82 h 98"/>
                  <a:gd name="T18" fmla="*/ 45 w 89"/>
                  <a:gd name="T19" fmla="*/ 98 h 98"/>
                  <a:gd name="T20" fmla="*/ 26 w 89"/>
                  <a:gd name="T21" fmla="*/ 95 h 98"/>
                  <a:gd name="T22" fmla="*/ 12 w 89"/>
                  <a:gd name="T23" fmla="*/ 85 h 98"/>
                  <a:gd name="T24" fmla="*/ 3 w 89"/>
                  <a:gd name="T25" fmla="*/ 70 h 98"/>
                  <a:gd name="T26" fmla="*/ 0 w 89"/>
                  <a:gd name="T27" fmla="*/ 49 h 98"/>
                  <a:gd name="T28" fmla="*/ 3 w 89"/>
                  <a:gd name="T29" fmla="*/ 29 h 98"/>
                  <a:gd name="T30" fmla="*/ 12 w 89"/>
                  <a:gd name="T31" fmla="*/ 14 h 98"/>
                  <a:gd name="T32" fmla="*/ 26 w 89"/>
                  <a:gd name="T33" fmla="*/ 4 h 98"/>
                  <a:gd name="T34" fmla="*/ 45 w 89"/>
                  <a:gd name="T35" fmla="*/ 0 h 98"/>
                  <a:gd name="T36" fmla="*/ 63 w 89"/>
                  <a:gd name="T37" fmla="*/ 4 h 98"/>
                  <a:gd name="T38" fmla="*/ 77 w 89"/>
                  <a:gd name="T39" fmla="*/ 14 h 98"/>
                  <a:gd name="T40" fmla="*/ 86 w 89"/>
                  <a:gd name="T41" fmla="*/ 29 h 98"/>
                  <a:gd name="T42" fmla="*/ 89 w 89"/>
                  <a:gd name="T43" fmla="*/ 49 h 98"/>
                  <a:gd name="T44" fmla="*/ 86 w 89"/>
                  <a:gd name="T45" fmla="*/ 70 h 98"/>
                  <a:gd name="T46" fmla="*/ 77 w 89"/>
                  <a:gd name="T47" fmla="*/ 85 h 98"/>
                  <a:gd name="T48" fmla="*/ 63 w 89"/>
                  <a:gd name="T49" fmla="*/ 95 h 98"/>
                  <a:gd name="T50" fmla="*/ 45 w 89"/>
                  <a:gd name="T51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89" h="98">
                    <a:moveTo>
                      <a:pt x="45" y="82"/>
                    </a:moveTo>
                    <a:cubicBezTo>
                      <a:pt x="53" y="82"/>
                      <a:pt x="59" y="79"/>
                      <a:pt x="63" y="73"/>
                    </a:cubicBezTo>
                    <a:cubicBezTo>
                      <a:pt x="67" y="68"/>
                      <a:pt x="69" y="60"/>
                      <a:pt x="69" y="49"/>
                    </a:cubicBezTo>
                    <a:cubicBezTo>
                      <a:pt x="69" y="39"/>
                      <a:pt x="67" y="31"/>
                      <a:pt x="63" y="26"/>
                    </a:cubicBezTo>
                    <a:cubicBezTo>
                      <a:pt x="59" y="20"/>
                      <a:pt x="53" y="17"/>
                      <a:pt x="45" y="17"/>
                    </a:cubicBezTo>
                    <a:cubicBezTo>
                      <a:pt x="36" y="17"/>
                      <a:pt x="30" y="20"/>
                      <a:pt x="26" y="26"/>
                    </a:cubicBezTo>
                    <a:cubicBezTo>
                      <a:pt x="22" y="31"/>
                      <a:pt x="20" y="39"/>
                      <a:pt x="20" y="49"/>
                    </a:cubicBezTo>
                    <a:cubicBezTo>
                      <a:pt x="20" y="60"/>
                      <a:pt x="22" y="68"/>
                      <a:pt x="26" y="73"/>
                    </a:cubicBezTo>
                    <a:cubicBezTo>
                      <a:pt x="30" y="79"/>
                      <a:pt x="36" y="82"/>
                      <a:pt x="45" y="82"/>
                    </a:cubicBezTo>
                    <a:moveTo>
                      <a:pt x="45" y="98"/>
                    </a:moveTo>
                    <a:cubicBezTo>
                      <a:pt x="38" y="98"/>
                      <a:pt x="31" y="97"/>
                      <a:pt x="26" y="95"/>
                    </a:cubicBezTo>
                    <a:cubicBezTo>
                      <a:pt x="21" y="93"/>
                      <a:pt x="16" y="89"/>
                      <a:pt x="12" y="85"/>
                    </a:cubicBezTo>
                    <a:cubicBezTo>
                      <a:pt x="8" y="81"/>
                      <a:pt x="5" y="76"/>
                      <a:pt x="3" y="70"/>
                    </a:cubicBezTo>
                    <a:cubicBezTo>
                      <a:pt x="1" y="64"/>
                      <a:pt x="0" y="57"/>
                      <a:pt x="0" y="49"/>
                    </a:cubicBezTo>
                    <a:cubicBezTo>
                      <a:pt x="0" y="42"/>
                      <a:pt x="1" y="35"/>
                      <a:pt x="3" y="29"/>
                    </a:cubicBezTo>
                    <a:cubicBezTo>
                      <a:pt x="5" y="23"/>
                      <a:pt x="8" y="18"/>
                      <a:pt x="12" y="14"/>
                    </a:cubicBezTo>
                    <a:cubicBezTo>
                      <a:pt x="16" y="9"/>
                      <a:pt x="21" y="6"/>
                      <a:pt x="26" y="4"/>
                    </a:cubicBezTo>
                    <a:cubicBezTo>
                      <a:pt x="32" y="2"/>
                      <a:pt x="38" y="0"/>
                      <a:pt x="45" y="0"/>
                    </a:cubicBezTo>
                    <a:cubicBezTo>
                      <a:pt x="52" y="0"/>
                      <a:pt x="58" y="2"/>
                      <a:pt x="63" y="4"/>
                    </a:cubicBezTo>
                    <a:cubicBezTo>
                      <a:pt x="69" y="6"/>
                      <a:pt x="73" y="9"/>
                      <a:pt x="77" y="14"/>
                    </a:cubicBezTo>
                    <a:cubicBezTo>
                      <a:pt x="81" y="18"/>
                      <a:pt x="84" y="23"/>
                      <a:pt x="86" y="29"/>
                    </a:cubicBezTo>
                    <a:cubicBezTo>
                      <a:pt x="88" y="35"/>
                      <a:pt x="89" y="42"/>
                      <a:pt x="89" y="49"/>
                    </a:cubicBezTo>
                    <a:cubicBezTo>
                      <a:pt x="89" y="57"/>
                      <a:pt x="88" y="64"/>
                      <a:pt x="86" y="70"/>
                    </a:cubicBezTo>
                    <a:cubicBezTo>
                      <a:pt x="84" y="76"/>
                      <a:pt x="81" y="81"/>
                      <a:pt x="77" y="85"/>
                    </a:cubicBezTo>
                    <a:cubicBezTo>
                      <a:pt x="74" y="89"/>
                      <a:pt x="69" y="93"/>
                      <a:pt x="63" y="95"/>
                    </a:cubicBezTo>
                    <a:cubicBezTo>
                      <a:pt x="58" y="97"/>
                      <a:pt x="52" y="98"/>
                      <a:pt x="45" y="9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45" name="Freeform 12"/>
              <p:cNvSpPr>
                <a:spLocks/>
              </p:cNvSpPr>
              <p:nvPr/>
            </p:nvSpPr>
            <p:spPr bwMode="auto">
              <a:xfrm>
                <a:off x="7453313" y="5980113"/>
                <a:ext cx="742950" cy="877888"/>
              </a:xfrm>
              <a:custGeom>
                <a:avLst/>
                <a:gdLst>
                  <a:gd name="T0" fmla="*/ 83 w 83"/>
                  <a:gd name="T1" fmla="*/ 64 h 98"/>
                  <a:gd name="T2" fmla="*/ 79 w 83"/>
                  <a:gd name="T3" fmla="*/ 77 h 98"/>
                  <a:gd name="T4" fmla="*/ 71 w 83"/>
                  <a:gd name="T5" fmla="*/ 88 h 98"/>
                  <a:gd name="T6" fmla="*/ 59 w 83"/>
                  <a:gd name="T7" fmla="*/ 96 h 98"/>
                  <a:gd name="T8" fmla="*/ 43 w 83"/>
                  <a:gd name="T9" fmla="*/ 98 h 98"/>
                  <a:gd name="T10" fmla="*/ 24 w 83"/>
                  <a:gd name="T11" fmla="*/ 95 h 98"/>
                  <a:gd name="T12" fmla="*/ 11 w 83"/>
                  <a:gd name="T13" fmla="*/ 85 h 98"/>
                  <a:gd name="T14" fmla="*/ 3 w 83"/>
                  <a:gd name="T15" fmla="*/ 69 h 98"/>
                  <a:gd name="T16" fmla="*/ 0 w 83"/>
                  <a:gd name="T17" fmla="*/ 49 h 98"/>
                  <a:gd name="T18" fmla="*/ 3 w 83"/>
                  <a:gd name="T19" fmla="*/ 29 h 98"/>
                  <a:gd name="T20" fmla="*/ 12 w 83"/>
                  <a:gd name="T21" fmla="*/ 14 h 98"/>
                  <a:gd name="T22" fmla="*/ 25 w 83"/>
                  <a:gd name="T23" fmla="*/ 4 h 98"/>
                  <a:gd name="T24" fmla="*/ 43 w 83"/>
                  <a:gd name="T25" fmla="*/ 0 h 98"/>
                  <a:gd name="T26" fmla="*/ 59 w 83"/>
                  <a:gd name="T27" fmla="*/ 3 h 98"/>
                  <a:gd name="T28" fmla="*/ 70 w 83"/>
                  <a:gd name="T29" fmla="*/ 9 h 98"/>
                  <a:gd name="T30" fmla="*/ 77 w 83"/>
                  <a:gd name="T31" fmla="*/ 19 h 98"/>
                  <a:gd name="T32" fmla="*/ 81 w 83"/>
                  <a:gd name="T33" fmla="*/ 32 h 98"/>
                  <a:gd name="T34" fmla="*/ 62 w 83"/>
                  <a:gd name="T35" fmla="*/ 35 h 98"/>
                  <a:gd name="T36" fmla="*/ 56 w 83"/>
                  <a:gd name="T37" fmla="*/ 22 h 98"/>
                  <a:gd name="T38" fmla="*/ 43 w 83"/>
                  <a:gd name="T39" fmla="*/ 17 h 98"/>
                  <a:gd name="T40" fmla="*/ 26 w 83"/>
                  <a:gd name="T41" fmla="*/ 26 h 98"/>
                  <a:gd name="T42" fmla="*/ 20 w 83"/>
                  <a:gd name="T43" fmla="*/ 49 h 98"/>
                  <a:gd name="T44" fmla="*/ 27 w 83"/>
                  <a:gd name="T45" fmla="*/ 73 h 98"/>
                  <a:gd name="T46" fmla="*/ 43 w 83"/>
                  <a:gd name="T47" fmla="*/ 82 h 98"/>
                  <a:gd name="T48" fmla="*/ 56 w 83"/>
                  <a:gd name="T49" fmla="*/ 77 h 98"/>
                  <a:gd name="T50" fmla="*/ 62 w 83"/>
                  <a:gd name="T51" fmla="*/ 64 h 98"/>
                  <a:gd name="T52" fmla="*/ 83 w 83"/>
                  <a:gd name="T53" fmla="*/ 6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3" h="98">
                    <a:moveTo>
                      <a:pt x="83" y="64"/>
                    </a:moveTo>
                    <a:cubicBezTo>
                      <a:pt x="82" y="69"/>
                      <a:pt x="81" y="73"/>
                      <a:pt x="79" y="77"/>
                    </a:cubicBezTo>
                    <a:cubicBezTo>
                      <a:pt x="77" y="82"/>
                      <a:pt x="75" y="85"/>
                      <a:pt x="71" y="88"/>
                    </a:cubicBezTo>
                    <a:cubicBezTo>
                      <a:pt x="68" y="91"/>
                      <a:pt x="64" y="94"/>
                      <a:pt x="59" y="96"/>
                    </a:cubicBezTo>
                    <a:cubicBezTo>
                      <a:pt x="55" y="97"/>
                      <a:pt x="49" y="98"/>
                      <a:pt x="43" y="98"/>
                    </a:cubicBezTo>
                    <a:cubicBezTo>
                      <a:pt x="36" y="98"/>
                      <a:pt x="30" y="97"/>
                      <a:pt x="24" y="95"/>
                    </a:cubicBezTo>
                    <a:cubicBezTo>
                      <a:pt x="19" y="92"/>
                      <a:pt x="15" y="89"/>
                      <a:pt x="11" y="85"/>
                    </a:cubicBezTo>
                    <a:cubicBezTo>
                      <a:pt x="7" y="81"/>
                      <a:pt x="5" y="75"/>
                      <a:pt x="3" y="69"/>
                    </a:cubicBezTo>
                    <a:cubicBezTo>
                      <a:pt x="1" y="63"/>
                      <a:pt x="0" y="57"/>
                      <a:pt x="0" y="49"/>
                    </a:cubicBezTo>
                    <a:cubicBezTo>
                      <a:pt x="0" y="42"/>
                      <a:pt x="1" y="35"/>
                      <a:pt x="3" y="29"/>
                    </a:cubicBezTo>
                    <a:cubicBezTo>
                      <a:pt x="5" y="23"/>
                      <a:pt x="8" y="18"/>
                      <a:pt x="12" y="14"/>
                    </a:cubicBezTo>
                    <a:cubicBezTo>
                      <a:pt x="15" y="9"/>
                      <a:pt x="20" y="6"/>
                      <a:pt x="25" y="4"/>
                    </a:cubicBezTo>
                    <a:cubicBezTo>
                      <a:pt x="31" y="2"/>
                      <a:pt x="37" y="0"/>
                      <a:pt x="43" y="0"/>
                    </a:cubicBezTo>
                    <a:cubicBezTo>
                      <a:pt x="49" y="0"/>
                      <a:pt x="54" y="1"/>
                      <a:pt x="59" y="3"/>
                    </a:cubicBezTo>
                    <a:cubicBezTo>
                      <a:pt x="63" y="4"/>
                      <a:pt x="67" y="6"/>
                      <a:pt x="70" y="9"/>
                    </a:cubicBezTo>
                    <a:cubicBezTo>
                      <a:pt x="73" y="12"/>
                      <a:pt x="75" y="15"/>
                      <a:pt x="77" y="19"/>
                    </a:cubicBezTo>
                    <a:cubicBezTo>
                      <a:pt x="79" y="23"/>
                      <a:pt x="80" y="27"/>
                      <a:pt x="81" y="32"/>
                    </a:cubicBezTo>
                    <a:cubicBezTo>
                      <a:pt x="62" y="35"/>
                      <a:pt x="62" y="35"/>
                      <a:pt x="62" y="35"/>
                    </a:cubicBezTo>
                    <a:cubicBezTo>
                      <a:pt x="61" y="29"/>
                      <a:pt x="59" y="25"/>
                      <a:pt x="56" y="22"/>
                    </a:cubicBezTo>
                    <a:cubicBezTo>
                      <a:pt x="53" y="19"/>
                      <a:pt x="49" y="17"/>
                      <a:pt x="43" y="17"/>
                    </a:cubicBezTo>
                    <a:cubicBezTo>
                      <a:pt x="36" y="17"/>
                      <a:pt x="30" y="20"/>
                      <a:pt x="26" y="26"/>
                    </a:cubicBezTo>
                    <a:cubicBezTo>
                      <a:pt x="22" y="31"/>
                      <a:pt x="20" y="39"/>
                      <a:pt x="20" y="49"/>
                    </a:cubicBezTo>
                    <a:cubicBezTo>
                      <a:pt x="20" y="60"/>
                      <a:pt x="23" y="68"/>
                      <a:pt x="27" y="73"/>
                    </a:cubicBezTo>
                    <a:cubicBezTo>
                      <a:pt x="31" y="79"/>
                      <a:pt x="36" y="82"/>
                      <a:pt x="43" y="82"/>
                    </a:cubicBezTo>
                    <a:cubicBezTo>
                      <a:pt x="49" y="82"/>
                      <a:pt x="54" y="80"/>
                      <a:pt x="56" y="77"/>
                    </a:cubicBezTo>
                    <a:cubicBezTo>
                      <a:pt x="59" y="74"/>
                      <a:pt x="61" y="69"/>
                      <a:pt x="62" y="64"/>
                    </a:cubicBezTo>
                    <a:lnTo>
                      <a:pt x="83" y="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46" name="Freeform 13"/>
              <p:cNvSpPr>
                <a:spLocks noEditPoints="1"/>
              </p:cNvSpPr>
              <p:nvPr/>
            </p:nvSpPr>
            <p:spPr bwMode="auto">
              <a:xfrm>
                <a:off x="3986213" y="4735513"/>
                <a:ext cx="1066800" cy="887413"/>
              </a:xfrm>
              <a:custGeom>
                <a:avLst/>
                <a:gdLst>
                  <a:gd name="T0" fmla="*/ 82 w 119"/>
                  <a:gd name="T1" fmla="*/ 40 h 99"/>
                  <a:gd name="T2" fmla="*/ 82 w 119"/>
                  <a:gd name="T3" fmla="*/ 47 h 99"/>
                  <a:gd name="T4" fmla="*/ 57 w 119"/>
                  <a:gd name="T5" fmla="*/ 47 h 99"/>
                  <a:gd name="T6" fmla="*/ 57 w 119"/>
                  <a:gd name="T7" fmla="*/ 40 h 99"/>
                  <a:gd name="T8" fmla="*/ 60 w 119"/>
                  <a:gd name="T9" fmla="*/ 40 h 99"/>
                  <a:gd name="T10" fmla="*/ 60 w 119"/>
                  <a:gd name="T11" fmla="*/ 36 h 99"/>
                  <a:gd name="T12" fmla="*/ 63 w 119"/>
                  <a:gd name="T13" fmla="*/ 28 h 99"/>
                  <a:gd name="T14" fmla="*/ 71 w 119"/>
                  <a:gd name="T15" fmla="*/ 25 h 99"/>
                  <a:gd name="T16" fmla="*/ 78 w 119"/>
                  <a:gd name="T17" fmla="*/ 28 h 99"/>
                  <a:gd name="T18" fmla="*/ 81 w 119"/>
                  <a:gd name="T19" fmla="*/ 35 h 99"/>
                  <a:gd name="T20" fmla="*/ 75 w 119"/>
                  <a:gd name="T21" fmla="*/ 36 h 99"/>
                  <a:gd name="T22" fmla="*/ 74 w 119"/>
                  <a:gd name="T23" fmla="*/ 32 h 99"/>
                  <a:gd name="T24" fmla="*/ 71 w 119"/>
                  <a:gd name="T25" fmla="*/ 32 h 99"/>
                  <a:gd name="T26" fmla="*/ 67 w 119"/>
                  <a:gd name="T27" fmla="*/ 36 h 99"/>
                  <a:gd name="T28" fmla="*/ 67 w 119"/>
                  <a:gd name="T29" fmla="*/ 40 h 99"/>
                  <a:gd name="T30" fmla="*/ 82 w 119"/>
                  <a:gd name="T31" fmla="*/ 40 h 99"/>
                  <a:gd name="T32" fmla="*/ 100 w 119"/>
                  <a:gd name="T33" fmla="*/ 82 h 99"/>
                  <a:gd name="T34" fmla="*/ 100 w 119"/>
                  <a:gd name="T35" fmla="*/ 0 h 99"/>
                  <a:gd name="T36" fmla="*/ 119 w 119"/>
                  <a:gd name="T37" fmla="*/ 0 h 99"/>
                  <a:gd name="T38" fmla="*/ 119 w 119"/>
                  <a:gd name="T39" fmla="*/ 99 h 99"/>
                  <a:gd name="T40" fmla="*/ 38 w 119"/>
                  <a:gd name="T41" fmla="*/ 99 h 99"/>
                  <a:gd name="T42" fmla="*/ 10 w 119"/>
                  <a:gd name="T43" fmla="*/ 91 h 99"/>
                  <a:gd name="T44" fmla="*/ 0 w 119"/>
                  <a:gd name="T45" fmla="*/ 65 h 99"/>
                  <a:gd name="T46" fmla="*/ 4 w 119"/>
                  <a:gd name="T47" fmla="*/ 49 h 99"/>
                  <a:gd name="T48" fmla="*/ 16 w 119"/>
                  <a:gd name="T49" fmla="*/ 37 h 99"/>
                  <a:gd name="T50" fmla="*/ 34 w 119"/>
                  <a:gd name="T51" fmla="*/ 33 h 99"/>
                  <a:gd name="T52" fmla="*/ 36 w 119"/>
                  <a:gd name="T53" fmla="*/ 49 h 99"/>
                  <a:gd name="T54" fmla="*/ 23 w 119"/>
                  <a:gd name="T55" fmla="*/ 54 h 99"/>
                  <a:gd name="T56" fmla="*/ 19 w 119"/>
                  <a:gd name="T57" fmla="*/ 65 h 99"/>
                  <a:gd name="T58" fmla="*/ 23 w 119"/>
                  <a:gd name="T59" fmla="*/ 78 h 99"/>
                  <a:gd name="T60" fmla="*/ 38 w 119"/>
                  <a:gd name="T61" fmla="*/ 82 h 99"/>
                  <a:gd name="T62" fmla="*/ 100 w 119"/>
                  <a:gd name="T63" fmla="*/ 82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19" h="99">
                    <a:moveTo>
                      <a:pt x="82" y="40"/>
                    </a:moveTo>
                    <a:cubicBezTo>
                      <a:pt x="82" y="47"/>
                      <a:pt x="82" y="47"/>
                      <a:pt x="82" y="47"/>
                    </a:cubicBezTo>
                    <a:cubicBezTo>
                      <a:pt x="57" y="47"/>
                      <a:pt x="57" y="47"/>
                      <a:pt x="57" y="47"/>
                    </a:cubicBezTo>
                    <a:cubicBezTo>
                      <a:pt x="57" y="40"/>
                      <a:pt x="57" y="40"/>
                      <a:pt x="57" y="40"/>
                    </a:cubicBezTo>
                    <a:cubicBezTo>
                      <a:pt x="60" y="40"/>
                      <a:pt x="60" y="40"/>
                      <a:pt x="60" y="40"/>
                    </a:cubicBezTo>
                    <a:cubicBezTo>
                      <a:pt x="60" y="36"/>
                      <a:pt x="60" y="36"/>
                      <a:pt x="60" y="36"/>
                    </a:cubicBezTo>
                    <a:cubicBezTo>
                      <a:pt x="60" y="33"/>
                      <a:pt x="61" y="30"/>
                      <a:pt x="63" y="28"/>
                    </a:cubicBezTo>
                    <a:cubicBezTo>
                      <a:pt x="65" y="26"/>
                      <a:pt x="67" y="25"/>
                      <a:pt x="71" y="25"/>
                    </a:cubicBezTo>
                    <a:cubicBezTo>
                      <a:pt x="74" y="25"/>
                      <a:pt x="77" y="26"/>
                      <a:pt x="78" y="28"/>
                    </a:cubicBezTo>
                    <a:cubicBezTo>
                      <a:pt x="80" y="29"/>
                      <a:pt x="81" y="31"/>
                      <a:pt x="81" y="35"/>
                    </a:cubicBezTo>
                    <a:cubicBezTo>
                      <a:pt x="75" y="36"/>
                      <a:pt x="75" y="36"/>
                      <a:pt x="75" y="36"/>
                    </a:cubicBezTo>
                    <a:cubicBezTo>
                      <a:pt x="75" y="34"/>
                      <a:pt x="75" y="33"/>
                      <a:pt x="74" y="32"/>
                    </a:cubicBezTo>
                    <a:cubicBezTo>
                      <a:pt x="74" y="32"/>
                      <a:pt x="73" y="32"/>
                      <a:pt x="71" y="32"/>
                    </a:cubicBezTo>
                    <a:cubicBezTo>
                      <a:pt x="68" y="32"/>
                      <a:pt x="67" y="33"/>
                      <a:pt x="67" y="36"/>
                    </a:cubicBezTo>
                    <a:cubicBezTo>
                      <a:pt x="67" y="40"/>
                      <a:pt x="67" y="40"/>
                      <a:pt x="67" y="40"/>
                    </a:cubicBezTo>
                    <a:lnTo>
                      <a:pt x="82" y="40"/>
                    </a:lnTo>
                    <a:close/>
                    <a:moveTo>
                      <a:pt x="100" y="82"/>
                    </a:moveTo>
                    <a:cubicBezTo>
                      <a:pt x="100" y="0"/>
                      <a:pt x="100" y="0"/>
                      <a:pt x="100" y="0"/>
                    </a:cubicBezTo>
                    <a:cubicBezTo>
                      <a:pt x="119" y="0"/>
                      <a:pt x="119" y="0"/>
                      <a:pt x="119" y="0"/>
                    </a:cubicBezTo>
                    <a:cubicBezTo>
                      <a:pt x="119" y="99"/>
                      <a:pt x="119" y="99"/>
                      <a:pt x="119" y="99"/>
                    </a:cubicBezTo>
                    <a:cubicBezTo>
                      <a:pt x="38" y="99"/>
                      <a:pt x="38" y="99"/>
                      <a:pt x="38" y="99"/>
                    </a:cubicBezTo>
                    <a:cubicBezTo>
                      <a:pt x="25" y="99"/>
                      <a:pt x="16" y="96"/>
                      <a:pt x="10" y="91"/>
                    </a:cubicBezTo>
                    <a:cubicBezTo>
                      <a:pt x="3" y="85"/>
                      <a:pt x="0" y="77"/>
                      <a:pt x="0" y="65"/>
                    </a:cubicBezTo>
                    <a:cubicBezTo>
                      <a:pt x="0" y="59"/>
                      <a:pt x="2" y="54"/>
                      <a:pt x="4" y="49"/>
                    </a:cubicBezTo>
                    <a:cubicBezTo>
                      <a:pt x="7" y="44"/>
                      <a:pt x="11" y="40"/>
                      <a:pt x="16" y="37"/>
                    </a:cubicBezTo>
                    <a:cubicBezTo>
                      <a:pt x="21" y="34"/>
                      <a:pt x="27" y="33"/>
                      <a:pt x="34" y="33"/>
                    </a:cubicBezTo>
                    <a:cubicBezTo>
                      <a:pt x="36" y="49"/>
                      <a:pt x="36" y="49"/>
                      <a:pt x="36" y="49"/>
                    </a:cubicBezTo>
                    <a:cubicBezTo>
                      <a:pt x="30" y="50"/>
                      <a:pt x="25" y="51"/>
                      <a:pt x="23" y="54"/>
                    </a:cubicBezTo>
                    <a:cubicBezTo>
                      <a:pt x="20" y="56"/>
                      <a:pt x="19" y="60"/>
                      <a:pt x="19" y="65"/>
                    </a:cubicBezTo>
                    <a:cubicBezTo>
                      <a:pt x="19" y="71"/>
                      <a:pt x="20" y="76"/>
                      <a:pt x="23" y="78"/>
                    </a:cubicBezTo>
                    <a:cubicBezTo>
                      <a:pt x="26" y="81"/>
                      <a:pt x="31" y="82"/>
                      <a:pt x="38" y="82"/>
                    </a:cubicBezTo>
                    <a:lnTo>
                      <a:pt x="100" y="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47" name="Freeform 14"/>
              <p:cNvSpPr>
                <a:spLocks noEditPoints="1"/>
              </p:cNvSpPr>
              <p:nvPr/>
            </p:nvSpPr>
            <p:spPr bwMode="auto">
              <a:xfrm>
                <a:off x="5195888" y="5005388"/>
                <a:ext cx="1684338" cy="903288"/>
              </a:xfrm>
              <a:custGeom>
                <a:avLst/>
                <a:gdLst>
                  <a:gd name="T0" fmla="*/ 44 w 188"/>
                  <a:gd name="T1" fmla="*/ 52 h 101"/>
                  <a:gd name="T2" fmla="*/ 38 w 188"/>
                  <a:gd name="T3" fmla="*/ 52 h 101"/>
                  <a:gd name="T4" fmla="*/ 19 w 188"/>
                  <a:gd name="T5" fmla="*/ 32 h 101"/>
                  <a:gd name="T6" fmla="*/ 22 w 188"/>
                  <a:gd name="T7" fmla="*/ 20 h 101"/>
                  <a:gd name="T8" fmla="*/ 32 w 188"/>
                  <a:gd name="T9" fmla="*/ 16 h 101"/>
                  <a:gd name="T10" fmla="*/ 39 w 188"/>
                  <a:gd name="T11" fmla="*/ 17 h 101"/>
                  <a:gd name="T12" fmla="*/ 43 w 188"/>
                  <a:gd name="T13" fmla="*/ 23 h 101"/>
                  <a:gd name="T14" fmla="*/ 44 w 188"/>
                  <a:gd name="T15" fmla="*/ 37 h 101"/>
                  <a:gd name="T16" fmla="*/ 44 w 188"/>
                  <a:gd name="T17" fmla="*/ 52 h 101"/>
                  <a:gd name="T18" fmla="*/ 170 w 188"/>
                  <a:gd name="T19" fmla="*/ 0 h 101"/>
                  <a:gd name="T20" fmla="*/ 170 w 188"/>
                  <a:gd name="T21" fmla="*/ 52 h 101"/>
                  <a:gd name="T22" fmla="*/ 63 w 188"/>
                  <a:gd name="T23" fmla="*/ 52 h 101"/>
                  <a:gd name="T24" fmla="*/ 63 w 188"/>
                  <a:gd name="T25" fmla="*/ 32 h 101"/>
                  <a:gd name="T26" fmla="*/ 55 w 188"/>
                  <a:gd name="T27" fmla="*/ 8 h 101"/>
                  <a:gd name="T28" fmla="*/ 32 w 188"/>
                  <a:gd name="T29" fmla="*/ 0 h 101"/>
                  <a:gd name="T30" fmla="*/ 8 w 188"/>
                  <a:gd name="T31" fmla="*/ 9 h 101"/>
                  <a:gd name="T32" fmla="*/ 0 w 188"/>
                  <a:gd name="T33" fmla="*/ 32 h 101"/>
                  <a:gd name="T34" fmla="*/ 11 w 188"/>
                  <a:gd name="T35" fmla="*/ 60 h 101"/>
                  <a:gd name="T36" fmla="*/ 42 w 188"/>
                  <a:gd name="T37" fmla="*/ 69 h 101"/>
                  <a:gd name="T38" fmla="*/ 44 w 188"/>
                  <a:gd name="T39" fmla="*/ 69 h 101"/>
                  <a:gd name="T40" fmla="*/ 44 w 188"/>
                  <a:gd name="T41" fmla="*/ 72 h 101"/>
                  <a:gd name="T42" fmla="*/ 41 w 188"/>
                  <a:gd name="T43" fmla="*/ 86 h 101"/>
                  <a:gd name="T44" fmla="*/ 51 w 188"/>
                  <a:gd name="T45" fmla="*/ 101 h 101"/>
                  <a:gd name="T46" fmla="*/ 55 w 188"/>
                  <a:gd name="T47" fmla="*/ 97 h 101"/>
                  <a:gd name="T48" fmla="*/ 63 w 188"/>
                  <a:gd name="T49" fmla="*/ 69 h 101"/>
                  <a:gd name="T50" fmla="*/ 188 w 188"/>
                  <a:gd name="T51" fmla="*/ 69 h 101"/>
                  <a:gd name="T52" fmla="*/ 188 w 188"/>
                  <a:gd name="T53" fmla="*/ 0 h 101"/>
                  <a:gd name="T54" fmla="*/ 170 w 188"/>
                  <a:gd name="T55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88" h="101">
                    <a:moveTo>
                      <a:pt x="44" y="52"/>
                    </a:moveTo>
                    <a:cubicBezTo>
                      <a:pt x="38" y="52"/>
                      <a:pt x="38" y="52"/>
                      <a:pt x="38" y="52"/>
                    </a:cubicBezTo>
                    <a:cubicBezTo>
                      <a:pt x="25" y="52"/>
                      <a:pt x="19" y="45"/>
                      <a:pt x="19" y="32"/>
                    </a:cubicBezTo>
                    <a:cubicBezTo>
                      <a:pt x="19" y="27"/>
                      <a:pt x="20" y="23"/>
                      <a:pt x="22" y="20"/>
                    </a:cubicBezTo>
                    <a:cubicBezTo>
                      <a:pt x="24" y="17"/>
                      <a:pt x="27" y="16"/>
                      <a:pt x="32" y="16"/>
                    </a:cubicBezTo>
                    <a:cubicBezTo>
                      <a:pt x="35" y="16"/>
                      <a:pt x="37" y="16"/>
                      <a:pt x="39" y="17"/>
                    </a:cubicBezTo>
                    <a:cubicBezTo>
                      <a:pt x="41" y="19"/>
                      <a:pt x="42" y="20"/>
                      <a:pt x="43" y="23"/>
                    </a:cubicBezTo>
                    <a:cubicBezTo>
                      <a:pt x="44" y="26"/>
                      <a:pt x="44" y="32"/>
                      <a:pt x="44" y="37"/>
                    </a:cubicBezTo>
                    <a:lnTo>
                      <a:pt x="44" y="52"/>
                    </a:lnTo>
                    <a:close/>
                    <a:moveTo>
                      <a:pt x="170" y="0"/>
                    </a:moveTo>
                    <a:cubicBezTo>
                      <a:pt x="170" y="52"/>
                      <a:pt x="170" y="52"/>
                      <a:pt x="170" y="52"/>
                    </a:cubicBezTo>
                    <a:cubicBezTo>
                      <a:pt x="63" y="52"/>
                      <a:pt x="63" y="52"/>
                      <a:pt x="63" y="52"/>
                    </a:cubicBezTo>
                    <a:cubicBezTo>
                      <a:pt x="63" y="32"/>
                      <a:pt x="63" y="32"/>
                      <a:pt x="63" y="32"/>
                    </a:cubicBezTo>
                    <a:cubicBezTo>
                      <a:pt x="63" y="22"/>
                      <a:pt x="60" y="13"/>
                      <a:pt x="55" y="8"/>
                    </a:cubicBezTo>
                    <a:cubicBezTo>
                      <a:pt x="50" y="3"/>
                      <a:pt x="42" y="0"/>
                      <a:pt x="32" y="0"/>
                    </a:cubicBezTo>
                    <a:cubicBezTo>
                      <a:pt x="22" y="0"/>
                      <a:pt x="14" y="3"/>
                      <a:pt x="8" y="9"/>
                    </a:cubicBezTo>
                    <a:cubicBezTo>
                      <a:pt x="3" y="14"/>
                      <a:pt x="0" y="22"/>
                      <a:pt x="0" y="32"/>
                    </a:cubicBezTo>
                    <a:cubicBezTo>
                      <a:pt x="0" y="44"/>
                      <a:pt x="3" y="54"/>
                      <a:pt x="11" y="60"/>
                    </a:cubicBezTo>
                    <a:cubicBezTo>
                      <a:pt x="18" y="66"/>
                      <a:pt x="28" y="69"/>
                      <a:pt x="42" y="69"/>
                    </a:cubicBezTo>
                    <a:cubicBezTo>
                      <a:pt x="44" y="69"/>
                      <a:pt x="44" y="69"/>
                      <a:pt x="44" y="69"/>
                    </a:cubicBezTo>
                    <a:cubicBezTo>
                      <a:pt x="44" y="72"/>
                      <a:pt x="44" y="72"/>
                      <a:pt x="44" y="72"/>
                    </a:cubicBezTo>
                    <a:cubicBezTo>
                      <a:pt x="44" y="79"/>
                      <a:pt x="43" y="83"/>
                      <a:pt x="41" y="86"/>
                    </a:cubicBezTo>
                    <a:cubicBezTo>
                      <a:pt x="51" y="101"/>
                      <a:pt x="51" y="101"/>
                      <a:pt x="51" y="101"/>
                    </a:cubicBezTo>
                    <a:cubicBezTo>
                      <a:pt x="53" y="100"/>
                      <a:pt x="54" y="99"/>
                      <a:pt x="55" y="97"/>
                    </a:cubicBezTo>
                    <a:cubicBezTo>
                      <a:pt x="60" y="92"/>
                      <a:pt x="63" y="80"/>
                      <a:pt x="63" y="69"/>
                    </a:cubicBezTo>
                    <a:cubicBezTo>
                      <a:pt x="188" y="69"/>
                      <a:pt x="188" y="69"/>
                      <a:pt x="188" y="69"/>
                    </a:cubicBezTo>
                    <a:cubicBezTo>
                      <a:pt x="188" y="0"/>
                      <a:pt x="188" y="0"/>
                      <a:pt x="188" y="0"/>
                    </a:cubicBezTo>
                    <a:lnTo>
                      <a:pt x="17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48" name="Rectangle 15"/>
              <p:cNvSpPr>
                <a:spLocks noChangeArrowheads="1"/>
              </p:cNvSpPr>
              <p:nvPr/>
            </p:nvSpPr>
            <p:spPr bwMode="auto">
              <a:xfrm>
                <a:off x="6718301" y="4754563"/>
                <a:ext cx="161925" cy="1698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49" name="Freeform 16"/>
              <p:cNvSpPr>
                <a:spLocks/>
              </p:cNvSpPr>
              <p:nvPr/>
            </p:nvSpPr>
            <p:spPr bwMode="auto">
              <a:xfrm>
                <a:off x="7013576" y="5005388"/>
                <a:ext cx="833438" cy="617538"/>
              </a:xfrm>
              <a:custGeom>
                <a:avLst/>
                <a:gdLst>
                  <a:gd name="T0" fmla="*/ 74 w 93"/>
                  <a:gd name="T1" fmla="*/ 52 h 69"/>
                  <a:gd name="T2" fmla="*/ 74 w 93"/>
                  <a:gd name="T3" fmla="*/ 42 h 69"/>
                  <a:gd name="T4" fmla="*/ 70 w 93"/>
                  <a:gd name="T5" fmla="*/ 23 h 69"/>
                  <a:gd name="T6" fmla="*/ 55 w 93"/>
                  <a:gd name="T7" fmla="*/ 17 h 69"/>
                  <a:gd name="T8" fmla="*/ 41 w 93"/>
                  <a:gd name="T9" fmla="*/ 20 h 69"/>
                  <a:gd name="T10" fmla="*/ 36 w 93"/>
                  <a:gd name="T11" fmla="*/ 3 h 69"/>
                  <a:gd name="T12" fmla="*/ 56 w 93"/>
                  <a:gd name="T13" fmla="*/ 0 h 69"/>
                  <a:gd name="T14" fmla="*/ 84 w 93"/>
                  <a:gd name="T15" fmla="*/ 10 h 69"/>
                  <a:gd name="T16" fmla="*/ 93 w 93"/>
                  <a:gd name="T17" fmla="*/ 40 h 69"/>
                  <a:gd name="T18" fmla="*/ 93 w 93"/>
                  <a:gd name="T19" fmla="*/ 69 h 69"/>
                  <a:gd name="T20" fmla="*/ 0 w 93"/>
                  <a:gd name="T21" fmla="*/ 69 h 69"/>
                  <a:gd name="T22" fmla="*/ 0 w 93"/>
                  <a:gd name="T23" fmla="*/ 52 h 69"/>
                  <a:gd name="T24" fmla="*/ 74 w 93"/>
                  <a:gd name="T25" fmla="*/ 52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3" h="69">
                    <a:moveTo>
                      <a:pt x="74" y="52"/>
                    </a:moveTo>
                    <a:cubicBezTo>
                      <a:pt x="74" y="42"/>
                      <a:pt x="74" y="42"/>
                      <a:pt x="74" y="42"/>
                    </a:cubicBezTo>
                    <a:cubicBezTo>
                      <a:pt x="74" y="34"/>
                      <a:pt x="73" y="27"/>
                      <a:pt x="70" y="23"/>
                    </a:cubicBezTo>
                    <a:cubicBezTo>
                      <a:pt x="66" y="19"/>
                      <a:pt x="61" y="17"/>
                      <a:pt x="55" y="17"/>
                    </a:cubicBezTo>
                    <a:cubicBezTo>
                      <a:pt x="50" y="17"/>
                      <a:pt x="46" y="18"/>
                      <a:pt x="41" y="20"/>
                    </a:cubicBezTo>
                    <a:cubicBezTo>
                      <a:pt x="36" y="3"/>
                      <a:pt x="36" y="3"/>
                      <a:pt x="36" y="3"/>
                    </a:cubicBezTo>
                    <a:cubicBezTo>
                      <a:pt x="42" y="1"/>
                      <a:pt x="49" y="0"/>
                      <a:pt x="56" y="0"/>
                    </a:cubicBezTo>
                    <a:cubicBezTo>
                      <a:pt x="68" y="0"/>
                      <a:pt x="77" y="3"/>
                      <a:pt x="84" y="10"/>
                    </a:cubicBezTo>
                    <a:cubicBezTo>
                      <a:pt x="90" y="17"/>
                      <a:pt x="93" y="27"/>
                      <a:pt x="93" y="40"/>
                    </a:cubicBezTo>
                    <a:cubicBezTo>
                      <a:pt x="93" y="69"/>
                      <a:pt x="93" y="69"/>
                      <a:pt x="93" y="69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52"/>
                      <a:pt x="0" y="52"/>
                      <a:pt x="0" y="52"/>
                    </a:cubicBezTo>
                    <a:lnTo>
                      <a:pt x="74" y="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50" name="Freeform 17"/>
              <p:cNvSpPr>
                <a:spLocks/>
              </p:cNvSpPr>
              <p:nvPr/>
            </p:nvSpPr>
            <p:spPr bwMode="auto">
              <a:xfrm>
                <a:off x="7972426" y="4565650"/>
                <a:ext cx="223838" cy="188913"/>
              </a:xfrm>
              <a:custGeom>
                <a:avLst/>
                <a:gdLst>
                  <a:gd name="T0" fmla="*/ 25 w 25"/>
                  <a:gd name="T1" fmla="*/ 14 h 21"/>
                  <a:gd name="T2" fmla="*/ 25 w 25"/>
                  <a:gd name="T3" fmla="*/ 21 h 21"/>
                  <a:gd name="T4" fmla="*/ 0 w 25"/>
                  <a:gd name="T5" fmla="*/ 21 h 21"/>
                  <a:gd name="T6" fmla="*/ 0 w 25"/>
                  <a:gd name="T7" fmla="*/ 14 h 21"/>
                  <a:gd name="T8" fmla="*/ 3 w 25"/>
                  <a:gd name="T9" fmla="*/ 14 h 21"/>
                  <a:gd name="T10" fmla="*/ 3 w 25"/>
                  <a:gd name="T11" fmla="*/ 10 h 21"/>
                  <a:gd name="T12" fmla="*/ 6 w 25"/>
                  <a:gd name="T13" fmla="*/ 2 h 21"/>
                  <a:gd name="T14" fmla="*/ 14 w 25"/>
                  <a:gd name="T15" fmla="*/ 0 h 21"/>
                  <a:gd name="T16" fmla="*/ 21 w 25"/>
                  <a:gd name="T17" fmla="*/ 2 h 21"/>
                  <a:gd name="T18" fmla="*/ 24 w 25"/>
                  <a:gd name="T19" fmla="*/ 9 h 21"/>
                  <a:gd name="T20" fmla="*/ 18 w 25"/>
                  <a:gd name="T21" fmla="*/ 10 h 21"/>
                  <a:gd name="T22" fmla="*/ 17 w 25"/>
                  <a:gd name="T23" fmla="*/ 7 h 21"/>
                  <a:gd name="T24" fmla="*/ 14 w 25"/>
                  <a:gd name="T25" fmla="*/ 6 h 21"/>
                  <a:gd name="T26" fmla="*/ 10 w 25"/>
                  <a:gd name="T27" fmla="*/ 11 h 21"/>
                  <a:gd name="T28" fmla="*/ 10 w 25"/>
                  <a:gd name="T29" fmla="*/ 14 h 21"/>
                  <a:gd name="T30" fmla="*/ 25 w 25"/>
                  <a:gd name="T31" fmla="*/ 14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5" h="21">
                    <a:moveTo>
                      <a:pt x="25" y="14"/>
                    </a:moveTo>
                    <a:cubicBezTo>
                      <a:pt x="25" y="21"/>
                      <a:pt x="25" y="21"/>
                      <a:pt x="25" y="21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3" y="7"/>
                      <a:pt x="4" y="4"/>
                      <a:pt x="6" y="2"/>
                    </a:cubicBezTo>
                    <a:cubicBezTo>
                      <a:pt x="8" y="1"/>
                      <a:pt x="10" y="0"/>
                      <a:pt x="14" y="0"/>
                    </a:cubicBezTo>
                    <a:cubicBezTo>
                      <a:pt x="17" y="0"/>
                      <a:pt x="20" y="0"/>
                      <a:pt x="21" y="2"/>
                    </a:cubicBezTo>
                    <a:cubicBezTo>
                      <a:pt x="23" y="3"/>
                      <a:pt x="24" y="6"/>
                      <a:pt x="24" y="9"/>
                    </a:cubicBezTo>
                    <a:cubicBezTo>
                      <a:pt x="18" y="10"/>
                      <a:pt x="18" y="10"/>
                      <a:pt x="18" y="10"/>
                    </a:cubicBezTo>
                    <a:cubicBezTo>
                      <a:pt x="18" y="8"/>
                      <a:pt x="17" y="7"/>
                      <a:pt x="17" y="7"/>
                    </a:cubicBezTo>
                    <a:cubicBezTo>
                      <a:pt x="16" y="6"/>
                      <a:pt x="15" y="6"/>
                      <a:pt x="14" y="6"/>
                    </a:cubicBezTo>
                    <a:cubicBezTo>
                      <a:pt x="11" y="6"/>
                      <a:pt x="10" y="7"/>
                      <a:pt x="10" y="11"/>
                    </a:cubicBezTo>
                    <a:cubicBezTo>
                      <a:pt x="10" y="14"/>
                      <a:pt x="10" y="14"/>
                      <a:pt x="10" y="14"/>
                    </a:cubicBezTo>
                    <a:lnTo>
                      <a:pt x="25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51" name="Rectangle 18"/>
              <p:cNvSpPr>
                <a:spLocks noChangeArrowheads="1"/>
              </p:cNvSpPr>
              <p:nvPr/>
            </p:nvSpPr>
            <p:spPr bwMode="auto">
              <a:xfrm>
                <a:off x="7991476" y="4816475"/>
                <a:ext cx="169863" cy="80645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30" name="Footer Placeholder 4">
            <a:extLst>
              <a:ext uri="{FF2B5EF4-FFF2-40B4-BE49-F238E27FC236}">
                <a16:creationId xmlns:a16="http://schemas.microsoft.com/office/drawing/2014/main" id="{3A65E229-DAA5-4345-AE76-815779D74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026605" y="4402877"/>
            <a:ext cx="2953217" cy="360000"/>
          </a:xfrm>
        </p:spPr>
        <p:txBody>
          <a:bodyPr/>
          <a:lstStyle/>
          <a:p>
            <a:r>
              <a:rPr lang="nl-NL">
                <a:solidFill>
                  <a:srgbClr val="1859A9"/>
                </a:solidFill>
              </a:rPr>
              <a:t>ADNOC Upstream - TotalEnergies - 06/10/2025</a:t>
            </a:r>
            <a:endParaRPr lang="en-GB">
              <a:solidFill>
                <a:srgbClr val="1859A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35280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6">
          <p15:clr>
            <a:srgbClr val="FBAE40"/>
          </p15:clr>
        </p15:guide>
        <p15:guide id="2" pos="4491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four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877E6E5-10F2-4009-B776-A7F5C9BE046A}"/>
              </a:ext>
            </a:extLst>
          </p:cNvPr>
          <p:cNvSpPr/>
          <p:nvPr userDrawn="1"/>
        </p:nvSpPr>
        <p:spPr>
          <a:xfrm>
            <a:off x="240604" y="239401"/>
            <a:ext cx="11710800" cy="6379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5" tIns="45707" rIns="91415" bIns="45707" rtlCol="0" anchor="ctr"/>
          <a:lstStyle/>
          <a:p>
            <a:pPr algn="ctr" defTabSz="914106"/>
            <a:endParaRPr lang="en-GB" sz="1867">
              <a:solidFill>
                <a:prstClr val="white"/>
              </a:solidFill>
            </a:endParaRP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D409324-02BA-4D89-BA1E-35E575BEC37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11903" y="239401"/>
            <a:ext cx="2700000" cy="3056400"/>
          </a:xfrm>
        </p:spPr>
        <p:txBody>
          <a:bodyPr/>
          <a:lstStyle/>
          <a:p>
            <a:r>
              <a:rPr lang="en-US"/>
              <a:t>Drag picture to placeholder or click icon to add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FFE213-8CBB-48D7-A171-8548BB907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743" y="442801"/>
            <a:ext cx="5364165" cy="1101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6224B-EA79-4BC8-A7F5-F620B624A0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743" y="2059424"/>
            <a:ext cx="5148261" cy="40000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6E15C-D408-4765-943E-DB77FC82E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>
              <a:solidFill>
                <a:srgbClr val="4D5156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30760-A444-416F-83F2-0E9E7E46A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41956-BF2E-4170-9809-8254439A8799}" type="slidenum">
              <a:rPr lang="en-GB" smtClean="0">
                <a:solidFill>
                  <a:srgbClr val="1859A9"/>
                </a:solidFill>
              </a:rPr>
              <a:pPr/>
              <a:t>‹#›</a:t>
            </a:fld>
            <a:endParaRPr lang="en-GB">
              <a:solidFill>
                <a:srgbClr val="1859A9"/>
              </a:solidFill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74BDDA1-D11F-444B-A19F-8F1AF77F9D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7741" y="1620005"/>
            <a:ext cx="5364164" cy="200025"/>
          </a:xfrm>
        </p:spPr>
        <p:txBody>
          <a:bodyPr/>
          <a:lstStyle>
            <a:lvl1pPr>
              <a:spcBef>
                <a:spcPts val="0"/>
              </a:spcBef>
              <a:defRPr sz="1067" b="1" cap="all" spc="359" baseline="0"/>
            </a:lvl1pPr>
            <a:lvl2pPr>
              <a:defRPr sz="1067"/>
            </a:lvl2pPr>
            <a:lvl3pPr>
              <a:defRPr sz="1067"/>
            </a:lvl3pPr>
            <a:lvl4pPr>
              <a:defRPr sz="1067"/>
            </a:lvl4pPr>
            <a:lvl5pPr>
              <a:defRPr sz="1067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8646E490-5F28-4BD7-B53C-18A60C65847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11903" y="3526639"/>
            <a:ext cx="2700000" cy="2854800"/>
          </a:xfrm>
        </p:spPr>
        <p:txBody>
          <a:bodyPr/>
          <a:lstStyle/>
          <a:p>
            <a:r>
              <a:rPr lang="en-US"/>
              <a:t>Drag picture to placeholder or click icon to add</a:t>
            </a:r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90E2089-F7F1-4029-A7C8-A39659E5D2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11906" y="3321880"/>
            <a:ext cx="5627751" cy="198437"/>
          </a:xfrm>
        </p:spPr>
        <p:txBody>
          <a:bodyPr/>
          <a:lstStyle>
            <a:lvl1pPr>
              <a:defRPr sz="933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E3B36841-9718-4708-982C-EA49B38DD3D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11906" y="6413840"/>
            <a:ext cx="5627751" cy="198437"/>
          </a:xfrm>
        </p:spPr>
        <p:txBody>
          <a:bodyPr/>
          <a:lstStyle>
            <a:lvl1pPr>
              <a:defRPr sz="933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13">
            <a:extLst>
              <a:ext uri="{FF2B5EF4-FFF2-40B4-BE49-F238E27FC236}">
                <a16:creationId xmlns:a16="http://schemas.microsoft.com/office/drawing/2014/main" id="{4D409324-02BA-4D89-BA1E-35E575BEC37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251403" y="3526639"/>
            <a:ext cx="2700000" cy="2854800"/>
          </a:xfrm>
        </p:spPr>
        <p:txBody>
          <a:bodyPr/>
          <a:lstStyle/>
          <a:p>
            <a:r>
              <a:rPr lang="en-US"/>
              <a:t>Drag picture to placeholder or click icon to add</a:t>
            </a:r>
            <a:endParaRPr lang="en-GB"/>
          </a:p>
        </p:txBody>
      </p:sp>
      <p:sp>
        <p:nvSpPr>
          <p:cNvPr id="36" name="Picture Placeholder 13">
            <a:extLst>
              <a:ext uri="{FF2B5EF4-FFF2-40B4-BE49-F238E27FC236}">
                <a16:creationId xmlns:a16="http://schemas.microsoft.com/office/drawing/2014/main" id="{4C1F9084-752D-48B8-88F3-623CB20E30B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251222" y="239400"/>
            <a:ext cx="2700185" cy="3056400"/>
          </a:xfrm>
          <a:custGeom>
            <a:avLst/>
            <a:gdLst>
              <a:gd name="connsiteX0" fmla="*/ 0 w 4821933"/>
              <a:gd name="connsiteY0" fmla="*/ 0 h 3056400"/>
              <a:gd name="connsiteX1" fmla="*/ 4821933 w 4821933"/>
              <a:gd name="connsiteY1" fmla="*/ 0 h 3056400"/>
              <a:gd name="connsiteX2" fmla="*/ 4821933 w 4821933"/>
              <a:gd name="connsiteY2" fmla="*/ 3056400 h 3056400"/>
              <a:gd name="connsiteX3" fmla="*/ 0 w 4821933"/>
              <a:gd name="connsiteY3" fmla="*/ 3056400 h 3056400"/>
              <a:gd name="connsiteX4" fmla="*/ 0 w 4821933"/>
              <a:gd name="connsiteY4" fmla="*/ 0 h 3056400"/>
              <a:gd name="connsiteX0" fmla="*/ 0 w 4821933"/>
              <a:gd name="connsiteY0" fmla="*/ 1959 h 3058359"/>
              <a:gd name="connsiteX1" fmla="*/ 3415603 w 4821933"/>
              <a:gd name="connsiteY1" fmla="*/ 0 h 3058359"/>
              <a:gd name="connsiteX2" fmla="*/ 4821933 w 4821933"/>
              <a:gd name="connsiteY2" fmla="*/ 1959 h 3058359"/>
              <a:gd name="connsiteX3" fmla="*/ 4821933 w 4821933"/>
              <a:gd name="connsiteY3" fmla="*/ 3058359 h 3058359"/>
              <a:gd name="connsiteX4" fmla="*/ 0 w 4821933"/>
              <a:gd name="connsiteY4" fmla="*/ 3058359 h 3058359"/>
              <a:gd name="connsiteX5" fmla="*/ 0 w 4821933"/>
              <a:gd name="connsiteY5" fmla="*/ 1959 h 3058359"/>
              <a:gd name="connsiteX0" fmla="*/ 0 w 4821933"/>
              <a:gd name="connsiteY0" fmla="*/ 0 h 3056400"/>
              <a:gd name="connsiteX1" fmla="*/ 3415603 w 4821933"/>
              <a:gd name="connsiteY1" fmla="*/ 1409 h 3056400"/>
              <a:gd name="connsiteX2" fmla="*/ 4821933 w 4821933"/>
              <a:gd name="connsiteY2" fmla="*/ 0 h 3056400"/>
              <a:gd name="connsiteX3" fmla="*/ 4821933 w 4821933"/>
              <a:gd name="connsiteY3" fmla="*/ 3056400 h 3056400"/>
              <a:gd name="connsiteX4" fmla="*/ 0 w 4821933"/>
              <a:gd name="connsiteY4" fmla="*/ 3056400 h 3056400"/>
              <a:gd name="connsiteX5" fmla="*/ 0 w 4821933"/>
              <a:gd name="connsiteY5" fmla="*/ 0 h 3056400"/>
              <a:gd name="connsiteX0" fmla="*/ 0 w 4821933"/>
              <a:gd name="connsiteY0" fmla="*/ 0 h 3056400"/>
              <a:gd name="connsiteX1" fmla="*/ 3418971 w 4821933"/>
              <a:gd name="connsiteY1" fmla="*/ 1409 h 3056400"/>
              <a:gd name="connsiteX2" fmla="*/ 4821933 w 4821933"/>
              <a:gd name="connsiteY2" fmla="*/ 0 h 3056400"/>
              <a:gd name="connsiteX3" fmla="*/ 4821933 w 4821933"/>
              <a:gd name="connsiteY3" fmla="*/ 3056400 h 3056400"/>
              <a:gd name="connsiteX4" fmla="*/ 0 w 4821933"/>
              <a:gd name="connsiteY4" fmla="*/ 3056400 h 3056400"/>
              <a:gd name="connsiteX5" fmla="*/ 0 w 4821933"/>
              <a:gd name="connsiteY5" fmla="*/ 0 h 3056400"/>
              <a:gd name="connsiteX0" fmla="*/ 0 w 4821933"/>
              <a:gd name="connsiteY0" fmla="*/ 0 h 3056400"/>
              <a:gd name="connsiteX1" fmla="*/ 3418971 w 4821933"/>
              <a:gd name="connsiteY1" fmla="*/ 1409 h 3056400"/>
              <a:gd name="connsiteX2" fmla="*/ 4821933 w 4821933"/>
              <a:gd name="connsiteY2" fmla="*/ 0 h 3056400"/>
              <a:gd name="connsiteX3" fmla="*/ 4821933 w 4821933"/>
              <a:gd name="connsiteY3" fmla="*/ 3056400 h 3056400"/>
              <a:gd name="connsiteX4" fmla="*/ 0 w 4821933"/>
              <a:gd name="connsiteY4" fmla="*/ 3056400 h 3056400"/>
              <a:gd name="connsiteX5" fmla="*/ 0 w 4821933"/>
              <a:gd name="connsiteY5" fmla="*/ 0 h 3056400"/>
              <a:gd name="connsiteX0" fmla="*/ 0 w 4821933"/>
              <a:gd name="connsiteY0" fmla="*/ 1959 h 3058359"/>
              <a:gd name="connsiteX1" fmla="*/ 3418971 w 4821933"/>
              <a:gd name="connsiteY1" fmla="*/ 0 h 3058359"/>
              <a:gd name="connsiteX2" fmla="*/ 4821933 w 4821933"/>
              <a:gd name="connsiteY2" fmla="*/ 1959 h 3058359"/>
              <a:gd name="connsiteX3" fmla="*/ 4821933 w 4821933"/>
              <a:gd name="connsiteY3" fmla="*/ 3058359 h 3058359"/>
              <a:gd name="connsiteX4" fmla="*/ 0 w 4821933"/>
              <a:gd name="connsiteY4" fmla="*/ 3058359 h 3058359"/>
              <a:gd name="connsiteX5" fmla="*/ 0 w 4821933"/>
              <a:gd name="connsiteY5" fmla="*/ 1959 h 3058359"/>
              <a:gd name="connsiteX0" fmla="*/ 0 w 4821933"/>
              <a:gd name="connsiteY0" fmla="*/ 0 h 3056400"/>
              <a:gd name="connsiteX1" fmla="*/ 3418971 w 4821933"/>
              <a:gd name="connsiteY1" fmla="*/ 679 h 3056400"/>
              <a:gd name="connsiteX2" fmla="*/ 4821933 w 4821933"/>
              <a:gd name="connsiteY2" fmla="*/ 0 h 3056400"/>
              <a:gd name="connsiteX3" fmla="*/ 4821933 w 4821933"/>
              <a:gd name="connsiteY3" fmla="*/ 3056400 h 3056400"/>
              <a:gd name="connsiteX4" fmla="*/ 0 w 4821933"/>
              <a:gd name="connsiteY4" fmla="*/ 3056400 h 3056400"/>
              <a:gd name="connsiteX5" fmla="*/ 0 w 4821933"/>
              <a:gd name="connsiteY5" fmla="*/ 0 h 3056400"/>
              <a:gd name="connsiteX0" fmla="*/ 0 w 4821933"/>
              <a:gd name="connsiteY0" fmla="*/ 0 h 3056400"/>
              <a:gd name="connsiteX1" fmla="*/ 3418971 w 4821933"/>
              <a:gd name="connsiteY1" fmla="*/ 679 h 3056400"/>
              <a:gd name="connsiteX2" fmla="*/ 4343416 w 4821933"/>
              <a:gd name="connsiteY2" fmla="*/ 745 h 3056400"/>
              <a:gd name="connsiteX3" fmla="*/ 4821933 w 4821933"/>
              <a:gd name="connsiteY3" fmla="*/ 0 h 3056400"/>
              <a:gd name="connsiteX4" fmla="*/ 4821933 w 4821933"/>
              <a:gd name="connsiteY4" fmla="*/ 3056400 h 3056400"/>
              <a:gd name="connsiteX5" fmla="*/ 0 w 4821933"/>
              <a:gd name="connsiteY5" fmla="*/ 3056400 h 3056400"/>
              <a:gd name="connsiteX6" fmla="*/ 0 w 4821933"/>
              <a:gd name="connsiteY6" fmla="*/ 0 h 3056400"/>
              <a:gd name="connsiteX0" fmla="*/ 0 w 4821933"/>
              <a:gd name="connsiteY0" fmla="*/ 0 h 3056400"/>
              <a:gd name="connsiteX1" fmla="*/ 3418971 w 4821933"/>
              <a:gd name="connsiteY1" fmla="*/ 679 h 3056400"/>
              <a:gd name="connsiteX2" fmla="*/ 3744372 w 4821933"/>
              <a:gd name="connsiteY2" fmla="*/ 745 h 3056400"/>
              <a:gd name="connsiteX3" fmla="*/ 4343416 w 4821933"/>
              <a:gd name="connsiteY3" fmla="*/ 745 h 3056400"/>
              <a:gd name="connsiteX4" fmla="*/ 4821933 w 4821933"/>
              <a:gd name="connsiteY4" fmla="*/ 0 h 3056400"/>
              <a:gd name="connsiteX5" fmla="*/ 4821933 w 4821933"/>
              <a:gd name="connsiteY5" fmla="*/ 3056400 h 3056400"/>
              <a:gd name="connsiteX6" fmla="*/ 0 w 4821933"/>
              <a:gd name="connsiteY6" fmla="*/ 3056400 h 3056400"/>
              <a:gd name="connsiteX7" fmla="*/ 0 w 4821933"/>
              <a:gd name="connsiteY7" fmla="*/ 0 h 3056400"/>
              <a:gd name="connsiteX0" fmla="*/ 0 w 4821933"/>
              <a:gd name="connsiteY0" fmla="*/ 0 h 3056400"/>
              <a:gd name="connsiteX1" fmla="*/ 3418971 w 4821933"/>
              <a:gd name="connsiteY1" fmla="*/ 679 h 3056400"/>
              <a:gd name="connsiteX2" fmla="*/ 3417141 w 4821933"/>
              <a:gd name="connsiteY2" fmla="*/ 1388839 h 3056400"/>
              <a:gd name="connsiteX3" fmla="*/ 4343416 w 4821933"/>
              <a:gd name="connsiteY3" fmla="*/ 745 h 3056400"/>
              <a:gd name="connsiteX4" fmla="*/ 4821933 w 4821933"/>
              <a:gd name="connsiteY4" fmla="*/ 0 h 3056400"/>
              <a:gd name="connsiteX5" fmla="*/ 4821933 w 4821933"/>
              <a:gd name="connsiteY5" fmla="*/ 3056400 h 3056400"/>
              <a:gd name="connsiteX6" fmla="*/ 0 w 4821933"/>
              <a:gd name="connsiteY6" fmla="*/ 3056400 h 3056400"/>
              <a:gd name="connsiteX7" fmla="*/ 0 w 4821933"/>
              <a:gd name="connsiteY7" fmla="*/ 0 h 3056400"/>
              <a:gd name="connsiteX0" fmla="*/ 0 w 4821933"/>
              <a:gd name="connsiteY0" fmla="*/ 0 h 3056400"/>
              <a:gd name="connsiteX1" fmla="*/ 3416332 w 4821933"/>
              <a:gd name="connsiteY1" fmla="*/ 679 h 3056400"/>
              <a:gd name="connsiteX2" fmla="*/ 3417141 w 4821933"/>
              <a:gd name="connsiteY2" fmla="*/ 1388839 h 3056400"/>
              <a:gd name="connsiteX3" fmla="*/ 4343416 w 4821933"/>
              <a:gd name="connsiteY3" fmla="*/ 745 h 3056400"/>
              <a:gd name="connsiteX4" fmla="*/ 4821933 w 4821933"/>
              <a:gd name="connsiteY4" fmla="*/ 0 h 3056400"/>
              <a:gd name="connsiteX5" fmla="*/ 4821933 w 4821933"/>
              <a:gd name="connsiteY5" fmla="*/ 3056400 h 3056400"/>
              <a:gd name="connsiteX6" fmla="*/ 0 w 4821933"/>
              <a:gd name="connsiteY6" fmla="*/ 3056400 h 3056400"/>
              <a:gd name="connsiteX7" fmla="*/ 0 w 4821933"/>
              <a:gd name="connsiteY7" fmla="*/ 0 h 3056400"/>
              <a:gd name="connsiteX0" fmla="*/ 0 w 4821933"/>
              <a:gd name="connsiteY0" fmla="*/ 0 h 3056400"/>
              <a:gd name="connsiteX1" fmla="*/ 3416332 w 4821933"/>
              <a:gd name="connsiteY1" fmla="*/ 679 h 3056400"/>
              <a:gd name="connsiteX2" fmla="*/ 3414502 w 4821933"/>
              <a:gd name="connsiteY2" fmla="*/ 1388839 h 3056400"/>
              <a:gd name="connsiteX3" fmla="*/ 4343416 w 4821933"/>
              <a:gd name="connsiteY3" fmla="*/ 745 h 3056400"/>
              <a:gd name="connsiteX4" fmla="*/ 4821933 w 4821933"/>
              <a:gd name="connsiteY4" fmla="*/ 0 h 3056400"/>
              <a:gd name="connsiteX5" fmla="*/ 4821933 w 4821933"/>
              <a:gd name="connsiteY5" fmla="*/ 3056400 h 3056400"/>
              <a:gd name="connsiteX6" fmla="*/ 0 w 4821933"/>
              <a:gd name="connsiteY6" fmla="*/ 3056400 h 3056400"/>
              <a:gd name="connsiteX7" fmla="*/ 0 w 4821933"/>
              <a:gd name="connsiteY7" fmla="*/ 0 h 3056400"/>
              <a:gd name="connsiteX0" fmla="*/ 0 w 4821933"/>
              <a:gd name="connsiteY0" fmla="*/ 0 h 3056400"/>
              <a:gd name="connsiteX1" fmla="*/ 3416332 w 4821933"/>
              <a:gd name="connsiteY1" fmla="*/ 679 h 3056400"/>
              <a:gd name="connsiteX2" fmla="*/ 3414502 w 4821933"/>
              <a:gd name="connsiteY2" fmla="*/ 1388839 h 3056400"/>
              <a:gd name="connsiteX3" fmla="*/ 3989795 w 4821933"/>
              <a:gd name="connsiteY3" fmla="*/ 531177 h 3056400"/>
              <a:gd name="connsiteX4" fmla="*/ 4343416 w 4821933"/>
              <a:gd name="connsiteY4" fmla="*/ 745 h 3056400"/>
              <a:gd name="connsiteX5" fmla="*/ 4821933 w 4821933"/>
              <a:gd name="connsiteY5" fmla="*/ 0 h 3056400"/>
              <a:gd name="connsiteX6" fmla="*/ 4821933 w 4821933"/>
              <a:gd name="connsiteY6" fmla="*/ 3056400 h 3056400"/>
              <a:gd name="connsiteX7" fmla="*/ 0 w 4821933"/>
              <a:gd name="connsiteY7" fmla="*/ 3056400 h 3056400"/>
              <a:gd name="connsiteX8" fmla="*/ 0 w 4821933"/>
              <a:gd name="connsiteY8" fmla="*/ 0 h 3056400"/>
              <a:gd name="connsiteX0" fmla="*/ 0 w 4821933"/>
              <a:gd name="connsiteY0" fmla="*/ 0 h 3056400"/>
              <a:gd name="connsiteX1" fmla="*/ 3416332 w 4821933"/>
              <a:gd name="connsiteY1" fmla="*/ 679 h 3056400"/>
              <a:gd name="connsiteX2" fmla="*/ 3414502 w 4821933"/>
              <a:gd name="connsiteY2" fmla="*/ 1388839 h 3056400"/>
              <a:gd name="connsiteX3" fmla="*/ 4340777 w 4821933"/>
              <a:gd name="connsiteY3" fmla="*/ 1388839 h 3056400"/>
              <a:gd name="connsiteX4" fmla="*/ 4343416 w 4821933"/>
              <a:gd name="connsiteY4" fmla="*/ 745 h 3056400"/>
              <a:gd name="connsiteX5" fmla="*/ 4821933 w 4821933"/>
              <a:gd name="connsiteY5" fmla="*/ 0 h 3056400"/>
              <a:gd name="connsiteX6" fmla="*/ 4821933 w 4821933"/>
              <a:gd name="connsiteY6" fmla="*/ 3056400 h 3056400"/>
              <a:gd name="connsiteX7" fmla="*/ 0 w 4821933"/>
              <a:gd name="connsiteY7" fmla="*/ 3056400 h 3056400"/>
              <a:gd name="connsiteX8" fmla="*/ 0 w 4821933"/>
              <a:gd name="connsiteY8" fmla="*/ 0 h 3056400"/>
              <a:gd name="connsiteX0" fmla="*/ 0 w 4821933"/>
              <a:gd name="connsiteY0" fmla="*/ 0 h 3056400"/>
              <a:gd name="connsiteX1" fmla="*/ 3416332 w 4821933"/>
              <a:gd name="connsiteY1" fmla="*/ 679 h 3056400"/>
              <a:gd name="connsiteX2" fmla="*/ 3417141 w 4821933"/>
              <a:gd name="connsiteY2" fmla="*/ 1388839 h 3056400"/>
              <a:gd name="connsiteX3" fmla="*/ 4340777 w 4821933"/>
              <a:gd name="connsiteY3" fmla="*/ 1388839 h 3056400"/>
              <a:gd name="connsiteX4" fmla="*/ 4343416 w 4821933"/>
              <a:gd name="connsiteY4" fmla="*/ 745 h 3056400"/>
              <a:gd name="connsiteX5" fmla="*/ 4821933 w 4821933"/>
              <a:gd name="connsiteY5" fmla="*/ 0 h 3056400"/>
              <a:gd name="connsiteX6" fmla="*/ 4821933 w 4821933"/>
              <a:gd name="connsiteY6" fmla="*/ 3056400 h 3056400"/>
              <a:gd name="connsiteX7" fmla="*/ 0 w 4821933"/>
              <a:gd name="connsiteY7" fmla="*/ 3056400 h 3056400"/>
              <a:gd name="connsiteX8" fmla="*/ 0 w 4821933"/>
              <a:gd name="connsiteY8" fmla="*/ 0 h 3056400"/>
              <a:gd name="connsiteX0" fmla="*/ 0 w 4821933"/>
              <a:gd name="connsiteY0" fmla="*/ 0 h 3056400"/>
              <a:gd name="connsiteX1" fmla="*/ 3416332 w 4821933"/>
              <a:gd name="connsiteY1" fmla="*/ 679 h 3056400"/>
              <a:gd name="connsiteX2" fmla="*/ 3414565 w 4821933"/>
              <a:gd name="connsiteY2" fmla="*/ 1388839 h 3056400"/>
              <a:gd name="connsiteX3" fmla="*/ 4340777 w 4821933"/>
              <a:gd name="connsiteY3" fmla="*/ 1388839 h 3056400"/>
              <a:gd name="connsiteX4" fmla="*/ 4343416 w 4821933"/>
              <a:gd name="connsiteY4" fmla="*/ 745 h 3056400"/>
              <a:gd name="connsiteX5" fmla="*/ 4821933 w 4821933"/>
              <a:gd name="connsiteY5" fmla="*/ 0 h 3056400"/>
              <a:gd name="connsiteX6" fmla="*/ 4821933 w 4821933"/>
              <a:gd name="connsiteY6" fmla="*/ 3056400 h 3056400"/>
              <a:gd name="connsiteX7" fmla="*/ 0 w 4821933"/>
              <a:gd name="connsiteY7" fmla="*/ 3056400 h 3056400"/>
              <a:gd name="connsiteX8" fmla="*/ 0 w 4821933"/>
              <a:gd name="connsiteY8" fmla="*/ 0 h 3056400"/>
              <a:gd name="connsiteX0" fmla="*/ 0 w 4821933"/>
              <a:gd name="connsiteY0" fmla="*/ 0 h 3056400"/>
              <a:gd name="connsiteX1" fmla="*/ 3416332 w 4821933"/>
              <a:gd name="connsiteY1" fmla="*/ 679 h 3056400"/>
              <a:gd name="connsiteX2" fmla="*/ 3416947 w 4821933"/>
              <a:gd name="connsiteY2" fmla="*/ 1388839 h 3056400"/>
              <a:gd name="connsiteX3" fmla="*/ 4340777 w 4821933"/>
              <a:gd name="connsiteY3" fmla="*/ 1388839 h 3056400"/>
              <a:gd name="connsiteX4" fmla="*/ 4343416 w 4821933"/>
              <a:gd name="connsiteY4" fmla="*/ 745 h 3056400"/>
              <a:gd name="connsiteX5" fmla="*/ 4821933 w 4821933"/>
              <a:gd name="connsiteY5" fmla="*/ 0 h 3056400"/>
              <a:gd name="connsiteX6" fmla="*/ 4821933 w 4821933"/>
              <a:gd name="connsiteY6" fmla="*/ 3056400 h 3056400"/>
              <a:gd name="connsiteX7" fmla="*/ 0 w 4821933"/>
              <a:gd name="connsiteY7" fmla="*/ 3056400 h 3056400"/>
              <a:gd name="connsiteX8" fmla="*/ 0 w 4821933"/>
              <a:gd name="connsiteY8" fmla="*/ 0 h 3056400"/>
              <a:gd name="connsiteX0" fmla="*/ 0 w 4821933"/>
              <a:gd name="connsiteY0" fmla="*/ 0 h 3056400"/>
              <a:gd name="connsiteX1" fmla="*/ 3416332 w 4821933"/>
              <a:gd name="connsiteY1" fmla="*/ 679 h 3056400"/>
              <a:gd name="connsiteX2" fmla="*/ 3416947 w 4821933"/>
              <a:gd name="connsiteY2" fmla="*/ 1388839 h 3056400"/>
              <a:gd name="connsiteX3" fmla="*/ 4340777 w 4821933"/>
              <a:gd name="connsiteY3" fmla="*/ 1388839 h 3056400"/>
              <a:gd name="connsiteX4" fmla="*/ 4341035 w 4821933"/>
              <a:gd name="connsiteY4" fmla="*/ 745 h 3056400"/>
              <a:gd name="connsiteX5" fmla="*/ 4821933 w 4821933"/>
              <a:gd name="connsiteY5" fmla="*/ 0 h 3056400"/>
              <a:gd name="connsiteX6" fmla="*/ 4821933 w 4821933"/>
              <a:gd name="connsiteY6" fmla="*/ 3056400 h 3056400"/>
              <a:gd name="connsiteX7" fmla="*/ 0 w 4821933"/>
              <a:gd name="connsiteY7" fmla="*/ 3056400 h 3056400"/>
              <a:gd name="connsiteX8" fmla="*/ 0 w 4821933"/>
              <a:gd name="connsiteY8" fmla="*/ 0 h 3056400"/>
              <a:gd name="connsiteX0" fmla="*/ 0 w 4821933"/>
              <a:gd name="connsiteY0" fmla="*/ 0 h 3056400"/>
              <a:gd name="connsiteX1" fmla="*/ 3416332 w 4821933"/>
              <a:gd name="connsiteY1" fmla="*/ 679 h 3056400"/>
              <a:gd name="connsiteX2" fmla="*/ 3416947 w 4821933"/>
              <a:gd name="connsiteY2" fmla="*/ 1388839 h 3056400"/>
              <a:gd name="connsiteX3" fmla="*/ 4340777 w 4821933"/>
              <a:gd name="connsiteY3" fmla="*/ 1388839 h 3056400"/>
              <a:gd name="connsiteX4" fmla="*/ 4338654 w 4821933"/>
              <a:gd name="connsiteY4" fmla="*/ 745 h 3056400"/>
              <a:gd name="connsiteX5" fmla="*/ 4821933 w 4821933"/>
              <a:gd name="connsiteY5" fmla="*/ 0 h 3056400"/>
              <a:gd name="connsiteX6" fmla="*/ 4821933 w 4821933"/>
              <a:gd name="connsiteY6" fmla="*/ 3056400 h 3056400"/>
              <a:gd name="connsiteX7" fmla="*/ 0 w 4821933"/>
              <a:gd name="connsiteY7" fmla="*/ 3056400 h 3056400"/>
              <a:gd name="connsiteX8" fmla="*/ 0 w 4821933"/>
              <a:gd name="connsiteY8" fmla="*/ 0 h 3056400"/>
              <a:gd name="connsiteX0" fmla="*/ 0 w 4821933"/>
              <a:gd name="connsiteY0" fmla="*/ 0 h 3056400"/>
              <a:gd name="connsiteX1" fmla="*/ 3416332 w 4821933"/>
              <a:gd name="connsiteY1" fmla="*/ 679 h 3056400"/>
              <a:gd name="connsiteX2" fmla="*/ 3416947 w 4821933"/>
              <a:gd name="connsiteY2" fmla="*/ 1388839 h 3056400"/>
              <a:gd name="connsiteX3" fmla="*/ 4340777 w 4821933"/>
              <a:gd name="connsiteY3" fmla="*/ 1388839 h 3056400"/>
              <a:gd name="connsiteX4" fmla="*/ 4341035 w 4821933"/>
              <a:gd name="connsiteY4" fmla="*/ 745 h 3056400"/>
              <a:gd name="connsiteX5" fmla="*/ 4821933 w 4821933"/>
              <a:gd name="connsiteY5" fmla="*/ 0 h 3056400"/>
              <a:gd name="connsiteX6" fmla="*/ 4821933 w 4821933"/>
              <a:gd name="connsiteY6" fmla="*/ 3056400 h 3056400"/>
              <a:gd name="connsiteX7" fmla="*/ 0 w 4821933"/>
              <a:gd name="connsiteY7" fmla="*/ 3056400 h 3056400"/>
              <a:gd name="connsiteX8" fmla="*/ 0 w 4821933"/>
              <a:gd name="connsiteY8" fmla="*/ 0 h 3056400"/>
              <a:gd name="connsiteX0" fmla="*/ 0 w 4821933"/>
              <a:gd name="connsiteY0" fmla="*/ 0 h 3056400"/>
              <a:gd name="connsiteX1" fmla="*/ 3416332 w 4821933"/>
              <a:gd name="connsiteY1" fmla="*/ 679 h 3056400"/>
              <a:gd name="connsiteX2" fmla="*/ 3416947 w 4821933"/>
              <a:gd name="connsiteY2" fmla="*/ 1388839 h 3056400"/>
              <a:gd name="connsiteX3" fmla="*/ 4340777 w 4821933"/>
              <a:gd name="connsiteY3" fmla="*/ 1388839 h 3056400"/>
              <a:gd name="connsiteX4" fmla="*/ 4341035 w 4821933"/>
              <a:gd name="connsiteY4" fmla="*/ 745 h 3056400"/>
              <a:gd name="connsiteX5" fmla="*/ 4821933 w 4821933"/>
              <a:gd name="connsiteY5" fmla="*/ 0 h 3056400"/>
              <a:gd name="connsiteX6" fmla="*/ 4821933 w 4821933"/>
              <a:gd name="connsiteY6" fmla="*/ 3056400 h 3056400"/>
              <a:gd name="connsiteX7" fmla="*/ 0 w 4821933"/>
              <a:gd name="connsiteY7" fmla="*/ 3056400 h 3056400"/>
              <a:gd name="connsiteX8" fmla="*/ 0 w 4821933"/>
              <a:gd name="connsiteY8" fmla="*/ 0 h 3056400"/>
              <a:gd name="connsiteX0" fmla="*/ 0 w 4821933"/>
              <a:gd name="connsiteY0" fmla="*/ 0 h 3056400"/>
              <a:gd name="connsiteX1" fmla="*/ 3416332 w 4821933"/>
              <a:gd name="connsiteY1" fmla="*/ 679 h 3056400"/>
              <a:gd name="connsiteX2" fmla="*/ 3416947 w 4821933"/>
              <a:gd name="connsiteY2" fmla="*/ 1388839 h 3056400"/>
              <a:gd name="connsiteX3" fmla="*/ 4340777 w 4821933"/>
              <a:gd name="connsiteY3" fmla="*/ 1388839 h 3056400"/>
              <a:gd name="connsiteX4" fmla="*/ 4341035 w 4821933"/>
              <a:gd name="connsiteY4" fmla="*/ 745 h 3056400"/>
              <a:gd name="connsiteX5" fmla="*/ 4821933 w 4821933"/>
              <a:gd name="connsiteY5" fmla="*/ 0 h 3056400"/>
              <a:gd name="connsiteX6" fmla="*/ 4821933 w 4821933"/>
              <a:gd name="connsiteY6" fmla="*/ 3056400 h 3056400"/>
              <a:gd name="connsiteX7" fmla="*/ 0 w 4821933"/>
              <a:gd name="connsiteY7" fmla="*/ 3056400 h 3056400"/>
              <a:gd name="connsiteX8" fmla="*/ 0 w 4821933"/>
              <a:gd name="connsiteY8" fmla="*/ 0 h 3056400"/>
              <a:gd name="connsiteX0" fmla="*/ 2132587 w 4821933"/>
              <a:gd name="connsiteY0" fmla="*/ 0 h 3056400"/>
              <a:gd name="connsiteX1" fmla="*/ 3416332 w 4821933"/>
              <a:gd name="connsiteY1" fmla="*/ 679 h 3056400"/>
              <a:gd name="connsiteX2" fmla="*/ 3416947 w 4821933"/>
              <a:gd name="connsiteY2" fmla="*/ 1388839 h 3056400"/>
              <a:gd name="connsiteX3" fmla="*/ 4340777 w 4821933"/>
              <a:gd name="connsiteY3" fmla="*/ 1388839 h 3056400"/>
              <a:gd name="connsiteX4" fmla="*/ 4341035 w 4821933"/>
              <a:gd name="connsiteY4" fmla="*/ 745 h 3056400"/>
              <a:gd name="connsiteX5" fmla="*/ 4821933 w 4821933"/>
              <a:gd name="connsiteY5" fmla="*/ 0 h 3056400"/>
              <a:gd name="connsiteX6" fmla="*/ 4821933 w 4821933"/>
              <a:gd name="connsiteY6" fmla="*/ 3056400 h 3056400"/>
              <a:gd name="connsiteX7" fmla="*/ 0 w 4821933"/>
              <a:gd name="connsiteY7" fmla="*/ 3056400 h 3056400"/>
              <a:gd name="connsiteX8" fmla="*/ 2132587 w 4821933"/>
              <a:gd name="connsiteY8" fmla="*/ 0 h 3056400"/>
              <a:gd name="connsiteX0" fmla="*/ 2132587 w 4821933"/>
              <a:gd name="connsiteY0" fmla="*/ 6076 h 3056400"/>
              <a:gd name="connsiteX1" fmla="*/ 3416332 w 4821933"/>
              <a:gd name="connsiteY1" fmla="*/ 679 h 3056400"/>
              <a:gd name="connsiteX2" fmla="*/ 3416947 w 4821933"/>
              <a:gd name="connsiteY2" fmla="*/ 1388839 h 3056400"/>
              <a:gd name="connsiteX3" fmla="*/ 4340777 w 4821933"/>
              <a:gd name="connsiteY3" fmla="*/ 1388839 h 3056400"/>
              <a:gd name="connsiteX4" fmla="*/ 4341035 w 4821933"/>
              <a:gd name="connsiteY4" fmla="*/ 745 h 3056400"/>
              <a:gd name="connsiteX5" fmla="*/ 4821933 w 4821933"/>
              <a:gd name="connsiteY5" fmla="*/ 0 h 3056400"/>
              <a:gd name="connsiteX6" fmla="*/ 4821933 w 4821933"/>
              <a:gd name="connsiteY6" fmla="*/ 3056400 h 3056400"/>
              <a:gd name="connsiteX7" fmla="*/ 0 w 4821933"/>
              <a:gd name="connsiteY7" fmla="*/ 3056400 h 3056400"/>
              <a:gd name="connsiteX8" fmla="*/ 2132587 w 4821933"/>
              <a:gd name="connsiteY8" fmla="*/ 6076 h 3056400"/>
              <a:gd name="connsiteX0" fmla="*/ 2132587 w 4821933"/>
              <a:gd name="connsiteY0" fmla="*/ 0 h 3056400"/>
              <a:gd name="connsiteX1" fmla="*/ 3416332 w 4821933"/>
              <a:gd name="connsiteY1" fmla="*/ 679 h 3056400"/>
              <a:gd name="connsiteX2" fmla="*/ 3416947 w 4821933"/>
              <a:gd name="connsiteY2" fmla="*/ 1388839 h 3056400"/>
              <a:gd name="connsiteX3" fmla="*/ 4340777 w 4821933"/>
              <a:gd name="connsiteY3" fmla="*/ 1388839 h 3056400"/>
              <a:gd name="connsiteX4" fmla="*/ 4341035 w 4821933"/>
              <a:gd name="connsiteY4" fmla="*/ 745 h 3056400"/>
              <a:gd name="connsiteX5" fmla="*/ 4821933 w 4821933"/>
              <a:gd name="connsiteY5" fmla="*/ 0 h 3056400"/>
              <a:gd name="connsiteX6" fmla="*/ 4821933 w 4821933"/>
              <a:gd name="connsiteY6" fmla="*/ 3056400 h 3056400"/>
              <a:gd name="connsiteX7" fmla="*/ 0 w 4821933"/>
              <a:gd name="connsiteY7" fmla="*/ 3056400 h 3056400"/>
              <a:gd name="connsiteX8" fmla="*/ 2132587 w 4821933"/>
              <a:gd name="connsiteY8" fmla="*/ 0 h 3056400"/>
              <a:gd name="connsiteX0" fmla="*/ 6076 w 2695422"/>
              <a:gd name="connsiteY0" fmla="*/ 0 h 3056400"/>
              <a:gd name="connsiteX1" fmla="*/ 1289821 w 2695422"/>
              <a:gd name="connsiteY1" fmla="*/ 679 h 3056400"/>
              <a:gd name="connsiteX2" fmla="*/ 1290436 w 2695422"/>
              <a:gd name="connsiteY2" fmla="*/ 1388839 h 3056400"/>
              <a:gd name="connsiteX3" fmla="*/ 2214266 w 2695422"/>
              <a:gd name="connsiteY3" fmla="*/ 1388839 h 3056400"/>
              <a:gd name="connsiteX4" fmla="*/ 2214524 w 2695422"/>
              <a:gd name="connsiteY4" fmla="*/ 745 h 3056400"/>
              <a:gd name="connsiteX5" fmla="*/ 2695422 w 2695422"/>
              <a:gd name="connsiteY5" fmla="*/ 0 h 3056400"/>
              <a:gd name="connsiteX6" fmla="*/ 2695422 w 2695422"/>
              <a:gd name="connsiteY6" fmla="*/ 3056400 h 3056400"/>
              <a:gd name="connsiteX7" fmla="*/ 0 w 2695422"/>
              <a:gd name="connsiteY7" fmla="*/ 3056400 h 3056400"/>
              <a:gd name="connsiteX8" fmla="*/ 6076 w 2695422"/>
              <a:gd name="connsiteY8" fmla="*/ 0 h 3056400"/>
              <a:gd name="connsiteX0" fmla="*/ 1314 w 2690660"/>
              <a:gd name="connsiteY0" fmla="*/ 0 h 3056400"/>
              <a:gd name="connsiteX1" fmla="*/ 1285059 w 2690660"/>
              <a:gd name="connsiteY1" fmla="*/ 679 h 3056400"/>
              <a:gd name="connsiteX2" fmla="*/ 1285674 w 2690660"/>
              <a:gd name="connsiteY2" fmla="*/ 1388839 h 3056400"/>
              <a:gd name="connsiteX3" fmla="*/ 2209504 w 2690660"/>
              <a:gd name="connsiteY3" fmla="*/ 1388839 h 3056400"/>
              <a:gd name="connsiteX4" fmla="*/ 2209762 w 2690660"/>
              <a:gd name="connsiteY4" fmla="*/ 745 h 3056400"/>
              <a:gd name="connsiteX5" fmla="*/ 2690660 w 2690660"/>
              <a:gd name="connsiteY5" fmla="*/ 0 h 3056400"/>
              <a:gd name="connsiteX6" fmla="*/ 2690660 w 2690660"/>
              <a:gd name="connsiteY6" fmla="*/ 3056400 h 3056400"/>
              <a:gd name="connsiteX7" fmla="*/ 0 w 2690660"/>
              <a:gd name="connsiteY7" fmla="*/ 3056400 h 3056400"/>
              <a:gd name="connsiteX8" fmla="*/ 1314 w 2690660"/>
              <a:gd name="connsiteY8" fmla="*/ 0 h 3056400"/>
              <a:gd name="connsiteX0" fmla="*/ 226 w 2699097"/>
              <a:gd name="connsiteY0" fmla="*/ 0 h 3056400"/>
              <a:gd name="connsiteX1" fmla="*/ 1293496 w 2699097"/>
              <a:gd name="connsiteY1" fmla="*/ 679 h 3056400"/>
              <a:gd name="connsiteX2" fmla="*/ 1294111 w 2699097"/>
              <a:gd name="connsiteY2" fmla="*/ 1388839 h 3056400"/>
              <a:gd name="connsiteX3" fmla="*/ 2217941 w 2699097"/>
              <a:gd name="connsiteY3" fmla="*/ 1388839 h 3056400"/>
              <a:gd name="connsiteX4" fmla="*/ 2218199 w 2699097"/>
              <a:gd name="connsiteY4" fmla="*/ 745 h 3056400"/>
              <a:gd name="connsiteX5" fmla="*/ 2699097 w 2699097"/>
              <a:gd name="connsiteY5" fmla="*/ 0 h 3056400"/>
              <a:gd name="connsiteX6" fmla="*/ 2699097 w 2699097"/>
              <a:gd name="connsiteY6" fmla="*/ 3056400 h 3056400"/>
              <a:gd name="connsiteX7" fmla="*/ 8437 w 2699097"/>
              <a:gd name="connsiteY7" fmla="*/ 3056400 h 3056400"/>
              <a:gd name="connsiteX8" fmla="*/ 226 w 2699097"/>
              <a:gd name="connsiteY8" fmla="*/ 0 h 3056400"/>
              <a:gd name="connsiteX0" fmla="*/ 1314 w 2700185"/>
              <a:gd name="connsiteY0" fmla="*/ 0 h 3056400"/>
              <a:gd name="connsiteX1" fmla="*/ 1294584 w 2700185"/>
              <a:gd name="connsiteY1" fmla="*/ 679 h 3056400"/>
              <a:gd name="connsiteX2" fmla="*/ 1295199 w 2700185"/>
              <a:gd name="connsiteY2" fmla="*/ 1388839 h 3056400"/>
              <a:gd name="connsiteX3" fmla="*/ 2219029 w 2700185"/>
              <a:gd name="connsiteY3" fmla="*/ 1388839 h 3056400"/>
              <a:gd name="connsiteX4" fmla="*/ 2219287 w 2700185"/>
              <a:gd name="connsiteY4" fmla="*/ 745 h 3056400"/>
              <a:gd name="connsiteX5" fmla="*/ 2700185 w 2700185"/>
              <a:gd name="connsiteY5" fmla="*/ 0 h 3056400"/>
              <a:gd name="connsiteX6" fmla="*/ 2700185 w 2700185"/>
              <a:gd name="connsiteY6" fmla="*/ 3056400 h 3056400"/>
              <a:gd name="connsiteX7" fmla="*/ 0 w 2700185"/>
              <a:gd name="connsiteY7" fmla="*/ 3056400 h 3056400"/>
              <a:gd name="connsiteX8" fmla="*/ 1314 w 2700185"/>
              <a:gd name="connsiteY8" fmla="*/ 0 h 3056400"/>
              <a:gd name="connsiteX0" fmla="*/ 1314 w 2700185"/>
              <a:gd name="connsiteY0" fmla="*/ 0 h 3056400"/>
              <a:gd name="connsiteX1" fmla="*/ 1294584 w 2700185"/>
              <a:gd name="connsiteY1" fmla="*/ 679 h 3056400"/>
              <a:gd name="connsiteX2" fmla="*/ 1295199 w 2700185"/>
              <a:gd name="connsiteY2" fmla="*/ 1388839 h 3056400"/>
              <a:gd name="connsiteX3" fmla="*/ 2219029 w 2700185"/>
              <a:gd name="connsiteY3" fmla="*/ 984027 h 3056400"/>
              <a:gd name="connsiteX4" fmla="*/ 2219287 w 2700185"/>
              <a:gd name="connsiteY4" fmla="*/ 745 h 3056400"/>
              <a:gd name="connsiteX5" fmla="*/ 2700185 w 2700185"/>
              <a:gd name="connsiteY5" fmla="*/ 0 h 3056400"/>
              <a:gd name="connsiteX6" fmla="*/ 2700185 w 2700185"/>
              <a:gd name="connsiteY6" fmla="*/ 3056400 h 3056400"/>
              <a:gd name="connsiteX7" fmla="*/ 0 w 2700185"/>
              <a:gd name="connsiteY7" fmla="*/ 3056400 h 3056400"/>
              <a:gd name="connsiteX8" fmla="*/ 1314 w 2700185"/>
              <a:gd name="connsiteY8" fmla="*/ 0 h 3056400"/>
              <a:gd name="connsiteX0" fmla="*/ 1314 w 2700185"/>
              <a:gd name="connsiteY0" fmla="*/ 0 h 3056400"/>
              <a:gd name="connsiteX1" fmla="*/ 1294584 w 2700185"/>
              <a:gd name="connsiteY1" fmla="*/ 679 h 3056400"/>
              <a:gd name="connsiteX2" fmla="*/ 1295199 w 2700185"/>
              <a:gd name="connsiteY2" fmla="*/ 984026 h 3056400"/>
              <a:gd name="connsiteX3" fmla="*/ 2219029 w 2700185"/>
              <a:gd name="connsiteY3" fmla="*/ 984027 h 3056400"/>
              <a:gd name="connsiteX4" fmla="*/ 2219287 w 2700185"/>
              <a:gd name="connsiteY4" fmla="*/ 745 h 3056400"/>
              <a:gd name="connsiteX5" fmla="*/ 2700185 w 2700185"/>
              <a:gd name="connsiteY5" fmla="*/ 0 h 3056400"/>
              <a:gd name="connsiteX6" fmla="*/ 2700185 w 2700185"/>
              <a:gd name="connsiteY6" fmla="*/ 3056400 h 3056400"/>
              <a:gd name="connsiteX7" fmla="*/ 0 w 2700185"/>
              <a:gd name="connsiteY7" fmla="*/ 3056400 h 3056400"/>
              <a:gd name="connsiteX8" fmla="*/ 1314 w 2700185"/>
              <a:gd name="connsiteY8" fmla="*/ 0 h 3056400"/>
              <a:gd name="connsiteX0" fmla="*/ 1314 w 2700185"/>
              <a:gd name="connsiteY0" fmla="*/ 0 h 3056400"/>
              <a:gd name="connsiteX1" fmla="*/ 1294584 w 2700185"/>
              <a:gd name="connsiteY1" fmla="*/ 679 h 3056400"/>
              <a:gd name="connsiteX2" fmla="*/ 1559518 w 2700185"/>
              <a:gd name="connsiteY2" fmla="*/ 984026 h 3056400"/>
              <a:gd name="connsiteX3" fmla="*/ 2219029 w 2700185"/>
              <a:gd name="connsiteY3" fmla="*/ 984027 h 3056400"/>
              <a:gd name="connsiteX4" fmla="*/ 2219287 w 2700185"/>
              <a:gd name="connsiteY4" fmla="*/ 745 h 3056400"/>
              <a:gd name="connsiteX5" fmla="*/ 2700185 w 2700185"/>
              <a:gd name="connsiteY5" fmla="*/ 0 h 3056400"/>
              <a:gd name="connsiteX6" fmla="*/ 2700185 w 2700185"/>
              <a:gd name="connsiteY6" fmla="*/ 3056400 h 3056400"/>
              <a:gd name="connsiteX7" fmla="*/ 0 w 2700185"/>
              <a:gd name="connsiteY7" fmla="*/ 3056400 h 3056400"/>
              <a:gd name="connsiteX8" fmla="*/ 1314 w 2700185"/>
              <a:gd name="connsiteY8" fmla="*/ 0 h 3056400"/>
              <a:gd name="connsiteX0" fmla="*/ 1314 w 2700185"/>
              <a:gd name="connsiteY0" fmla="*/ 0 h 3056400"/>
              <a:gd name="connsiteX1" fmla="*/ 1558903 w 2700185"/>
              <a:gd name="connsiteY1" fmla="*/ 679 h 3056400"/>
              <a:gd name="connsiteX2" fmla="*/ 1559518 w 2700185"/>
              <a:gd name="connsiteY2" fmla="*/ 984026 h 3056400"/>
              <a:gd name="connsiteX3" fmla="*/ 2219029 w 2700185"/>
              <a:gd name="connsiteY3" fmla="*/ 984027 h 3056400"/>
              <a:gd name="connsiteX4" fmla="*/ 2219287 w 2700185"/>
              <a:gd name="connsiteY4" fmla="*/ 745 h 3056400"/>
              <a:gd name="connsiteX5" fmla="*/ 2700185 w 2700185"/>
              <a:gd name="connsiteY5" fmla="*/ 0 h 3056400"/>
              <a:gd name="connsiteX6" fmla="*/ 2700185 w 2700185"/>
              <a:gd name="connsiteY6" fmla="*/ 3056400 h 3056400"/>
              <a:gd name="connsiteX7" fmla="*/ 0 w 2700185"/>
              <a:gd name="connsiteY7" fmla="*/ 3056400 h 3056400"/>
              <a:gd name="connsiteX8" fmla="*/ 1314 w 2700185"/>
              <a:gd name="connsiteY8" fmla="*/ 0 h 305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00185" h="3056400">
                <a:moveTo>
                  <a:pt x="1314" y="0"/>
                </a:moveTo>
                <a:lnTo>
                  <a:pt x="1558903" y="679"/>
                </a:lnTo>
                <a:cubicBezTo>
                  <a:pt x="1559173" y="463399"/>
                  <a:pt x="1559248" y="521306"/>
                  <a:pt x="1559518" y="984026"/>
                </a:cubicBezTo>
                <a:lnTo>
                  <a:pt x="2219029" y="984027"/>
                </a:lnTo>
                <a:cubicBezTo>
                  <a:pt x="2217527" y="521329"/>
                  <a:pt x="2218407" y="463443"/>
                  <a:pt x="2219287" y="745"/>
                </a:cubicBezTo>
                <a:lnTo>
                  <a:pt x="2700185" y="0"/>
                </a:lnTo>
                <a:lnTo>
                  <a:pt x="2700185" y="3056400"/>
                </a:lnTo>
                <a:lnTo>
                  <a:pt x="0" y="3056400"/>
                </a:lnTo>
                <a:cubicBezTo>
                  <a:pt x="2025" y="2037600"/>
                  <a:pt x="-711" y="1018800"/>
                  <a:pt x="1314" y="0"/>
                </a:cubicBezTo>
                <a:close/>
              </a:path>
            </a:pathLst>
          </a:custGeom>
        </p:spPr>
        <p:txBody>
          <a:bodyPr/>
          <a:lstStyle/>
          <a:p>
            <a:r>
              <a:rPr lang="en-US"/>
              <a:t>Drag picture to placeholder or click icon to add</a:t>
            </a:r>
            <a:endParaRPr lang="en-GB"/>
          </a:p>
        </p:txBody>
      </p:sp>
      <p:grpSp>
        <p:nvGrpSpPr>
          <p:cNvPr id="37" name="Group 36"/>
          <p:cNvGrpSpPr>
            <a:grpSpLocks noChangeAspect="1"/>
          </p:cNvGrpSpPr>
          <p:nvPr userDrawn="1"/>
        </p:nvGrpSpPr>
        <p:grpSpPr>
          <a:xfrm>
            <a:off x="10810891" y="3"/>
            <a:ext cx="658803" cy="1222741"/>
            <a:chOff x="10546428" y="-86005"/>
            <a:chExt cx="923259" cy="1713580"/>
          </a:xfrm>
        </p:grpSpPr>
        <p:sp>
          <p:nvSpPr>
            <p:cNvPr id="38" name="Rectangle 37"/>
            <p:cNvSpPr/>
            <p:nvPr userDrawn="1"/>
          </p:nvSpPr>
          <p:spPr bwMode="white">
            <a:xfrm>
              <a:off x="10546428" y="-86005"/>
              <a:ext cx="923259" cy="17135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06"/>
              <a:endParaRPr lang="en-GB" sz="1867">
                <a:solidFill>
                  <a:prstClr val="white"/>
                </a:solidFill>
              </a:endParaRPr>
            </a:p>
          </p:txBody>
        </p:sp>
        <p:grpSp>
          <p:nvGrpSpPr>
            <p:cNvPr id="39" name="Group 38"/>
            <p:cNvGrpSpPr>
              <a:grpSpLocks noChangeAspect="1"/>
            </p:cNvGrpSpPr>
            <p:nvPr userDrawn="1"/>
          </p:nvGrpSpPr>
          <p:grpSpPr>
            <a:xfrm>
              <a:off x="10639077" y="333830"/>
              <a:ext cx="767941" cy="1201994"/>
              <a:chOff x="3986213" y="0"/>
              <a:chExt cx="4381501" cy="6858001"/>
            </a:xfrm>
            <a:solidFill>
              <a:schemeClr val="tx2"/>
            </a:solidFill>
          </p:grpSpPr>
          <p:sp>
            <p:nvSpPr>
              <p:cNvPr id="40" name="Freeform 5"/>
              <p:cNvSpPr>
                <a:spLocks/>
              </p:cNvSpPr>
              <p:nvPr/>
            </p:nvSpPr>
            <p:spPr bwMode="auto">
              <a:xfrm>
                <a:off x="6521451" y="1746250"/>
                <a:ext cx="1846263" cy="2443163"/>
              </a:xfrm>
              <a:custGeom>
                <a:avLst/>
                <a:gdLst>
                  <a:gd name="T0" fmla="*/ 113 w 206"/>
                  <a:gd name="T1" fmla="*/ 196 h 273"/>
                  <a:gd name="T2" fmla="*/ 70 w 206"/>
                  <a:gd name="T3" fmla="*/ 273 h 273"/>
                  <a:gd name="T4" fmla="*/ 184 w 206"/>
                  <a:gd name="T5" fmla="*/ 273 h 273"/>
                  <a:gd name="T6" fmla="*/ 0 w 206"/>
                  <a:gd name="T7" fmla="*/ 0 h 273"/>
                  <a:gd name="T8" fmla="*/ 113 w 206"/>
                  <a:gd name="T9" fmla="*/ 196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6" h="273">
                    <a:moveTo>
                      <a:pt x="113" y="196"/>
                    </a:moveTo>
                    <a:cubicBezTo>
                      <a:pt x="106" y="226"/>
                      <a:pt x="91" y="252"/>
                      <a:pt x="70" y="273"/>
                    </a:cubicBezTo>
                    <a:cubicBezTo>
                      <a:pt x="184" y="273"/>
                      <a:pt x="184" y="273"/>
                      <a:pt x="184" y="273"/>
                    </a:cubicBezTo>
                    <a:cubicBezTo>
                      <a:pt x="206" y="154"/>
                      <a:pt x="128" y="28"/>
                      <a:pt x="0" y="0"/>
                    </a:cubicBezTo>
                    <a:cubicBezTo>
                      <a:pt x="26" y="7"/>
                      <a:pt x="138" y="60"/>
                      <a:pt x="113" y="196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41" name="Freeform 6"/>
              <p:cNvSpPr>
                <a:spLocks/>
              </p:cNvSpPr>
              <p:nvPr/>
            </p:nvSpPr>
            <p:spPr bwMode="auto">
              <a:xfrm>
                <a:off x="3986213" y="0"/>
                <a:ext cx="4219575" cy="4189413"/>
              </a:xfrm>
              <a:custGeom>
                <a:avLst/>
                <a:gdLst>
                  <a:gd name="T0" fmla="*/ 0 w 471"/>
                  <a:gd name="T1" fmla="*/ 0 h 468"/>
                  <a:gd name="T2" fmla="*/ 0 w 471"/>
                  <a:gd name="T3" fmla="*/ 468 h 468"/>
                  <a:gd name="T4" fmla="*/ 50 w 471"/>
                  <a:gd name="T5" fmla="*/ 468 h 468"/>
                  <a:gd name="T6" fmla="*/ 104 w 471"/>
                  <a:gd name="T7" fmla="*/ 466 h 468"/>
                  <a:gd name="T8" fmla="*/ 247 w 471"/>
                  <a:gd name="T9" fmla="*/ 346 h 468"/>
                  <a:gd name="T10" fmla="*/ 161 w 471"/>
                  <a:gd name="T11" fmla="*/ 219 h 468"/>
                  <a:gd name="T12" fmla="*/ 157 w 471"/>
                  <a:gd name="T13" fmla="*/ 218 h 468"/>
                  <a:gd name="T14" fmla="*/ 100 w 471"/>
                  <a:gd name="T15" fmla="*/ 212 h 468"/>
                  <a:gd name="T16" fmla="*/ 92 w 471"/>
                  <a:gd name="T17" fmla="*/ 243 h 468"/>
                  <a:gd name="T18" fmla="*/ 81 w 471"/>
                  <a:gd name="T19" fmla="*/ 165 h 468"/>
                  <a:gd name="T20" fmla="*/ 124 w 471"/>
                  <a:gd name="T21" fmla="*/ 123 h 468"/>
                  <a:gd name="T22" fmla="*/ 124 w 471"/>
                  <a:gd name="T23" fmla="*/ 122 h 468"/>
                  <a:gd name="T24" fmla="*/ 186 w 471"/>
                  <a:gd name="T25" fmla="*/ 78 h 468"/>
                  <a:gd name="T26" fmla="*/ 259 w 471"/>
                  <a:gd name="T27" fmla="*/ 58 h 468"/>
                  <a:gd name="T28" fmla="*/ 471 w 471"/>
                  <a:gd name="T29" fmla="*/ 151 h 468"/>
                  <a:gd name="T30" fmla="*/ 471 w 471"/>
                  <a:gd name="T31" fmla="*/ 0 h 468"/>
                  <a:gd name="T32" fmla="*/ 0 w 471"/>
                  <a:gd name="T33" fmla="*/ 0 h 4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71" h="468">
                    <a:moveTo>
                      <a:pt x="0" y="0"/>
                    </a:moveTo>
                    <a:cubicBezTo>
                      <a:pt x="0" y="468"/>
                      <a:pt x="0" y="468"/>
                      <a:pt x="0" y="468"/>
                    </a:cubicBezTo>
                    <a:cubicBezTo>
                      <a:pt x="50" y="468"/>
                      <a:pt x="50" y="468"/>
                      <a:pt x="50" y="468"/>
                    </a:cubicBezTo>
                    <a:cubicBezTo>
                      <a:pt x="80" y="468"/>
                      <a:pt x="87" y="468"/>
                      <a:pt x="104" y="466"/>
                    </a:cubicBezTo>
                    <a:cubicBezTo>
                      <a:pt x="175" y="455"/>
                      <a:pt x="240" y="397"/>
                      <a:pt x="247" y="346"/>
                    </a:cubicBezTo>
                    <a:cubicBezTo>
                      <a:pt x="258" y="285"/>
                      <a:pt x="225" y="232"/>
                      <a:pt x="161" y="219"/>
                    </a:cubicBezTo>
                    <a:cubicBezTo>
                      <a:pt x="160" y="219"/>
                      <a:pt x="159" y="218"/>
                      <a:pt x="157" y="218"/>
                    </a:cubicBezTo>
                    <a:cubicBezTo>
                      <a:pt x="155" y="218"/>
                      <a:pt x="124" y="218"/>
                      <a:pt x="100" y="212"/>
                    </a:cubicBezTo>
                    <a:cubicBezTo>
                      <a:pt x="100" y="212"/>
                      <a:pt x="87" y="223"/>
                      <a:pt x="92" y="243"/>
                    </a:cubicBezTo>
                    <a:cubicBezTo>
                      <a:pt x="92" y="243"/>
                      <a:pt x="61" y="210"/>
                      <a:pt x="81" y="165"/>
                    </a:cubicBezTo>
                    <a:cubicBezTo>
                      <a:pt x="81" y="165"/>
                      <a:pt x="90" y="144"/>
                      <a:pt x="124" y="123"/>
                    </a:cubicBezTo>
                    <a:cubicBezTo>
                      <a:pt x="124" y="123"/>
                      <a:pt x="124" y="122"/>
                      <a:pt x="124" y="122"/>
                    </a:cubicBezTo>
                    <a:cubicBezTo>
                      <a:pt x="133" y="111"/>
                      <a:pt x="155" y="93"/>
                      <a:pt x="186" y="78"/>
                    </a:cubicBezTo>
                    <a:cubicBezTo>
                      <a:pt x="201" y="71"/>
                      <a:pt x="228" y="61"/>
                      <a:pt x="259" y="58"/>
                    </a:cubicBezTo>
                    <a:cubicBezTo>
                      <a:pt x="397" y="45"/>
                      <a:pt x="471" y="151"/>
                      <a:pt x="471" y="151"/>
                    </a:cubicBezTo>
                    <a:cubicBezTo>
                      <a:pt x="471" y="0"/>
                      <a:pt x="471" y="0"/>
                      <a:pt x="47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42" name="Freeform 7"/>
              <p:cNvSpPr>
                <a:spLocks/>
              </p:cNvSpPr>
              <p:nvPr/>
            </p:nvSpPr>
            <p:spPr bwMode="auto">
              <a:xfrm>
                <a:off x="5545138" y="939800"/>
                <a:ext cx="2660650" cy="1011238"/>
              </a:xfrm>
              <a:custGeom>
                <a:avLst/>
                <a:gdLst>
                  <a:gd name="T0" fmla="*/ 167 w 297"/>
                  <a:gd name="T1" fmla="*/ 9 h 113"/>
                  <a:gd name="T2" fmla="*/ 0 w 297"/>
                  <a:gd name="T3" fmla="*/ 48 h 113"/>
                  <a:gd name="T4" fmla="*/ 33 w 297"/>
                  <a:gd name="T5" fmla="*/ 33 h 113"/>
                  <a:gd name="T6" fmla="*/ 61 w 297"/>
                  <a:gd name="T7" fmla="*/ 60 h 113"/>
                  <a:gd name="T8" fmla="*/ 103 w 297"/>
                  <a:gd name="T9" fmla="*/ 34 h 113"/>
                  <a:gd name="T10" fmla="*/ 103 w 297"/>
                  <a:gd name="T11" fmla="*/ 20 h 113"/>
                  <a:gd name="T12" fmla="*/ 297 w 297"/>
                  <a:gd name="T13" fmla="*/ 113 h 113"/>
                  <a:gd name="T14" fmla="*/ 297 w 297"/>
                  <a:gd name="T15" fmla="*/ 71 h 113"/>
                  <a:gd name="T16" fmla="*/ 167 w 297"/>
                  <a:gd name="T17" fmla="*/ 9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7" h="113">
                    <a:moveTo>
                      <a:pt x="167" y="9"/>
                    </a:moveTo>
                    <a:cubicBezTo>
                      <a:pt x="100" y="0"/>
                      <a:pt x="44" y="17"/>
                      <a:pt x="0" y="48"/>
                    </a:cubicBezTo>
                    <a:cubicBezTo>
                      <a:pt x="0" y="48"/>
                      <a:pt x="13" y="40"/>
                      <a:pt x="33" y="33"/>
                    </a:cubicBezTo>
                    <a:cubicBezTo>
                      <a:pt x="36" y="46"/>
                      <a:pt x="47" y="57"/>
                      <a:pt x="61" y="60"/>
                    </a:cubicBezTo>
                    <a:cubicBezTo>
                      <a:pt x="81" y="64"/>
                      <a:pt x="100" y="52"/>
                      <a:pt x="103" y="34"/>
                    </a:cubicBezTo>
                    <a:cubicBezTo>
                      <a:pt x="104" y="30"/>
                      <a:pt x="104" y="25"/>
                      <a:pt x="103" y="20"/>
                    </a:cubicBezTo>
                    <a:cubicBezTo>
                      <a:pt x="230" y="16"/>
                      <a:pt x="297" y="113"/>
                      <a:pt x="297" y="113"/>
                    </a:cubicBezTo>
                    <a:cubicBezTo>
                      <a:pt x="297" y="71"/>
                      <a:pt x="297" y="71"/>
                      <a:pt x="297" y="71"/>
                    </a:cubicBezTo>
                    <a:cubicBezTo>
                      <a:pt x="278" y="52"/>
                      <a:pt x="226" y="15"/>
                      <a:pt x="167" y="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43" name="Freeform 8"/>
              <p:cNvSpPr>
                <a:spLocks noEditPoints="1"/>
              </p:cNvSpPr>
              <p:nvPr/>
            </p:nvSpPr>
            <p:spPr bwMode="auto">
              <a:xfrm>
                <a:off x="3986213" y="6007100"/>
                <a:ext cx="796925" cy="833438"/>
              </a:xfrm>
              <a:custGeom>
                <a:avLst/>
                <a:gdLst>
                  <a:gd name="T0" fmla="*/ 310 w 502"/>
                  <a:gd name="T1" fmla="*/ 311 h 525"/>
                  <a:gd name="T2" fmla="*/ 248 w 502"/>
                  <a:gd name="T3" fmla="*/ 124 h 525"/>
                  <a:gd name="T4" fmla="*/ 186 w 502"/>
                  <a:gd name="T5" fmla="*/ 311 h 525"/>
                  <a:gd name="T6" fmla="*/ 310 w 502"/>
                  <a:gd name="T7" fmla="*/ 311 h 525"/>
                  <a:gd name="T8" fmla="*/ 198 w 502"/>
                  <a:gd name="T9" fmla="*/ 0 h 525"/>
                  <a:gd name="T10" fmla="*/ 305 w 502"/>
                  <a:gd name="T11" fmla="*/ 0 h 525"/>
                  <a:gd name="T12" fmla="*/ 502 w 502"/>
                  <a:gd name="T13" fmla="*/ 525 h 525"/>
                  <a:gd name="T14" fmla="*/ 384 w 502"/>
                  <a:gd name="T15" fmla="*/ 525 h 525"/>
                  <a:gd name="T16" fmla="*/ 339 w 502"/>
                  <a:gd name="T17" fmla="*/ 401 h 525"/>
                  <a:gd name="T18" fmla="*/ 158 w 502"/>
                  <a:gd name="T19" fmla="*/ 401 h 525"/>
                  <a:gd name="T20" fmla="*/ 113 w 502"/>
                  <a:gd name="T21" fmla="*/ 525 h 525"/>
                  <a:gd name="T22" fmla="*/ 0 w 502"/>
                  <a:gd name="T23" fmla="*/ 525 h 525"/>
                  <a:gd name="T24" fmla="*/ 198 w 502"/>
                  <a:gd name="T25" fmla="*/ 0 h 5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02" h="525">
                    <a:moveTo>
                      <a:pt x="310" y="311"/>
                    </a:moveTo>
                    <a:lnTo>
                      <a:pt x="248" y="124"/>
                    </a:lnTo>
                    <a:lnTo>
                      <a:pt x="186" y="311"/>
                    </a:lnTo>
                    <a:lnTo>
                      <a:pt x="310" y="311"/>
                    </a:lnTo>
                    <a:close/>
                    <a:moveTo>
                      <a:pt x="198" y="0"/>
                    </a:moveTo>
                    <a:lnTo>
                      <a:pt x="305" y="0"/>
                    </a:lnTo>
                    <a:lnTo>
                      <a:pt x="502" y="525"/>
                    </a:lnTo>
                    <a:lnTo>
                      <a:pt x="384" y="525"/>
                    </a:lnTo>
                    <a:lnTo>
                      <a:pt x="339" y="401"/>
                    </a:lnTo>
                    <a:lnTo>
                      <a:pt x="158" y="401"/>
                    </a:lnTo>
                    <a:lnTo>
                      <a:pt x="113" y="525"/>
                    </a:lnTo>
                    <a:lnTo>
                      <a:pt x="0" y="525"/>
                    </a:lnTo>
                    <a:lnTo>
                      <a:pt x="19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44" name="Freeform 9"/>
              <p:cNvSpPr>
                <a:spLocks noEditPoints="1"/>
              </p:cNvSpPr>
              <p:nvPr/>
            </p:nvSpPr>
            <p:spPr bwMode="auto">
              <a:xfrm>
                <a:off x="4881563" y="6007100"/>
                <a:ext cx="717550" cy="833438"/>
              </a:xfrm>
              <a:custGeom>
                <a:avLst/>
                <a:gdLst>
                  <a:gd name="T0" fmla="*/ 32 w 80"/>
                  <a:gd name="T1" fmla="*/ 76 h 93"/>
                  <a:gd name="T2" fmla="*/ 45 w 80"/>
                  <a:gd name="T3" fmla="*/ 74 h 93"/>
                  <a:gd name="T4" fmla="*/ 53 w 80"/>
                  <a:gd name="T5" fmla="*/ 68 h 93"/>
                  <a:gd name="T6" fmla="*/ 58 w 80"/>
                  <a:gd name="T7" fmla="*/ 58 h 93"/>
                  <a:gd name="T8" fmla="*/ 60 w 80"/>
                  <a:gd name="T9" fmla="*/ 46 h 93"/>
                  <a:gd name="T10" fmla="*/ 59 w 80"/>
                  <a:gd name="T11" fmla="*/ 34 h 93"/>
                  <a:gd name="T12" fmla="*/ 54 w 80"/>
                  <a:gd name="T13" fmla="*/ 24 h 93"/>
                  <a:gd name="T14" fmla="*/ 46 w 80"/>
                  <a:gd name="T15" fmla="*/ 18 h 93"/>
                  <a:gd name="T16" fmla="*/ 35 w 80"/>
                  <a:gd name="T17" fmla="*/ 16 h 93"/>
                  <a:gd name="T18" fmla="*/ 19 w 80"/>
                  <a:gd name="T19" fmla="*/ 16 h 93"/>
                  <a:gd name="T20" fmla="*/ 19 w 80"/>
                  <a:gd name="T21" fmla="*/ 76 h 93"/>
                  <a:gd name="T22" fmla="*/ 32 w 80"/>
                  <a:gd name="T23" fmla="*/ 76 h 93"/>
                  <a:gd name="T24" fmla="*/ 0 w 80"/>
                  <a:gd name="T25" fmla="*/ 0 h 93"/>
                  <a:gd name="T26" fmla="*/ 35 w 80"/>
                  <a:gd name="T27" fmla="*/ 0 h 93"/>
                  <a:gd name="T28" fmla="*/ 68 w 80"/>
                  <a:gd name="T29" fmla="*/ 11 h 93"/>
                  <a:gd name="T30" fmla="*/ 80 w 80"/>
                  <a:gd name="T31" fmla="*/ 46 h 93"/>
                  <a:gd name="T32" fmla="*/ 77 w 80"/>
                  <a:gd name="T33" fmla="*/ 66 h 93"/>
                  <a:gd name="T34" fmla="*/ 67 w 80"/>
                  <a:gd name="T35" fmla="*/ 81 h 93"/>
                  <a:gd name="T36" fmla="*/ 52 w 80"/>
                  <a:gd name="T37" fmla="*/ 90 h 93"/>
                  <a:gd name="T38" fmla="*/ 31 w 80"/>
                  <a:gd name="T39" fmla="*/ 93 h 93"/>
                  <a:gd name="T40" fmla="*/ 0 w 80"/>
                  <a:gd name="T41" fmla="*/ 93 h 93"/>
                  <a:gd name="T42" fmla="*/ 0 w 80"/>
                  <a:gd name="T43" fmla="*/ 0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0" h="93">
                    <a:moveTo>
                      <a:pt x="32" y="76"/>
                    </a:moveTo>
                    <a:cubicBezTo>
                      <a:pt x="37" y="76"/>
                      <a:pt x="41" y="76"/>
                      <a:pt x="45" y="74"/>
                    </a:cubicBezTo>
                    <a:cubicBezTo>
                      <a:pt x="48" y="73"/>
                      <a:pt x="51" y="71"/>
                      <a:pt x="53" y="68"/>
                    </a:cubicBezTo>
                    <a:cubicBezTo>
                      <a:pt x="56" y="65"/>
                      <a:pt x="57" y="62"/>
                      <a:pt x="58" y="58"/>
                    </a:cubicBezTo>
                    <a:cubicBezTo>
                      <a:pt x="59" y="55"/>
                      <a:pt x="60" y="51"/>
                      <a:pt x="60" y="46"/>
                    </a:cubicBezTo>
                    <a:cubicBezTo>
                      <a:pt x="60" y="41"/>
                      <a:pt x="59" y="37"/>
                      <a:pt x="59" y="34"/>
                    </a:cubicBezTo>
                    <a:cubicBezTo>
                      <a:pt x="58" y="30"/>
                      <a:pt x="56" y="27"/>
                      <a:pt x="54" y="24"/>
                    </a:cubicBezTo>
                    <a:cubicBezTo>
                      <a:pt x="52" y="22"/>
                      <a:pt x="50" y="20"/>
                      <a:pt x="46" y="18"/>
                    </a:cubicBezTo>
                    <a:cubicBezTo>
                      <a:pt x="43" y="17"/>
                      <a:pt x="39" y="16"/>
                      <a:pt x="35" y="16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19" y="76"/>
                      <a:pt x="19" y="76"/>
                      <a:pt x="19" y="76"/>
                    </a:cubicBezTo>
                    <a:lnTo>
                      <a:pt x="32" y="76"/>
                    </a:lnTo>
                    <a:close/>
                    <a:moveTo>
                      <a:pt x="0" y="0"/>
                    </a:moveTo>
                    <a:cubicBezTo>
                      <a:pt x="35" y="0"/>
                      <a:pt x="35" y="0"/>
                      <a:pt x="35" y="0"/>
                    </a:cubicBezTo>
                    <a:cubicBezTo>
                      <a:pt x="49" y="0"/>
                      <a:pt x="60" y="4"/>
                      <a:pt x="68" y="11"/>
                    </a:cubicBezTo>
                    <a:cubicBezTo>
                      <a:pt x="76" y="19"/>
                      <a:pt x="80" y="31"/>
                      <a:pt x="80" y="46"/>
                    </a:cubicBezTo>
                    <a:cubicBezTo>
                      <a:pt x="80" y="54"/>
                      <a:pt x="79" y="60"/>
                      <a:pt x="77" y="66"/>
                    </a:cubicBezTo>
                    <a:cubicBezTo>
                      <a:pt x="74" y="72"/>
                      <a:pt x="71" y="77"/>
                      <a:pt x="67" y="81"/>
                    </a:cubicBezTo>
                    <a:cubicBezTo>
                      <a:pt x="63" y="85"/>
                      <a:pt x="58" y="88"/>
                      <a:pt x="52" y="90"/>
                    </a:cubicBezTo>
                    <a:cubicBezTo>
                      <a:pt x="46" y="92"/>
                      <a:pt x="39" y="93"/>
                      <a:pt x="31" y="93"/>
                    </a:cubicBezTo>
                    <a:cubicBezTo>
                      <a:pt x="0" y="93"/>
                      <a:pt x="0" y="93"/>
                      <a:pt x="0" y="93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45" name="Freeform 10"/>
              <p:cNvSpPr>
                <a:spLocks/>
              </p:cNvSpPr>
              <p:nvPr/>
            </p:nvSpPr>
            <p:spPr bwMode="auto">
              <a:xfrm>
                <a:off x="5734051" y="6007100"/>
                <a:ext cx="671513" cy="833438"/>
              </a:xfrm>
              <a:custGeom>
                <a:avLst/>
                <a:gdLst>
                  <a:gd name="T0" fmla="*/ 0 w 423"/>
                  <a:gd name="T1" fmla="*/ 0 h 525"/>
                  <a:gd name="T2" fmla="*/ 101 w 423"/>
                  <a:gd name="T3" fmla="*/ 0 h 525"/>
                  <a:gd name="T4" fmla="*/ 316 w 423"/>
                  <a:gd name="T5" fmla="*/ 344 h 525"/>
                  <a:gd name="T6" fmla="*/ 316 w 423"/>
                  <a:gd name="T7" fmla="*/ 0 h 525"/>
                  <a:gd name="T8" fmla="*/ 423 w 423"/>
                  <a:gd name="T9" fmla="*/ 0 h 525"/>
                  <a:gd name="T10" fmla="*/ 423 w 423"/>
                  <a:gd name="T11" fmla="*/ 525 h 525"/>
                  <a:gd name="T12" fmla="*/ 327 w 423"/>
                  <a:gd name="T13" fmla="*/ 525 h 525"/>
                  <a:gd name="T14" fmla="*/ 107 w 423"/>
                  <a:gd name="T15" fmla="*/ 181 h 525"/>
                  <a:gd name="T16" fmla="*/ 107 w 423"/>
                  <a:gd name="T17" fmla="*/ 525 h 525"/>
                  <a:gd name="T18" fmla="*/ 0 w 423"/>
                  <a:gd name="T19" fmla="*/ 525 h 525"/>
                  <a:gd name="T20" fmla="*/ 0 w 423"/>
                  <a:gd name="T21" fmla="*/ 0 h 5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23" h="525">
                    <a:moveTo>
                      <a:pt x="0" y="0"/>
                    </a:moveTo>
                    <a:lnTo>
                      <a:pt x="101" y="0"/>
                    </a:lnTo>
                    <a:lnTo>
                      <a:pt x="316" y="344"/>
                    </a:lnTo>
                    <a:lnTo>
                      <a:pt x="316" y="0"/>
                    </a:lnTo>
                    <a:lnTo>
                      <a:pt x="423" y="0"/>
                    </a:lnTo>
                    <a:lnTo>
                      <a:pt x="423" y="525"/>
                    </a:lnTo>
                    <a:lnTo>
                      <a:pt x="327" y="525"/>
                    </a:lnTo>
                    <a:lnTo>
                      <a:pt x="107" y="181"/>
                    </a:lnTo>
                    <a:lnTo>
                      <a:pt x="107" y="525"/>
                    </a:lnTo>
                    <a:lnTo>
                      <a:pt x="0" y="52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46" name="Freeform 11"/>
              <p:cNvSpPr>
                <a:spLocks noEditPoints="1"/>
              </p:cNvSpPr>
              <p:nvPr/>
            </p:nvSpPr>
            <p:spPr bwMode="auto">
              <a:xfrm>
                <a:off x="6548438" y="5980113"/>
                <a:ext cx="796925" cy="877888"/>
              </a:xfrm>
              <a:custGeom>
                <a:avLst/>
                <a:gdLst>
                  <a:gd name="T0" fmla="*/ 45 w 89"/>
                  <a:gd name="T1" fmla="*/ 82 h 98"/>
                  <a:gd name="T2" fmla="*/ 63 w 89"/>
                  <a:gd name="T3" fmla="*/ 73 h 98"/>
                  <a:gd name="T4" fmla="*/ 69 w 89"/>
                  <a:gd name="T5" fmla="*/ 49 h 98"/>
                  <a:gd name="T6" fmla="*/ 63 w 89"/>
                  <a:gd name="T7" fmla="*/ 26 h 98"/>
                  <a:gd name="T8" fmla="*/ 45 w 89"/>
                  <a:gd name="T9" fmla="*/ 17 h 98"/>
                  <a:gd name="T10" fmla="*/ 26 w 89"/>
                  <a:gd name="T11" fmla="*/ 26 h 98"/>
                  <a:gd name="T12" fmla="*/ 20 w 89"/>
                  <a:gd name="T13" fmla="*/ 49 h 98"/>
                  <a:gd name="T14" fmla="*/ 26 w 89"/>
                  <a:gd name="T15" fmla="*/ 73 h 98"/>
                  <a:gd name="T16" fmla="*/ 45 w 89"/>
                  <a:gd name="T17" fmla="*/ 82 h 98"/>
                  <a:gd name="T18" fmla="*/ 45 w 89"/>
                  <a:gd name="T19" fmla="*/ 98 h 98"/>
                  <a:gd name="T20" fmla="*/ 26 w 89"/>
                  <a:gd name="T21" fmla="*/ 95 h 98"/>
                  <a:gd name="T22" fmla="*/ 12 w 89"/>
                  <a:gd name="T23" fmla="*/ 85 h 98"/>
                  <a:gd name="T24" fmla="*/ 3 w 89"/>
                  <a:gd name="T25" fmla="*/ 70 h 98"/>
                  <a:gd name="T26" fmla="*/ 0 w 89"/>
                  <a:gd name="T27" fmla="*/ 49 h 98"/>
                  <a:gd name="T28" fmla="*/ 3 w 89"/>
                  <a:gd name="T29" fmla="*/ 29 h 98"/>
                  <a:gd name="T30" fmla="*/ 12 w 89"/>
                  <a:gd name="T31" fmla="*/ 14 h 98"/>
                  <a:gd name="T32" fmla="*/ 26 w 89"/>
                  <a:gd name="T33" fmla="*/ 4 h 98"/>
                  <a:gd name="T34" fmla="*/ 45 w 89"/>
                  <a:gd name="T35" fmla="*/ 0 h 98"/>
                  <a:gd name="T36" fmla="*/ 63 w 89"/>
                  <a:gd name="T37" fmla="*/ 4 h 98"/>
                  <a:gd name="T38" fmla="*/ 77 w 89"/>
                  <a:gd name="T39" fmla="*/ 14 h 98"/>
                  <a:gd name="T40" fmla="*/ 86 w 89"/>
                  <a:gd name="T41" fmla="*/ 29 h 98"/>
                  <a:gd name="T42" fmla="*/ 89 w 89"/>
                  <a:gd name="T43" fmla="*/ 49 h 98"/>
                  <a:gd name="T44" fmla="*/ 86 w 89"/>
                  <a:gd name="T45" fmla="*/ 70 h 98"/>
                  <a:gd name="T46" fmla="*/ 77 w 89"/>
                  <a:gd name="T47" fmla="*/ 85 h 98"/>
                  <a:gd name="T48" fmla="*/ 63 w 89"/>
                  <a:gd name="T49" fmla="*/ 95 h 98"/>
                  <a:gd name="T50" fmla="*/ 45 w 89"/>
                  <a:gd name="T51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89" h="98">
                    <a:moveTo>
                      <a:pt x="45" y="82"/>
                    </a:moveTo>
                    <a:cubicBezTo>
                      <a:pt x="53" y="82"/>
                      <a:pt x="59" y="79"/>
                      <a:pt x="63" y="73"/>
                    </a:cubicBezTo>
                    <a:cubicBezTo>
                      <a:pt x="67" y="68"/>
                      <a:pt x="69" y="60"/>
                      <a:pt x="69" y="49"/>
                    </a:cubicBezTo>
                    <a:cubicBezTo>
                      <a:pt x="69" y="39"/>
                      <a:pt x="67" y="31"/>
                      <a:pt x="63" y="26"/>
                    </a:cubicBezTo>
                    <a:cubicBezTo>
                      <a:pt x="59" y="20"/>
                      <a:pt x="53" y="17"/>
                      <a:pt x="45" y="17"/>
                    </a:cubicBezTo>
                    <a:cubicBezTo>
                      <a:pt x="36" y="17"/>
                      <a:pt x="30" y="20"/>
                      <a:pt x="26" y="26"/>
                    </a:cubicBezTo>
                    <a:cubicBezTo>
                      <a:pt x="22" y="31"/>
                      <a:pt x="20" y="39"/>
                      <a:pt x="20" y="49"/>
                    </a:cubicBezTo>
                    <a:cubicBezTo>
                      <a:pt x="20" y="60"/>
                      <a:pt x="22" y="68"/>
                      <a:pt x="26" y="73"/>
                    </a:cubicBezTo>
                    <a:cubicBezTo>
                      <a:pt x="30" y="79"/>
                      <a:pt x="36" y="82"/>
                      <a:pt x="45" y="82"/>
                    </a:cubicBezTo>
                    <a:moveTo>
                      <a:pt x="45" y="98"/>
                    </a:moveTo>
                    <a:cubicBezTo>
                      <a:pt x="38" y="98"/>
                      <a:pt x="31" y="97"/>
                      <a:pt x="26" y="95"/>
                    </a:cubicBezTo>
                    <a:cubicBezTo>
                      <a:pt x="21" y="93"/>
                      <a:pt x="16" y="89"/>
                      <a:pt x="12" y="85"/>
                    </a:cubicBezTo>
                    <a:cubicBezTo>
                      <a:pt x="8" y="81"/>
                      <a:pt x="5" y="76"/>
                      <a:pt x="3" y="70"/>
                    </a:cubicBezTo>
                    <a:cubicBezTo>
                      <a:pt x="1" y="64"/>
                      <a:pt x="0" y="57"/>
                      <a:pt x="0" y="49"/>
                    </a:cubicBezTo>
                    <a:cubicBezTo>
                      <a:pt x="0" y="42"/>
                      <a:pt x="1" y="35"/>
                      <a:pt x="3" y="29"/>
                    </a:cubicBezTo>
                    <a:cubicBezTo>
                      <a:pt x="5" y="23"/>
                      <a:pt x="8" y="18"/>
                      <a:pt x="12" y="14"/>
                    </a:cubicBezTo>
                    <a:cubicBezTo>
                      <a:pt x="16" y="9"/>
                      <a:pt x="21" y="6"/>
                      <a:pt x="26" y="4"/>
                    </a:cubicBezTo>
                    <a:cubicBezTo>
                      <a:pt x="32" y="2"/>
                      <a:pt x="38" y="0"/>
                      <a:pt x="45" y="0"/>
                    </a:cubicBezTo>
                    <a:cubicBezTo>
                      <a:pt x="52" y="0"/>
                      <a:pt x="58" y="2"/>
                      <a:pt x="63" y="4"/>
                    </a:cubicBezTo>
                    <a:cubicBezTo>
                      <a:pt x="69" y="6"/>
                      <a:pt x="73" y="9"/>
                      <a:pt x="77" y="14"/>
                    </a:cubicBezTo>
                    <a:cubicBezTo>
                      <a:pt x="81" y="18"/>
                      <a:pt x="84" y="23"/>
                      <a:pt x="86" y="29"/>
                    </a:cubicBezTo>
                    <a:cubicBezTo>
                      <a:pt x="88" y="35"/>
                      <a:pt x="89" y="42"/>
                      <a:pt x="89" y="49"/>
                    </a:cubicBezTo>
                    <a:cubicBezTo>
                      <a:pt x="89" y="57"/>
                      <a:pt x="88" y="64"/>
                      <a:pt x="86" y="70"/>
                    </a:cubicBezTo>
                    <a:cubicBezTo>
                      <a:pt x="84" y="76"/>
                      <a:pt x="81" y="81"/>
                      <a:pt x="77" y="85"/>
                    </a:cubicBezTo>
                    <a:cubicBezTo>
                      <a:pt x="74" y="89"/>
                      <a:pt x="69" y="93"/>
                      <a:pt x="63" y="95"/>
                    </a:cubicBezTo>
                    <a:cubicBezTo>
                      <a:pt x="58" y="97"/>
                      <a:pt x="52" y="98"/>
                      <a:pt x="45" y="9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47" name="Freeform 12"/>
              <p:cNvSpPr>
                <a:spLocks/>
              </p:cNvSpPr>
              <p:nvPr/>
            </p:nvSpPr>
            <p:spPr bwMode="auto">
              <a:xfrm>
                <a:off x="7453313" y="5980113"/>
                <a:ext cx="742950" cy="877888"/>
              </a:xfrm>
              <a:custGeom>
                <a:avLst/>
                <a:gdLst>
                  <a:gd name="T0" fmla="*/ 83 w 83"/>
                  <a:gd name="T1" fmla="*/ 64 h 98"/>
                  <a:gd name="T2" fmla="*/ 79 w 83"/>
                  <a:gd name="T3" fmla="*/ 77 h 98"/>
                  <a:gd name="T4" fmla="*/ 71 w 83"/>
                  <a:gd name="T5" fmla="*/ 88 h 98"/>
                  <a:gd name="T6" fmla="*/ 59 w 83"/>
                  <a:gd name="T7" fmla="*/ 96 h 98"/>
                  <a:gd name="T8" fmla="*/ 43 w 83"/>
                  <a:gd name="T9" fmla="*/ 98 h 98"/>
                  <a:gd name="T10" fmla="*/ 24 w 83"/>
                  <a:gd name="T11" fmla="*/ 95 h 98"/>
                  <a:gd name="T12" fmla="*/ 11 w 83"/>
                  <a:gd name="T13" fmla="*/ 85 h 98"/>
                  <a:gd name="T14" fmla="*/ 3 w 83"/>
                  <a:gd name="T15" fmla="*/ 69 h 98"/>
                  <a:gd name="T16" fmla="*/ 0 w 83"/>
                  <a:gd name="T17" fmla="*/ 49 h 98"/>
                  <a:gd name="T18" fmla="*/ 3 w 83"/>
                  <a:gd name="T19" fmla="*/ 29 h 98"/>
                  <a:gd name="T20" fmla="*/ 12 w 83"/>
                  <a:gd name="T21" fmla="*/ 14 h 98"/>
                  <a:gd name="T22" fmla="*/ 25 w 83"/>
                  <a:gd name="T23" fmla="*/ 4 h 98"/>
                  <a:gd name="T24" fmla="*/ 43 w 83"/>
                  <a:gd name="T25" fmla="*/ 0 h 98"/>
                  <a:gd name="T26" fmla="*/ 59 w 83"/>
                  <a:gd name="T27" fmla="*/ 3 h 98"/>
                  <a:gd name="T28" fmla="*/ 70 w 83"/>
                  <a:gd name="T29" fmla="*/ 9 h 98"/>
                  <a:gd name="T30" fmla="*/ 77 w 83"/>
                  <a:gd name="T31" fmla="*/ 19 h 98"/>
                  <a:gd name="T32" fmla="*/ 81 w 83"/>
                  <a:gd name="T33" fmla="*/ 32 h 98"/>
                  <a:gd name="T34" fmla="*/ 62 w 83"/>
                  <a:gd name="T35" fmla="*/ 35 h 98"/>
                  <a:gd name="T36" fmla="*/ 56 w 83"/>
                  <a:gd name="T37" fmla="*/ 22 h 98"/>
                  <a:gd name="T38" fmla="*/ 43 w 83"/>
                  <a:gd name="T39" fmla="*/ 17 h 98"/>
                  <a:gd name="T40" fmla="*/ 26 w 83"/>
                  <a:gd name="T41" fmla="*/ 26 h 98"/>
                  <a:gd name="T42" fmla="*/ 20 w 83"/>
                  <a:gd name="T43" fmla="*/ 49 h 98"/>
                  <a:gd name="T44" fmla="*/ 27 w 83"/>
                  <a:gd name="T45" fmla="*/ 73 h 98"/>
                  <a:gd name="T46" fmla="*/ 43 w 83"/>
                  <a:gd name="T47" fmla="*/ 82 h 98"/>
                  <a:gd name="T48" fmla="*/ 56 w 83"/>
                  <a:gd name="T49" fmla="*/ 77 h 98"/>
                  <a:gd name="T50" fmla="*/ 62 w 83"/>
                  <a:gd name="T51" fmla="*/ 64 h 98"/>
                  <a:gd name="T52" fmla="*/ 83 w 83"/>
                  <a:gd name="T53" fmla="*/ 6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3" h="98">
                    <a:moveTo>
                      <a:pt x="83" y="64"/>
                    </a:moveTo>
                    <a:cubicBezTo>
                      <a:pt x="82" y="69"/>
                      <a:pt x="81" y="73"/>
                      <a:pt x="79" y="77"/>
                    </a:cubicBezTo>
                    <a:cubicBezTo>
                      <a:pt x="77" y="82"/>
                      <a:pt x="75" y="85"/>
                      <a:pt x="71" y="88"/>
                    </a:cubicBezTo>
                    <a:cubicBezTo>
                      <a:pt x="68" y="91"/>
                      <a:pt x="64" y="94"/>
                      <a:pt x="59" y="96"/>
                    </a:cubicBezTo>
                    <a:cubicBezTo>
                      <a:pt x="55" y="97"/>
                      <a:pt x="49" y="98"/>
                      <a:pt x="43" y="98"/>
                    </a:cubicBezTo>
                    <a:cubicBezTo>
                      <a:pt x="36" y="98"/>
                      <a:pt x="30" y="97"/>
                      <a:pt x="24" y="95"/>
                    </a:cubicBezTo>
                    <a:cubicBezTo>
                      <a:pt x="19" y="92"/>
                      <a:pt x="15" y="89"/>
                      <a:pt x="11" y="85"/>
                    </a:cubicBezTo>
                    <a:cubicBezTo>
                      <a:pt x="7" y="81"/>
                      <a:pt x="5" y="75"/>
                      <a:pt x="3" y="69"/>
                    </a:cubicBezTo>
                    <a:cubicBezTo>
                      <a:pt x="1" y="63"/>
                      <a:pt x="0" y="57"/>
                      <a:pt x="0" y="49"/>
                    </a:cubicBezTo>
                    <a:cubicBezTo>
                      <a:pt x="0" y="42"/>
                      <a:pt x="1" y="35"/>
                      <a:pt x="3" y="29"/>
                    </a:cubicBezTo>
                    <a:cubicBezTo>
                      <a:pt x="5" y="23"/>
                      <a:pt x="8" y="18"/>
                      <a:pt x="12" y="14"/>
                    </a:cubicBezTo>
                    <a:cubicBezTo>
                      <a:pt x="15" y="9"/>
                      <a:pt x="20" y="6"/>
                      <a:pt x="25" y="4"/>
                    </a:cubicBezTo>
                    <a:cubicBezTo>
                      <a:pt x="31" y="2"/>
                      <a:pt x="37" y="0"/>
                      <a:pt x="43" y="0"/>
                    </a:cubicBezTo>
                    <a:cubicBezTo>
                      <a:pt x="49" y="0"/>
                      <a:pt x="54" y="1"/>
                      <a:pt x="59" y="3"/>
                    </a:cubicBezTo>
                    <a:cubicBezTo>
                      <a:pt x="63" y="4"/>
                      <a:pt x="67" y="6"/>
                      <a:pt x="70" y="9"/>
                    </a:cubicBezTo>
                    <a:cubicBezTo>
                      <a:pt x="73" y="12"/>
                      <a:pt x="75" y="15"/>
                      <a:pt x="77" y="19"/>
                    </a:cubicBezTo>
                    <a:cubicBezTo>
                      <a:pt x="79" y="23"/>
                      <a:pt x="80" y="27"/>
                      <a:pt x="81" y="32"/>
                    </a:cubicBezTo>
                    <a:cubicBezTo>
                      <a:pt x="62" y="35"/>
                      <a:pt x="62" y="35"/>
                      <a:pt x="62" y="35"/>
                    </a:cubicBezTo>
                    <a:cubicBezTo>
                      <a:pt x="61" y="29"/>
                      <a:pt x="59" y="25"/>
                      <a:pt x="56" y="22"/>
                    </a:cubicBezTo>
                    <a:cubicBezTo>
                      <a:pt x="53" y="19"/>
                      <a:pt x="49" y="17"/>
                      <a:pt x="43" y="17"/>
                    </a:cubicBezTo>
                    <a:cubicBezTo>
                      <a:pt x="36" y="17"/>
                      <a:pt x="30" y="20"/>
                      <a:pt x="26" y="26"/>
                    </a:cubicBezTo>
                    <a:cubicBezTo>
                      <a:pt x="22" y="31"/>
                      <a:pt x="20" y="39"/>
                      <a:pt x="20" y="49"/>
                    </a:cubicBezTo>
                    <a:cubicBezTo>
                      <a:pt x="20" y="60"/>
                      <a:pt x="23" y="68"/>
                      <a:pt x="27" y="73"/>
                    </a:cubicBezTo>
                    <a:cubicBezTo>
                      <a:pt x="31" y="79"/>
                      <a:pt x="36" y="82"/>
                      <a:pt x="43" y="82"/>
                    </a:cubicBezTo>
                    <a:cubicBezTo>
                      <a:pt x="49" y="82"/>
                      <a:pt x="54" y="80"/>
                      <a:pt x="56" y="77"/>
                    </a:cubicBezTo>
                    <a:cubicBezTo>
                      <a:pt x="59" y="74"/>
                      <a:pt x="61" y="69"/>
                      <a:pt x="62" y="64"/>
                    </a:cubicBezTo>
                    <a:lnTo>
                      <a:pt x="83" y="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48" name="Freeform 13"/>
              <p:cNvSpPr>
                <a:spLocks noEditPoints="1"/>
              </p:cNvSpPr>
              <p:nvPr/>
            </p:nvSpPr>
            <p:spPr bwMode="auto">
              <a:xfrm>
                <a:off x="3986213" y="4735513"/>
                <a:ext cx="1066800" cy="887413"/>
              </a:xfrm>
              <a:custGeom>
                <a:avLst/>
                <a:gdLst>
                  <a:gd name="T0" fmla="*/ 82 w 119"/>
                  <a:gd name="T1" fmla="*/ 40 h 99"/>
                  <a:gd name="T2" fmla="*/ 82 w 119"/>
                  <a:gd name="T3" fmla="*/ 47 h 99"/>
                  <a:gd name="T4" fmla="*/ 57 w 119"/>
                  <a:gd name="T5" fmla="*/ 47 h 99"/>
                  <a:gd name="T6" fmla="*/ 57 w 119"/>
                  <a:gd name="T7" fmla="*/ 40 h 99"/>
                  <a:gd name="T8" fmla="*/ 60 w 119"/>
                  <a:gd name="T9" fmla="*/ 40 h 99"/>
                  <a:gd name="T10" fmla="*/ 60 w 119"/>
                  <a:gd name="T11" fmla="*/ 36 h 99"/>
                  <a:gd name="T12" fmla="*/ 63 w 119"/>
                  <a:gd name="T13" fmla="*/ 28 h 99"/>
                  <a:gd name="T14" fmla="*/ 71 w 119"/>
                  <a:gd name="T15" fmla="*/ 25 h 99"/>
                  <a:gd name="T16" fmla="*/ 78 w 119"/>
                  <a:gd name="T17" fmla="*/ 28 h 99"/>
                  <a:gd name="T18" fmla="*/ 81 w 119"/>
                  <a:gd name="T19" fmla="*/ 35 h 99"/>
                  <a:gd name="T20" fmla="*/ 75 w 119"/>
                  <a:gd name="T21" fmla="*/ 36 h 99"/>
                  <a:gd name="T22" fmla="*/ 74 w 119"/>
                  <a:gd name="T23" fmla="*/ 32 h 99"/>
                  <a:gd name="T24" fmla="*/ 71 w 119"/>
                  <a:gd name="T25" fmla="*/ 32 h 99"/>
                  <a:gd name="T26" fmla="*/ 67 w 119"/>
                  <a:gd name="T27" fmla="*/ 36 h 99"/>
                  <a:gd name="T28" fmla="*/ 67 w 119"/>
                  <a:gd name="T29" fmla="*/ 40 h 99"/>
                  <a:gd name="T30" fmla="*/ 82 w 119"/>
                  <a:gd name="T31" fmla="*/ 40 h 99"/>
                  <a:gd name="T32" fmla="*/ 100 w 119"/>
                  <a:gd name="T33" fmla="*/ 82 h 99"/>
                  <a:gd name="T34" fmla="*/ 100 w 119"/>
                  <a:gd name="T35" fmla="*/ 0 h 99"/>
                  <a:gd name="T36" fmla="*/ 119 w 119"/>
                  <a:gd name="T37" fmla="*/ 0 h 99"/>
                  <a:gd name="T38" fmla="*/ 119 w 119"/>
                  <a:gd name="T39" fmla="*/ 99 h 99"/>
                  <a:gd name="T40" fmla="*/ 38 w 119"/>
                  <a:gd name="T41" fmla="*/ 99 h 99"/>
                  <a:gd name="T42" fmla="*/ 10 w 119"/>
                  <a:gd name="T43" fmla="*/ 91 h 99"/>
                  <a:gd name="T44" fmla="*/ 0 w 119"/>
                  <a:gd name="T45" fmla="*/ 65 h 99"/>
                  <a:gd name="T46" fmla="*/ 4 w 119"/>
                  <a:gd name="T47" fmla="*/ 49 h 99"/>
                  <a:gd name="T48" fmla="*/ 16 w 119"/>
                  <a:gd name="T49" fmla="*/ 37 h 99"/>
                  <a:gd name="T50" fmla="*/ 34 w 119"/>
                  <a:gd name="T51" fmla="*/ 33 h 99"/>
                  <a:gd name="T52" fmla="*/ 36 w 119"/>
                  <a:gd name="T53" fmla="*/ 49 h 99"/>
                  <a:gd name="T54" fmla="*/ 23 w 119"/>
                  <a:gd name="T55" fmla="*/ 54 h 99"/>
                  <a:gd name="T56" fmla="*/ 19 w 119"/>
                  <a:gd name="T57" fmla="*/ 65 h 99"/>
                  <a:gd name="T58" fmla="*/ 23 w 119"/>
                  <a:gd name="T59" fmla="*/ 78 h 99"/>
                  <a:gd name="T60" fmla="*/ 38 w 119"/>
                  <a:gd name="T61" fmla="*/ 82 h 99"/>
                  <a:gd name="T62" fmla="*/ 100 w 119"/>
                  <a:gd name="T63" fmla="*/ 82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19" h="99">
                    <a:moveTo>
                      <a:pt x="82" y="40"/>
                    </a:moveTo>
                    <a:cubicBezTo>
                      <a:pt x="82" y="47"/>
                      <a:pt x="82" y="47"/>
                      <a:pt x="82" y="47"/>
                    </a:cubicBezTo>
                    <a:cubicBezTo>
                      <a:pt x="57" y="47"/>
                      <a:pt x="57" y="47"/>
                      <a:pt x="57" y="47"/>
                    </a:cubicBezTo>
                    <a:cubicBezTo>
                      <a:pt x="57" y="40"/>
                      <a:pt x="57" y="40"/>
                      <a:pt x="57" y="40"/>
                    </a:cubicBezTo>
                    <a:cubicBezTo>
                      <a:pt x="60" y="40"/>
                      <a:pt x="60" y="40"/>
                      <a:pt x="60" y="40"/>
                    </a:cubicBezTo>
                    <a:cubicBezTo>
                      <a:pt x="60" y="36"/>
                      <a:pt x="60" y="36"/>
                      <a:pt x="60" y="36"/>
                    </a:cubicBezTo>
                    <a:cubicBezTo>
                      <a:pt x="60" y="33"/>
                      <a:pt x="61" y="30"/>
                      <a:pt x="63" y="28"/>
                    </a:cubicBezTo>
                    <a:cubicBezTo>
                      <a:pt x="65" y="26"/>
                      <a:pt x="67" y="25"/>
                      <a:pt x="71" y="25"/>
                    </a:cubicBezTo>
                    <a:cubicBezTo>
                      <a:pt x="74" y="25"/>
                      <a:pt x="77" y="26"/>
                      <a:pt x="78" y="28"/>
                    </a:cubicBezTo>
                    <a:cubicBezTo>
                      <a:pt x="80" y="29"/>
                      <a:pt x="81" y="31"/>
                      <a:pt x="81" y="35"/>
                    </a:cubicBezTo>
                    <a:cubicBezTo>
                      <a:pt x="75" y="36"/>
                      <a:pt x="75" y="36"/>
                      <a:pt x="75" y="36"/>
                    </a:cubicBezTo>
                    <a:cubicBezTo>
                      <a:pt x="75" y="34"/>
                      <a:pt x="75" y="33"/>
                      <a:pt x="74" y="32"/>
                    </a:cubicBezTo>
                    <a:cubicBezTo>
                      <a:pt x="74" y="32"/>
                      <a:pt x="73" y="32"/>
                      <a:pt x="71" y="32"/>
                    </a:cubicBezTo>
                    <a:cubicBezTo>
                      <a:pt x="68" y="32"/>
                      <a:pt x="67" y="33"/>
                      <a:pt x="67" y="36"/>
                    </a:cubicBezTo>
                    <a:cubicBezTo>
                      <a:pt x="67" y="40"/>
                      <a:pt x="67" y="40"/>
                      <a:pt x="67" y="40"/>
                    </a:cubicBezTo>
                    <a:lnTo>
                      <a:pt x="82" y="40"/>
                    </a:lnTo>
                    <a:close/>
                    <a:moveTo>
                      <a:pt x="100" y="82"/>
                    </a:moveTo>
                    <a:cubicBezTo>
                      <a:pt x="100" y="0"/>
                      <a:pt x="100" y="0"/>
                      <a:pt x="100" y="0"/>
                    </a:cubicBezTo>
                    <a:cubicBezTo>
                      <a:pt x="119" y="0"/>
                      <a:pt x="119" y="0"/>
                      <a:pt x="119" y="0"/>
                    </a:cubicBezTo>
                    <a:cubicBezTo>
                      <a:pt x="119" y="99"/>
                      <a:pt x="119" y="99"/>
                      <a:pt x="119" y="99"/>
                    </a:cubicBezTo>
                    <a:cubicBezTo>
                      <a:pt x="38" y="99"/>
                      <a:pt x="38" y="99"/>
                      <a:pt x="38" y="99"/>
                    </a:cubicBezTo>
                    <a:cubicBezTo>
                      <a:pt x="25" y="99"/>
                      <a:pt x="16" y="96"/>
                      <a:pt x="10" y="91"/>
                    </a:cubicBezTo>
                    <a:cubicBezTo>
                      <a:pt x="3" y="85"/>
                      <a:pt x="0" y="77"/>
                      <a:pt x="0" y="65"/>
                    </a:cubicBezTo>
                    <a:cubicBezTo>
                      <a:pt x="0" y="59"/>
                      <a:pt x="2" y="54"/>
                      <a:pt x="4" y="49"/>
                    </a:cubicBezTo>
                    <a:cubicBezTo>
                      <a:pt x="7" y="44"/>
                      <a:pt x="11" y="40"/>
                      <a:pt x="16" y="37"/>
                    </a:cubicBezTo>
                    <a:cubicBezTo>
                      <a:pt x="21" y="34"/>
                      <a:pt x="27" y="33"/>
                      <a:pt x="34" y="33"/>
                    </a:cubicBezTo>
                    <a:cubicBezTo>
                      <a:pt x="36" y="49"/>
                      <a:pt x="36" y="49"/>
                      <a:pt x="36" y="49"/>
                    </a:cubicBezTo>
                    <a:cubicBezTo>
                      <a:pt x="30" y="50"/>
                      <a:pt x="25" y="51"/>
                      <a:pt x="23" y="54"/>
                    </a:cubicBezTo>
                    <a:cubicBezTo>
                      <a:pt x="20" y="56"/>
                      <a:pt x="19" y="60"/>
                      <a:pt x="19" y="65"/>
                    </a:cubicBezTo>
                    <a:cubicBezTo>
                      <a:pt x="19" y="71"/>
                      <a:pt x="20" y="76"/>
                      <a:pt x="23" y="78"/>
                    </a:cubicBezTo>
                    <a:cubicBezTo>
                      <a:pt x="26" y="81"/>
                      <a:pt x="31" y="82"/>
                      <a:pt x="38" y="82"/>
                    </a:cubicBezTo>
                    <a:lnTo>
                      <a:pt x="100" y="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49" name="Freeform 14"/>
              <p:cNvSpPr>
                <a:spLocks noEditPoints="1"/>
              </p:cNvSpPr>
              <p:nvPr/>
            </p:nvSpPr>
            <p:spPr bwMode="auto">
              <a:xfrm>
                <a:off x="5195888" y="5005388"/>
                <a:ext cx="1684338" cy="903288"/>
              </a:xfrm>
              <a:custGeom>
                <a:avLst/>
                <a:gdLst>
                  <a:gd name="T0" fmla="*/ 44 w 188"/>
                  <a:gd name="T1" fmla="*/ 52 h 101"/>
                  <a:gd name="T2" fmla="*/ 38 w 188"/>
                  <a:gd name="T3" fmla="*/ 52 h 101"/>
                  <a:gd name="T4" fmla="*/ 19 w 188"/>
                  <a:gd name="T5" fmla="*/ 32 h 101"/>
                  <a:gd name="T6" fmla="*/ 22 w 188"/>
                  <a:gd name="T7" fmla="*/ 20 h 101"/>
                  <a:gd name="T8" fmla="*/ 32 w 188"/>
                  <a:gd name="T9" fmla="*/ 16 h 101"/>
                  <a:gd name="T10" fmla="*/ 39 w 188"/>
                  <a:gd name="T11" fmla="*/ 17 h 101"/>
                  <a:gd name="T12" fmla="*/ 43 w 188"/>
                  <a:gd name="T13" fmla="*/ 23 h 101"/>
                  <a:gd name="T14" fmla="*/ 44 w 188"/>
                  <a:gd name="T15" fmla="*/ 37 h 101"/>
                  <a:gd name="T16" fmla="*/ 44 w 188"/>
                  <a:gd name="T17" fmla="*/ 52 h 101"/>
                  <a:gd name="T18" fmla="*/ 170 w 188"/>
                  <a:gd name="T19" fmla="*/ 0 h 101"/>
                  <a:gd name="T20" fmla="*/ 170 w 188"/>
                  <a:gd name="T21" fmla="*/ 52 h 101"/>
                  <a:gd name="T22" fmla="*/ 63 w 188"/>
                  <a:gd name="T23" fmla="*/ 52 h 101"/>
                  <a:gd name="T24" fmla="*/ 63 w 188"/>
                  <a:gd name="T25" fmla="*/ 32 h 101"/>
                  <a:gd name="T26" fmla="*/ 55 w 188"/>
                  <a:gd name="T27" fmla="*/ 8 h 101"/>
                  <a:gd name="T28" fmla="*/ 32 w 188"/>
                  <a:gd name="T29" fmla="*/ 0 h 101"/>
                  <a:gd name="T30" fmla="*/ 8 w 188"/>
                  <a:gd name="T31" fmla="*/ 9 h 101"/>
                  <a:gd name="T32" fmla="*/ 0 w 188"/>
                  <a:gd name="T33" fmla="*/ 32 h 101"/>
                  <a:gd name="T34" fmla="*/ 11 w 188"/>
                  <a:gd name="T35" fmla="*/ 60 h 101"/>
                  <a:gd name="T36" fmla="*/ 42 w 188"/>
                  <a:gd name="T37" fmla="*/ 69 h 101"/>
                  <a:gd name="T38" fmla="*/ 44 w 188"/>
                  <a:gd name="T39" fmla="*/ 69 h 101"/>
                  <a:gd name="T40" fmla="*/ 44 w 188"/>
                  <a:gd name="T41" fmla="*/ 72 h 101"/>
                  <a:gd name="T42" fmla="*/ 41 w 188"/>
                  <a:gd name="T43" fmla="*/ 86 h 101"/>
                  <a:gd name="T44" fmla="*/ 51 w 188"/>
                  <a:gd name="T45" fmla="*/ 101 h 101"/>
                  <a:gd name="T46" fmla="*/ 55 w 188"/>
                  <a:gd name="T47" fmla="*/ 97 h 101"/>
                  <a:gd name="T48" fmla="*/ 63 w 188"/>
                  <a:gd name="T49" fmla="*/ 69 h 101"/>
                  <a:gd name="T50" fmla="*/ 188 w 188"/>
                  <a:gd name="T51" fmla="*/ 69 h 101"/>
                  <a:gd name="T52" fmla="*/ 188 w 188"/>
                  <a:gd name="T53" fmla="*/ 0 h 101"/>
                  <a:gd name="T54" fmla="*/ 170 w 188"/>
                  <a:gd name="T55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88" h="101">
                    <a:moveTo>
                      <a:pt x="44" y="52"/>
                    </a:moveTo>
                    <a:cubicBezTo>
                      <a:pt x="38" y="52"/>
                      <a:pt x="38" y="52"/>
                      <a:pt x="38" y="52"/>
                    </a:cubicBezTo>
                    <a:cubicBezTo>
                      <a:pt x="25" y="52"/>
                      <a:pt x="19" y="45"/>
                      <a:pt x="19" y="32"/>
                    </a:cubicBezTo>
                    <a:cubicBezTo>
                      <a:pt x="19" y="27"/>
                      <a:pt x="20" y="23"/>
                      <a:pt x="22" y="20"/>
                    </a:cubicBezTo>
                    <a:cubicBezTo>
                      <a:pt x="24" y="17"/>
                      <a:pt x="27" y="16"/>
                      <a:pt x="32" y="16"/>
                    </a:cubicBezTo>
                    <a:cubicBezTo>
                      <a:pt x="35" y="16"/>
                      <a:pt x="37" y="16"/>
                      <a:pt x="39" y="17"/>
                    </a:cubicBezTo>
                    <a:cubicBezTo>
                      <a:pt x="41" y="19"/>
                      <a:pt x="42" y="20"/>
                      <a:pt x="43" y="23"/>
                    </a:cubicBezTo>
                    <a:cubicBezTo>
                      <a:pt x="44" y="26"/>
                      <a:pt x="44" y="32"/>
                      <a:pt x="44" y="37"/>
                    </a:cubicBezTo>
                    <a:lnTo>
                      <a:pt x="44" y="52"/>
                    </a:lnTo>
                    <a:close/>
                    <a:moveTo>
                      <a:pt x="170" y="0"/>
                    </a:moveTo>
                    <a:cubicBezTo>
                      <a:pt x="170" y="52"/>
                      <a:pt x="170" y="52"/>
                      <a:pt x="170" y="52"/>
                    </a:cubicBezTo>
                    <a:cubicBezTo>
                      <a:pt x="63" y="52"/>
                      <a:pt x="63" y="52"/>
                      <a:pt x="63" y="52"/>
                    </a:cubicBezTo>
                    <a:cubicBezTo>
                      <a:pt x="63" y="32"/>
                      <a:pt x="63" y="32"/>
                      <a:pt x="63" y="32"/>
                    </a:cubicBezTo>
                    <a:cubicBezTo>
                      <a:pt x="63" y="22"/>
                      <a:pt x="60" y="13"/>
                      <a:pt x="55" y="8"/>
                    </a:cubicBezTo>
                    <a:cubicBezTo>
                      <a:pt x="50" y="3"/>
                      <a:pt x="42" y="0"/>
                      <a:pt x="32" y="0"/>
                    </a:cubicBezTo>
                    <a:cubicBezTo>
                      <a:pt x="22" y="0"/>
                      <a:pt x="14" y="3"/>
                      <a:pt x="8" y="9"/>
                    </a:cubicBezTo>
                    <a:cubicBezTo>
                      <a:pt x="3" y="14"/>
                      <a:pt x="0" y="22"/>
                      <a:pt x="0" y="32"/>
                    </a:cubicBezTo>
                    <a:cubicBezTo>
                      <a:pt x="0" y="44"/>
                      <a:pt x="3" y="54"/>
                      <a:pt x="11" y="60"/>
                    </a:cubicBezTo>
                    <a:cubicBezTo>
                      <a:pt x="18" y="66"/>
                      <a:pt x="28" y="69"/>
                      <a:pt x="42" y="69"/>
                    </a:cubicBezTo>
                    <a:cubicBezTo>
                      <a:pt x="44" y="69"/>
                      <a:pt x="44" y="69"/>
                      <a:pt x="44" y="69"/>
                    </a:cubicBezTo>
                    <a:cubicBezTo>
                      <a:pt x="44" y="72"/>
                      <a:pt x="44" y="72"/>
                      <a:pt x="44" y="72"/>
                    </a:cubicBezTo>
                    <a:cubicBezTo>
                      <a:pt x="44" y="79"/>
                      <a:pt x="43" y="83"/>
                      <a:pt x="41" y="86"/>
                    </a:cubicBezTo>
                    <a:cubicBezTo>
                      <a:pt x="51" y="101"/>
                      <a:pt x="51" y="101"/>
                      <a:pt x="51" y="101"/>
                    </a:cubicBezTo>
                    <a:cubicBezTo>
                      <a:pt x="53" y="100"/>
                      <a:pt x="54" y="99"/>
                      <a:pt x="55" y="97"/>
                    </a:cubicBezTo>
                    <a:cubicBezTo>
                      <a:pt x="60" y="92"/>
                      <a:pt x="63" y="80"/>
                      <a:pt x="63" y="69"/>
                    </a:cubicBezTo>
                    <a:cubicBezTo>
                      <a:pt x="188" y="69"/>
                      <a:pt x="188" y="69"/>
                      <a:pt x="188" y="69"/>
                    </a:cubicBezTo>
                    <a:cubicBezTo>
                      <a:pt x="188" y="0"/>
                      <a:pt x="188" y="0"/>
                      <a:pt x="188" y="0"/>
                    </a:cubicBezTo>
                    <a:lnTo>
                      <a:pt x="17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50" name="Rectangle 15"/>
              <p:cNvSpPr>
                <a:spLocks noChangeArrowheads="1"/>
              </p:cNvSpPr>
              <p:nvPr/>
            </p:nvSpPr>
            <p:spPr bwMode="auto">
              <a:xfrm>
                <a:off x="6718301" y="4754563"/>
                <a:ext cx="161925" cy="1698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51" name="Freeform 16"/>
              <p:cNvSpPr>
                <a:spLocks/>
              </p:cNvSpPr>
              <p:nvPr/>
            </p:nvSpPr>
            <p:spPr bwMode="auto">
              <a:xfrm>
                <a:off x="7013576" y="5005388"/>
                <a:ext cx="833438" cy="617538"/>
              </a:xfrm>
              <a:custGeom>
                <a:avLst/>
                <a:gdLst>
                  <a:gd name="T0" fmla="*/ 74 w 93"/>
                  <a:gd name="T1" fmla="*/ 52 h 69"/>
                  <a:gd name="T2" fmla="*/ 74 w 93"/>
                  <a:gd name="T3" fmla="*/ 42 h 69"/>
                  <a:gd name="T4" fmla="*/ 70 w 93"/>
                  <a:gd name="T5" fmla="*/ 23 h 69"/>
                  <a:gd name="T6" fmla="*/ 55 w 93"/>
                  <a:gd name="T7" fmla="*/ 17 h 69"/>
                  <a:gd name="T8" fmla="*/ 41 w 93"/>
                  <a:gd name="T9" fmla="*/ 20 h 69"/>
                  <a:gd name="T10" fmla="*/ 36 w 93"/>
                  <a:gd name="T11" fmla="*/ 3 h 69"/>
                  <a:gd name="T12" fmla="*/ 56 w 93"/>
                  <a:gd name="T13" fmla="*/ 0 h 69"/>
                  <a:gd name="T14" fmla="*/ 84 w 93"/>
                  <a:gd name="T15" fmla="*/ 10 h 69"/>
                  <a:gd name="T16" fmla="*/ 93 w 93"/>
                  <a:gd name="T17" fmla="*/ 40 h 69"/>
                  <a:gd name="T18" fmla="*/ 93 w 93"/>
                  <a:gd name="T19" fmla="*/ 69 h 69"/>
                  <a:gd name="T20" fmla="*/ 0 w 93"/>
                  <a:gd name="T21" fmla="*/ 69 h 69"/>
                  <a:gd name="T22" fmla="*/ 0 w 93"/>
                  <a:gd name="T23" fmla="*/ 52 h 69"/>
                  <a:gd name="T24" fmla="*/ 74 w 93"/>
                  <a:gd name="T25" fmla="*/ 52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3" h="69">
                    <a:moveTo>
                      <a:pt x="74" y="52"/>
                    </a:moveTo>
                    <a:cubicBezTo>
                      <a:pt x="74" y="42"/>
                      <a:pt x="74" y="42"/>
                      <a:pt x="74" y="42"/>
                    </a:cubicBezTo>
                    <a:cubicBezTo>
                      <a:pt x="74" y="34"/>
                      <a:pt x="73" y="27"/>
                      <a:pt x="70" y="23"/>
                    </a:cubicBezTo>
                    <a:cubicBezTo>
                      <a:pt x="66" y="19"/>
                      <a:pt x="61" y="17"/>
                      <a:pt x="55" y="17"/>
                    </a:cubicBezTo>
                    <a:cubicBezTo>
                      <a:pt x="50" y="17"/>
                      <a:pt x="46" y="18"/>
                      <a:pt x="41" y="20"/>
                    </a:cubicBezTo>
                    <a:cubicBezTo>
                      <a:pt x="36" y="3"/>
                      <a:pt x="36" y="3"/>
                      <a:pt x="36" y="3"/>
                    </a:cubicBezTo>
                    <a:cubicBezTo>
                      <a:pt x="42" y="1"/>
                      <a:pt x="49" y="0"/>
                      <a:pt x="56" y="0"/>
                    </a:cubicBezTo>
                    <a:cubicBezTo>
                      <a:pt x="68" y="0"/>
                      <a:pt x="77" y="3"/>
                      <a:pt x="84" y="10"/>
                    </a:cubicBezTo>
                    <a:cubicBezTo>
                      <a:pt x="90" y="17"/>
                      <a:pt x="93" y="27"/>
                      <a:pt x="93" y="40"/>
                    </a:cubicBezTo>
                    <a:cubicBezTo>
                      <a:pt x="93" y="69"/>
                      <a:pt x="93" y="69"/>
                      <a:pt x="93" y="69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52"/>
                      <a:pt x="0" y="52"/>
                      <a:pt x="0" y="52"/>
                    </a:cubicBezTo>
                    <a:lnTo>
                      <a:pt x="74" y="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52" name="Freeform 17"/>
              <p:cNvSpPr>
                <a:spLocks/>
              </p:cNvSpPr>
              <p:nvPr/>
            </p:nvSpPr>
            <p:spPr bwMode="auto">
              <a:xfrm>
                <a:off x="7972426" y="4565650"/>
                <a:ext cx="223838" cy="188913"/>
              </a:xfrm>
              <a:custGeom>
                <a:avLst/>
                <a:gdLst>
                  <a:gd name="T0" fmla="*/ 25 w 25"/>
                  <a:gd name="T1" fmla="*/ 14 h 21"/>
                  <a:gd name="T2" fmla="*/ 25 w 25"/>
                  <a:gd name="T3" fmla="*/ 21 h 21"/>
                  <a:gd name="T4" fmla="*/ 0 w 25"/>
                  <a:gd name="T5" fmla="*/ 21 h 21"/>
                  <a:gd name="T6" fmla="*/ 0 w 25"/>
                  <a:gd name="T7" fmla="*/ 14 h 21"/>
                  <a:gd name="T8" fmla="*/ 3 w 25"/>
                  <a:gd name="T9" fmla="*/ 14 h 21"/>
                  <a:gd name="T10" fmla="*/ 3 w 25"/>
                  <a:gd name="T11" fmla="*/ 10 h 21"/>
                  <a:gd name="T12" fmla="*/ 6 w 25"/>
                  <a:gd name="T13" fmla="*/ 2 h 21"/>
                  <a:gd name="T14" fmla="*/ 14 w 25"/>
                  <a:gd name="T15" fmla="*/ 0 h 21"/>
                  <a:gd name="T16" fmla="*/ 21 w 25"/>
                  <a:gd name="T17" fmla="*/ 2 h 21"/>
                  <a:gd name="T18" fmla="*/ 24 w 25"/>
                  <a:gd name="T19" fmla="*/ 9 h 21"/>
                  <a:gd name="T20" fmla="*/ 18 w 25"/>
                  <a:gd name="T21" fmla="*/ 10 h 21"/>
                  <a:gd name="T22" fmla="*/ 17 w 25"/>
                  <a:gd name="T23" fmla="*/ 7 h 21"/>
                  <a:gd name="T24" fmla="*/ 14 w 25"/>
                  <a:gd name="T25" fmla="*/ 6 h 21"/>
                  <a:gd name="T26" fmla="*/ 10 w 25"/>
                  <a:gd name="T27" fmla="*/ 11 h 21"/>
                  <a:gd name="T28" fmla="*/ 10 w 25"/>
                  <a:gd name="T29" fmla="*/ 14 h 21"/>
                  <a:gd name="T30" fmla="*/ 25 w 25"/>
                  <a:gd name="T31" fmla="*/ 14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5" h="21">
                    <a:moveTo>
                      <a:pt x="25" y="14"/>
                    </a:moveTo>
                    <a:cubicBezTo>
                      <a:pt x="25" y="21"/>
                      <a:pt x="25" y="21"/>
                      <a:pt x="25" y="21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3" y="7"/>
                      <a:pt x="4" y="4"/>
                      <a:pt x="6" y="2"/>
                    </a:cubicBezTo>
                    <a:cubicBezTo>
                      <a:pt x="8" y="1"/>
                      <a:pt x="10" y="0"/>
                      <a:pt x="14" y="0"/>
                    </a:cubicBezTo>
                    <a:cubicBezTo>
                      <a:pt x="17" y="0"/>
                      <a:pt x="20" y="0"/>
                      <a:pt x="21" y="2"/>
                    </a:cubicBezTo>
                    <a:cubicBezTo>
                      <a:pt x="23" y="3"/>
                      <a:pt x="24" y="6"/>
                      <a:pt x="24" y="9"/>
                    </a:cubicBezTo>
                    <a:cubicBezTo>
                      <a:pt x="18" y="10"/>
                      <a:pt x="18" y="10"/>
                      <a:pt x="18" y="10"/>
                    </a:cubicBezTo>
                    <a:cubicBezTo>
                      <a:pt x="18" y="8"/>
                      <a:pt x="17" y="7"/>
                      <a:pt x="17" y="7"/>
                    </a:cubicBezTo>
                    <a:cubicBezTo>
                      <a:pt x="16" y="6"/>
                      <a:pt x="15" y="6"/>
                      <a:pt x="14" y="6"/>
                    </a:cubicBezTo>
                    <a:cubicBezTo>
                      <a:pt x="11" y="6"/>
                      <a:pt x="10" y="7"/>
                      <a:pt x="10" y="11"/>
                    </a:cubicBezTo>
                    <a:cubicBezTo>
                      <a:pt x="10" y="14"/>
                      <a:pt x="10" y="14"/>
                      <a:pt x="10" y="14"/>
                    </a:cubicBezTo>
                    <a:lnTo>
                      <a:pt x="25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53" name="Rectangle 18"/>
              <p:cNvSpPr>
                <a:spLocks noChangeArrowheads="1"/>
              </p:cNvSpPr>
              <p:nvPr/>
            </p:nvSpPr>
            <p:spPr bwMode="auto">
              <a:xfrm>
                <a:off x="7991476" y="4816475"/>
                <a:ext cx="169863" cy="80645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984659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6">
          <p15:clr>
            <a:srgbClr val="FBAE40"/>
          </p15:clr>
        </p15:guide>
        <p15:guide id="2" pos="5677">
          <p15:clr>
            <a:srgbClr val="FBAE40"/>
          </p15:clr>
        </p15:guide>
        <p15:guide id="3" pos="5827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877E6E5-10F2-4009-B776-A7F5C9BE046A}"/>
              </a:ext>
            </a:extLst>
          </p:cNvPr>
          <p:cNvSpPr/>
          <p:nvPr userDrawn="1"/>
        </p:nvSpPr>
        <p:spPr>
          <a:xfrm>
            <a:off x="240604" y="239401"/>
            <a:ext cx="11710800" cy="6379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5" tIns="45707" rIns="91415" bIns="45707" rtlCol="0" anchor="ctr"/>
          <a:lstStyle/>
          <a:p>
            <a:pPr algn="ctr" defTabSz="914106"/>
            <a:endParaRPr lang="en-GB" sz="1867">
              <a:solidFill>
                <a:prstClr val="white"/>
              </a:solidFill>
            </a:endParaRP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D409324-02BA-4D89-BA1E-35E575BEC37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96003" y="982667"/>
            <a:ext cx="3996003" cy="2088000"/>
          </a:xfrm>
        </p:spPr>
        <p:txBody>
          <a:bodyPr/>
          <a:lstStyle/>
          <a:p>
            <a:r>
              <a:rPr lang="en-US"/>
              <a:t>Drag picture to placeholder or click icon to add</a:t>
            </a:r>
            <a:endParaRPr lang="en-GB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8646E490-5F28-4BD7-B53C-18A60C65847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96003" y="3526637"/>
            <a:ext cx="3996003" cy="2088000"/>
          </a:xfrm>
        </p:spPr>
        <p:txBody>
          <a:bodyPr/>
          <a:lstStyle/>
          <a:p>
            <a:r>
              <a:rPr lang="en-US"/>
              <a:t>Drag picture to placeholder or click icon to add</a:t>
            </a:r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90E2089-F7F1-4029-A7C8-A39659E5D2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96007" y="3106274"/>
            <a:ext cx="3995999" cy="420369"/>
          </a:xfrm>
        </p:spPr>
        <p:txBody>
          <a:bodyPr/>
          <a:lstStyle>
            <a:lvl1pPr>
              <a:defRPr sz="933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4D409324-02BA-4D89-BA1E-35E575BEC37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832004" y="982667"/>
            <a:ext cx="3996003" cy="2088000"/>
          </a:xfrm>
        </p:spPr>
        <p:txBody>
          <a:bodyPr/>
          <a:lstStyle/>
          <a:p>
            <a:r>
              <a:rPr lang="en-US"/>
              <a:t>Drag picture to placeholder or click icon to add</a:t>
            </a:r>
            <a:endParaRPr lang="en-GB"/>
          </a:p>
        </p:txBody>
      </p:sp>
      <p:sp>
        <p:nvSpPr>
          <p:cNvPr id="19" name="Picture Placeholder 13">
            <a:extLst>
              <a:ext uri="{FF2B5EF4-FFF2-40B4-BE49-F238E27FC236}">
                <a16:creationId xmlns:a16="http://schemas.microsoft.com/office/drawing/2014/main" id="{4D409324-02BA-4D89-BA1E-35E575BEC37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832004" y="3526637"/>
            <a:ext cx="3996003" cy="2088000"/>
          </a:xfrm>
        </p:spPr>
        <p:txBody>
          <a:bodyPr/>
          <a:lstStyle/>
          <a:p>
            <a:r>
              <a:rPr lang="en-US"/>
              <a:t>Drag picture to placeholder or click icon to add</a:t>
            </a:r>
            <a:endParaRPr lang="en-GB"/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A90E2089-F7F1-4029-A7C8-A39659E5D28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96009" y="3099882"/>
            <a:ext cx="3995999" cy="420369"/>
          </a:xfrm>
        </p:spPr>
        <p:txBody>
          <a:bodyPr/>
          <a:lstStyle>
            <a:lvl1pPr>
              <a:defRPr sz="933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A90E2089-F7F1-4029-A7C8-A39659E5D2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296007" y="5645326"/>
            <a:ext cx="3995999" cy="420369"/>
          </a:xfrm>
        </p:spPr>
        <p:txBody>
          <a:bodyPr/>
          <a:lstStyle>
            <a:lvl1pPr>
              <a:defRPr sz="933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A90E2089-F7F1-4029-A7C8-A39659E5D28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832009" y="5645326"/>
            <a:ext cx="3995999" cy="420369"/>
          </a:xfrm>
        </p:spPr>
        <p:txBody>
          <a:bodyPr/>
          <a:lstStyle>
            <a:lvl1pPr>
              <a:defRPr sz="933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GB">
              <a:solidFill>
                <a:srgbClr val="4D5156"/>
              </a:solidFill>
            </a:endParaRPr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F7641956-BF2E-4170-9809-8254439A8799}" type="slidenum">
              <a:rPr lang="en-GB" smtClean="0">
                <a:solidFill>
                  <a:srgbClr val="1859A9"/>
                </a:solidFill>
              </a:rPr>
              <a:pPr/>
              <a:t>‹#›</a:t>
            </a:fld>
            <a:endParaRPr lang="en-GB">
              <a:solidFill>
                <a:srgbClr val="1859A9"/>
              </a:solidFill>
            </a:endParaRPr>
          </a:p>
        </p:txBody>
      </p:sp>
      <p:grpSp>
        <p:nvGrpSpPr>
          <p:cNvPr id="42" name="Group 41"/>
          <p:cNvGrpSpPr>
            <a:grpSpLocks noChangeAspect="1"/>
          </p:cNvGrpSpPr>
          <p:nvPr userDrawn="1"/>
        </p:nvGrpSpPr>
        <p:grpSpPr>
          <a:xfrm>
            <a:off x="10810891" y="3"/>
            <a:ext cx="658803" cy="1222741"/>
            <a:chOff x="10546428" y="-86005"/>
            <a:chExt cx="923259" cy="1713580"/>
          </a:xfrm>
        </p:grpSpPr>
        <p:sp>
          <p:nvSpPr>
            <p:cNvPr id="43" name="Rectangle 42"/>
            <p:cNvSpPr/>
            <p:nvPr userDrawn="1"/>
          </p:nvSpPr>
          <p:spPr bwMode="white">
            <a:xfrm>
              <a:off x="10546428" y="-86005"/>
              <a:ext cx="923259" cy="17135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06"/>
              <a:endParaRPr lang="en-GB" sz="1867">
                <a:solidFill>
                  <a:prstClr val="white"/>
                </a:solidFill>
              </a:endParaRPr>
            </a:p>
          </p:txBody>
        </p:sp>
        <p:grpSp>
          <p:nvGrpSpPr>
            <p:cNvPr id="44" name="Group 43"/>
            <p:cNvGrpSpPr>
              <a:grpSpLocks noChangeAspect="1"/>
            </p:cNvGrpSpPr>
            <p:nvPr userDrawn="1"/>
          </p:nvGrpSpPr>
          <p:grpSpPr>
            <a:xfrm>
              <a:off x="10639077" y="333830"/>
              <a:ext cx="767941" cy="1201994"/>
              <a:chOff x="3986213" y="0"/>
              <a:chExt cx="4381501" cy="6858001"/>
            </a:xfrm>
            <a:solidFill>
              <a:schemeClr val="tx2"/>
            </a:solidFill>
          </p:grpSpPr>
          <p:sp>
            <p:nvSpPr>
              <p:cNvPr id="45" name="Freeform 5"/>
              <p:cNvSpPr>
                <a:spLocks/>
              </p:cNvSpPr>
              <p:nvPr/>
            </p:nvSpPr>
            <p:spPr bwMode="auto">
              <a:xfrm>
                <a:off x="6521451" y="1746250"/>
                <a:ext cx="1846263" cy="2443163"/>
              </a:xfrm>
              <a:custGeom>
                <a:avLst/>
                <a:gdLst>
                  <a:gd name="T0" fmla="*/ 113 w 206"/>
                  <a:gd name="T1" fmla="*/ 196 h 273"/>
                  <a:gd name="T2" fmla="*/ 70 w 206"/>
                  <a:gd name="T3" fmla="*/ 273 h 273"/>
                  <a:gd name="T4" fmla="*/ 184 w 206"/>
                  <a:gd name="T5" fmla="*/ 273 h 273"/>
                  <a:gd name="T6" fmla="*/ 0 w 206"/>
                  <a:gd name="T7" fmla="*/ 0 h 273"/>
                  <a:gd name="T8" fmla="*/ 113 w 206"/>
                  <a:gd name="T9" fmla="*/ 196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6" h="273">
                    <a:moveTo>
                      <a:pt x="113" y="196"/>
                    </a:moveTo>
                    <a:cubicBezTo>
                      <a:pt x="106" y="226"/>
                      <a:pt x="91" y="252"/>
                      <a:pt x="70" y="273"/>
                    </a:cubicBezTo>
                    <a:cubicBezTo>
                      <a:pt x="184" y="273"/>
                      <a:pt x="184" y="273"/>
                      <a:pt x="184" y="273"/>
                    </a:cubicBezTo>
                    <a:cubicBezTo>
                      <a:pt x="206" y="154"/>
                      <a:pt x="128" y="28"/>
                      <a:pt x="0" y="0"/>
                    </a:cubicBezTo>
                    <a:cubicBezTo>
                      <a:pt x="26" y="7"/>
                      <a:pt x="138" y="60"/>
                      <a:pt x="113" y="196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46" name="Freeform 6"/>
              <p:cNvSpPr>
                <a:spLocks/>
              </p:cNvSpPr>
              <p:nvPr/>
            </p:nvSpPr>
            <p:spPr bwMode="auto">
              <a:xfrm>
                <a:off x="3986213" y="0"/>
                <a:ext cx="4219575" cy="4189413"/>
              </a:xfrm>
              <a:custGeom>
                <a:avLst/>
                <a:gdLst>
                  <a:gd name="T0" fmla="*/ 0 w 471"/>
                  <a:gd name="T1" fmla="*/ 0 h 468"/>
                  <a:gd name="T2" fmla="*/ 0 w 471"/>
                  <a:gd name="T3" fmla="*/ 468 h 468"/>
                  <a:gd name="T4" fmla="*/ 50 w 471"/>
                  <a:gd name="T5" fmla="*/ 468 h 468"/>
                  <a:gd name="T6" fmla="*/ 104 w 471"/>
                  <a:gd name="T7" fmla="*/ 466 h 468"/>
                  <a:gd name="T8" fmla="*/ 247 w 471"/>
                  <a:gd name="T9" fmla="*/ 346 h 468"/>
                  <a:gd name="T10" fmla="*/ 161 w 471"/>
                  <a:gd name="T11" fmla="*/ 219 h 468"/>
                  <a:gd name="T12" fmla="*/ 157 w 471"/>
                  <a:gd name="T13" fmla="*/ 218 h 468"/>
                  <a:gd name="T14" fmla="*/ 100 w 471"/>
                  <a:gd name="T15" fmla="*/ 212 h 468"/>
                  <a:gd name="T16" fmla="*/ 92 w 471"/>
                  <a:gd name="T17" fmla="*/ 243 h 468"/>
                  <a:gd name="T18" fmla="*/ 81 w 471"/>
                  <a:gd name="T19" fmla="*/ 165 h 468"/>
                  <a:gd name="T20" fmla="*/ 124 w 471"/>
                  <a:gd name="T21" fmla="*/ 123 h 468"/>
                  <a:gd name="T22" fmla="*/ 124 w 471"/>
                  <a:gd name="T23" fmla="*/ 122 h 468"/>
                  <a:gd name="T24" fmla="*/ 186 w 471"/>
                  <a:gd name="T25" fmla="*/ 78 h 468"/>
                  <a:gd name="T26" fmla="*/ 259 w 471"/>
                  <a:gd name="T27" fmla="*/ 58 h 468"/>
                  <a:gd name="T28" fmla="*/ 471 w 471"/>
                  <a:gd name="T29" fmla="*/ 151 h 468"/>
                  <a:gd name="T30" fmla="*/ 471 w 471"/>
                  <a:gd name="T31" fmla="*/ 0 h 468"/>
                  <a:gd name="T32" fmla="*/ 0 w 471"/>
                  <a:gd name="T33" fmla="*/ 0 h 4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71" h="468">
                    <a:moveTo>
                      <a:pt x="0" y="0"/>
                    </a:moveTo>
                    <a:cubicBezTo>
                      <a:pt x="0" y="468"/>
                      <a:pt x="0" y="468"/>
                      <a:pt x="0" y="468"/>
                    </a:cubicBezTo>
                    <a:cubicBezTo>
                      <a:pt x="50" y="468"/>
                      <a:pt x="50" y="468"/>
                      <a:pt x="50" y="468"/>
                    </a:cubicBezTo>
                    <a:cubicBezTo>
                      <a:pt x="80" y="468"/>
                      <a:pt x="87" y="468"/>
                      <a:pt x="104" y="466"/>
                    </a:cubicBezTo>
                    <a:cubicBezTo>
                      <a:pt x="175" y="455"/>
                      <a:pt x="240" y="397"/>
                      <a:pt x="247" y="346"/>
                    </a:cubicBezTo>
                    <a:cubicBezTo>
                      <a:pt x="258" y="285"/>
                      <a:pt x="225" y="232"/>
                      <a:pt x="161" y="219"/>
                    </a:cubicBezTo>
                    <a:cubicBezTo>
                      <a:pt x="160" y="219"/>
                      <a:pt x="159" y="218"/>
                      <a:pt x="157" y="218"/>
                    </a:cubicBezTo>
                    <a:cubicBezTo>
                      <a:pt x="155" y="218"/>
                      <a:pt x="124" y="218"/>
                      <a:pt x="100" y="212"/>
                    </a:cubicBezTo>
                    <a:cubicBezTo>
                      <a:pt x="100" y="212"/>
                      <a:pt x="87" y="223"/>
                      <a:pt x="92" y="243"/>
                    </a:cubicBezTo>
                    <a:cubicBezTo>
                      <a:pt x="92" y="243"/>
                      <a:pt x="61" y="210"/>
                      <a:pt x="81" y="165"/>
                    </a:cubicBezTo>
                    <a:cubicBezTo>
                      <a:pt x="81" y="165"/>
                      <a:pt x="90" y="144"/>
                      <a:pt x="124" y="123"/>
                    </a:cubicBezTo>
                    <a:cubicBezTo>
                      <a:pt x="124" y="123"/>
                      <a:pt x="124" y="122"/>
                      <a:pt x="124" y="122"/>
                    </a:cubicBezTo>
                    <a:cubicBezTo>
                      <a:pt x="133" y="111"/>
                      <a:pt x="155" y="93"/>
                      <a:pt x="186" y="78"/>
                    </a:cubicBezTo>
                    <a:cubicBezTo>
                      <a:pt x="201" y="71"/>
                      <a:pt x="228" y="61"/>
                      <a:pt x="259" y="58"/>
                    </a:cubicBezTo>
                    <a:cubicBezTo>
                      <a:pt x="397" y="45"/>
                      <a:pt x="471" y="151"/>
                      <a:pt x="471" y="151"/>
                    </a:cubicBezTo>
                    <a:cubicBezTo>
                      <a:pt x="471" y="0"/>
                      <a:pt x="471" y="0"/>
                      <a:pt x="47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47" name="Freeform 7"/>
              <p:cNvSpPr>
                <a:spLocks/>
              </p:cNvSpPr>
              <p:nvPr/>
            </p:nvSpPr>
            <p:spPr bwMode="auto">
              <a:xfrm>
                <a:off x="5545138" y="939800"/>
                <a:ext cx="2660650" cy="1011238"/>
              </a:xfrm>
              <a:custGeom>
                <a:avLst/>
                <a:gdLst>
                  <a:gd name="T0" fmla="*/ 167 w 297"/>
                  <a:gd name="T1" fmla="*/ 9 h 113"/>
                  <a:gd name="T2" fmla="*/ 0 w 297"/>
                  <a:gd name="T3" fmla="*/ 48 h 113"/>
                  <a:gd name="T4" fmla="*/ 33 w 297"/>
                  <a:gd name="T5" fmla="*/ 33 h 113"/>
                  <a:gd name="T6" fmla="*/ 61 w 297"/>
                  <a:gd name="T7" fmla="*/ 60 h 113"/>
                  <a:gd name="T8" fmla="*/ 103 w 297"/>
                  <a:gd name="T9" fmla="*/ 34 h 113"/>
                  <a:gd name="T10" fmla="*/ 103 w 297"/>
                  <a:gd name="T11" fmla="*/ 20 h 113"/>
                  <a:gd name="T12" fmla="*/ 297 w 297"/>
                  <a:gd name="T13" fmla="*/ 113 h 113"/>
                  <a:gd name="T14" fmla="*/ 297 w 297"/>
                  <a:gd name="T15" fmla="*/ 71 h 113"/>
                  <a:gd name="T16" fmla="*/ 167 w 297"/>
                  <a:gd name="T17" fmla="*/ 9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7" h="113">
                    <a:moveTo>
                      <a:pt x="167" y="9"/>
                    </a:moveTo>
                    <a:cubicBezTo>
                      <a:pt x="100" y="0"/>
                      <a:pt x="44" y="17"/>
                      <a:pt x="0" y="48"/>
                    </a:cubicBezTo>
                    <a:cubicBezTo>
                      <a:pt x="0" y="48"/>
                      <a:pt x="13" y="40"/>
                      <a:pt x="33" y="33"/>
                    </a:cubicBezTo>
                    <a:cubicBezTo>
                      <a:pt x="36" y="46"/>
                      <a:pt x="47" y="57"/>
                      <a:pt x="61" y="60"/>
                    </a:cubicBezTo>
                    <a:cubicBezTo>
                      <a:pt x="81" y="64"/>
                      <a:pt x="100" y="52"/>
                      <a:pt x="103" y="34"/>
                    </a:cubicBezTo>
                    <a:cubicBezTo>
                      <a:pt x="104" y="30"/>
                      <a:pt x="104" y="25"/>
                      <a:pt x="103" y="20"/>
                    </a:cubicBezTo>
                    <a:cubicBezTo>
                      <a:pt x="230" y="16"/>
                      <a:pt x="297" y="113"/>
                      <a:pt x="297" y="113"/>
                    </a:cubicBezTo>
                    <a:cubicBezTo>
                      <a:pt x="297" y="71"/>
                      <a:pt x="297" y="71"/>
                      <a:pt x="297" y="71"/>
                    </a:cubicBezTo>
                    <a:cubicBezTo>
                      <a:pt x="278" y="52"/>
                      <a:pt x="226" y="15"/>
                      <a:pt x="167" y="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48" name="Freeform 8"/>
              <p:cNvSpPr>
                <a:spLocks noEditPoints="1"/>
              </p:cNvSpPr>
              <p:nvPr/>
            </p:nvSpPr>
            <p:spPr bwMode="auto">
              <a:xfrm>
                <a:off x="3986213" y="6007100"/>
                <a:ext cx="796925" cy="833438"/>
              </a:xfrm>
              <a:custGeom>
                <a:avLst/>
                <a:gdLst>
                  <a:gd name="T0" fmla="*/ 310 w 502"/>
                  <a:gd name="T1" fmla="*/ 311 h 525"/>
                  <a:gd name="T2" fmla="*/ 248 w 502"/>
                  <a:gd name="T3" fmla="*/ 124 h 525"/>
                  <a:gd name="T4" fmla="*/ 186 w 502"/>
                  <a:gd name="T5" fmla="*/ 311 h 525"/>
                  <a:gd name="T6" fmla="*/ 310 w 502"/>
                  <a:gd name="T7" fmla="*/ 311 h 525"/>
                  <a:gd name="T8" fmla="*/ 198 w 502"/>
                  <a:gd name="T9" fmla="*/ 0 h 525"/>
                  <a:gd name="T10" fmla="*/ 305 w 502"/>
                  <a:gd name="T11" fmla="*/ 0 h 525"/>
                  <a:gd name="T12" fmla="*/ 502 w 502"/>
                  <a:gd name="T13" fmla="*/ 525 h 525"/>
                  <a:gd name="T14" fmla="*/ 384 w 502"/>
                  <a:gd name="T15" fmla="*/ 525 h 525"/>
                  <a:gd name="T16" fmla="*/ 339 w 502"/>
                  <a:gd name="T17" fmla="*/ 401 h 525"/>
                  <a:gd name="T18" fmla="*/ 158 w 502"/>
                  <a:gd name="T19" fmla="*/ 401 h 525"/>
                  <a:gd name="T20" fmla="*/ 113 w 502"/>
                  <a:gd name="T21" fmla="*/ 525 h 525"/>
                  <a:gd name="T22" fmla="*/ 0 w 502"/>
                  <a:gd name="T23" fmla="*/ 525 h 525"/>
                  <a:gd name="T24" fmla="*/ 198 w 502"/>
                  <a:gd name="T25" fmla="*/ 0 h 5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02" h="525">
                    <a:moveTo>
                      <a:pt x="310" y="311"/>
                    </a:moveTo>
                    <a:lnTo>
                      <a:pt x="248" y="124"/>
                    </a:lnTo>
                    <a:lnTo>
                      <a:pt x="186" y="311"/>
                    </a:lnTo>
                    <a:lnTo>
                      <a:pt x="310" y="311"/>
                    </a:lnTo>
                    <a:close/>
                    <a:moveTo>
                      <a:pt x="198" y="0"/>
                    </a:moveTo>
                    <a:lnTo>
                      <a:pt x="305" y="0"/>
                    </a:lnTo>
                    <a:lnTo>
                      <a:pt x="502" y="525"/>
                    </a:lnTo>
                    <a:lnTo>
                      <a:pt x="384" y="525"/>
                    </a:lnTo>
                    <a:lnTo>
                      <a:pt x="339" y="401"/>
                    </a:lnTo>
                    <a:lnTo>
                      <a:pt x="158" y="401"/>
                    </a:lnTo>
                    <a:lnTo>
                      <a:pt x="113" y="525"/>
                    </a:lnTo>
                    <a:lnTo>
                      <a:pt x="0" y="525"/>
                    </a:lnTo>
                    <a:lnTo>
                      <a:pt x="19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49" name="Freeform 9"/>
              <p:cNvSpPr>
                <a:spLocks noEditPoints="1"/>
              </p:cNvSpPr>
              <p:nvPr/>
            </p:nvSpPr>
            <p:spPr bwMode="auto">
              <a:xfrm>
                <a:off x="4881563" y="6007100"/>
                <a:ext cx="717550" cy="833438"/>
              </a:xfrm>
              <a:custGeom>
                <a:avLst/>
                <a:gdLst>
                  <a:gd name="T0" fmla="*/ 32 w 80"/>
                  <a:gd name="T1" fmla="*/ 76 h 93"/>
                  <a:gd name="T2" fmla="*/ 45 w 80"/>
                  <a:gd name="T3" fmla="*/ 74 h 93"/>
                  <a:gd name="T4" fmla="*/ 53 w 80"/>
                  <a:gd name="T5" fmla="*/ 68 h 93"/>
                  <a:gd name="T6" fmla="*/ 58 w 80"/>
                  <a:gd name="T7" fmla="*/ 58 h 93"/>
                  <a:gd name="T8" fmla="*/ 60 w 80"/>
                  <a:gd name="T9" fmla="*/ 46 h 93"/>
                  <a:gd name="T10" fmla="*/ 59 w 80"/>
                  <a:gd name="T11" fmla="*/ 34 h 93"/>
                  <a:gd name="T12" fmla="*/ 54 w 80"/>
                  <a:gd name="T13" fmla="*/ 24 h 93"/>
                  <a:gd name="T14" fmla="*/ 46 w 80"/>
                  <a:gd name="T15" fmla="*/ 18 h 93"/>
                  <a:gd name="T16" fmla="*/ 35 w 80"/>
                  <a:gd name="T17" fmla="*/ 16 h 93"/>
                  <a:gd name="T18" fmla="*/ 19 w 80"/>
                  <a:gd name="T19" fmla="*/ 16 h 93"/>
                  <a:gd name="T20" fmla="*/ 19 w 80"/>
                  <a:gd name="T21" fmla="*/ 76 h 93"/>
                  <a:gd name="T22" fmla="*/ 32 w 80"/>
                  <a:gd name="T23" fmla="*/ 76 h 93"/>
                  <a:gd name="T24" fmla="*/ 0 w 80"/>
                  <a:gd name="T25" fmla="*/ 0 h 93"/>
                  <a:gd name="T26" fmla="*/ 35 w 80"/>
                  <a:gd name="T27" fmla="*/ 0 h 93"/>
                  <a:gd name="T28" fmla="*/ 68 w 80"/>
                  <a:gd name="T29" fmla="*/ 11 h 93"/>
                  <a:gd name="T30" fmla="*/ 80 w 80"/>
                  <a:gd name="T31" fmla="*/ 46 h 93"/>
                  <a:gd name="T32" fmla="*/ 77 w 80"/>
                  <a:gd name="T33" fmla="*/ 66 h 93"/>
                  <a:gd name="T34" fmla="*/ 67 w 80"/>
                  <a:gd name="T35" fmla="*/ 81 h 93"/>
                  <a:gd name="T36" fmla="*/ 52 w 80"/>
                  <a:gd name="T37" fmla="*/ 90 h 93"/>
                  <a:gd name="T38" fmla="*/ 31 w 80"/>
                  <a:gd name="T39" fmla="*/ 93 h 93"/>
                  <a:gd name="T40" fmla="*/ 0 w 80"/>
                  <a:gd name="T41" fmla="*/ 93 h 93"/>
                  <a:gd name="T42" fmla="*/ 0 w 80"/>
                  <a:gd name="T43" fmla="*/ 0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0" h="93">
                    <a:moveTo>
                      <a:pt x="32" y="76"/>
                    </a:moveTo>
                    <a:cubicBezTo>
                      <a:pt x="37" y="76"/>
                      <a:pt x="41" y="76"/>
                      <a:pt x="45" y="74"/>
                    </a:cubicBezTo>
                    <a:cubicBezTo>
                      <a:pt x="48" y="73"/>
                      <a:pt x="51" y="71"/>
                      <a:pt x="53" y="68"/>
                    </a:cubicBezTo>
                    <a:cubicBezTo>
                      <a:pt x="56" y="65"/>
                      <a:pt x="57" y="62"/>
                      <a:pt x="58" y="58"/>
                    </a:cubicBezTo>
                    <a:cubicBezTo>
                      <a:pt x="59" y="55"/>
                      <a:pt x="60" y="51"/>
                      <a:pt x="60" y="46"/>
                    </a:cubicBezTo>
                    <a:cubicBezTo>
                      <a:pt x="60" y="41"/>
                      <a:pt x="59" y="37"/>
                      <a:pt x="59" y="34"/>
                    </a:cubicBezTo>
                    <a:cubicBezTo>
                      <a:pt x="58" y="30"/>
                      <a:pt x="56" y="27"/>
                      <a:pt x="54" y="24"/>
                    </a:cubicBezTo>
                    <a:cubicBezTo>
                      <a:pt x="52" y="22"/>
                      <a:pt x="50" y="20"/>
                      <a:pt x="46" y="18"/>
                    </a:cubicBezTo>
                    <a:cubicBezTo>
                      <a:pt x="43" y="17"/>
                      <a:pt x="39" y="16"/>
                      <a:pt x="35" y="16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19" y="76"/>
                      <a:pt x="19" y="76"/>
                      <a:pt x="19" y="76"/>
                    </a:cubicBezTo>
                    <a:lnTo>
                      <a:pt x="32" y="76"/>
                    </a:lnTo>
                    <a:close/>
                    <a:moveTo>
                      <a:pt x="0" y="0"/>
                    </a:moveTo>
                    <a:cubicBezTo>
                      <a:pt x="35" y="0"/>
                      <a:pt x="35" y="0"/>
                      <a:pt x="35" y="0"/>
                    </a:cubicBezTo>
                    <a:cubicBezTo>
                      <a:pt x="49" y="0"/>
                      <a:pt x="60" y="4"/>
                      <a:pt x="68" y="11"/>
                    </a:cubicBezTo>
                    <a:cubicBezTo>
                      <a:pt x="76" y="19"/>
                      <a:pt x="80" y="31"/>
                      <a:pt x="80" y="46"/>
                    </a:cubicBezTo>
                    <a:cubicBezTo>
                      <a:pt x="80" y="54"/>
                      <a:pt x="79" y="60"/>
                      <a:pt x="77" y="66"/>
                    </a:cubicBezTo>
                    <a:cubicBezTo>
                      <a:pt x="74" y="72"/>
                      <a:pt x="71" y="77"/>
                      <a:pt x="67" y="81"/>
                    </a:cubicBezTo>
                    <a:cubicBezTo>
                      <a:pt x="63" y="85"/>
                      <a:pt x="58" y="88"/>
                      <a:pt x="52" y="90"/>
                    </a:cubicBezTo>
                    <a:cubicBezTo>
                      <a:pt x="46" y="92"/>
                      <a:pt x="39" y="93"/>
                      <a:pt x="31" y="93"/>
                    </a:cubicBezTo>
                    <a:cubicBezTo>
                      <a:pt x="0" y="93"/>
                      <a:pt x="0" y="93"/>
                      <a:pt x="0" y="93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50" name="Freeform 10"/>
              <p:cNvSpPr>
                <a:spLocks/>
              </p:cNvSpPr>
              <p:nvPr/>
            </p:nvSpPr>
            <p:spPr bwMode="auto">
              <a:xfrm>
                <a:off x="5734051" y="6007100"/>
                <a:ext cx="671513" cy="833438"/>
              </a:xfrm>
              <a:custGeom>
                <a:avLst/>
                <a:gdLst>
                  <a:gd name="T0" fmla="*/ 0 w 423"/>
                  <a:gd name="T1" fmla="*/ 0 h 525"/>
                  <a:gd name="T2" fmla="*/ 101 w 423"/>
                  <a:gd name="T3" fmla="*/ 0 h 525"/>
                  <a:gd name="T4" fmla="*/ 316 w 423"/>
                  <a:gd name="T5" fmla="*/ 344 h 525"/>
                  <a:gd name="T6" fmla="*/ 316 w 423"/>
                  <a:gd name="T7" fmla="*/ 0 h 525"/>
                  <a:gd name="T8" fmla="*/ 423 w 423"/>
                  <a:gd name="T9" fmla="*/ 0 h 525"/>
                  <a:gd name="T10" fmla="*/ 423 w 423"/>
                  <a:gd name="T11" fmla="*/ 525 h 525"/>
                  <a:gd name="T12" fmla="*/ 327 w 423"/>
                  <a:gd name="T13" fmla="*/ 525 h 525"/>
                  <a:gd name="T14" fmla="*/ 107 w 423"/>
                  <a:gd name="T15" fmla="*/ 181 h 525"/>
                  <a:gd name="T16" fmla="*/ 107 w 423"/>
                  <a:gd name="T17" fmla="*/ 525 h 525"/>
                  <a:gd name="T18" fmla="*/ 0 w 423"/>
                  <a:gd name="T19" fmla="*/ 525 h 525"/>
                  <a:gd name="T20" fmla="*/ 0 w 423"/>
                  <a:gd name="T21" fmla="*/ 0 h 5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23" h="525">
                    <a:moveTo>
                      <a:pt x="0" y="0"/>
                    </a:moveTo>
                    <a:lnTo>
                      <a:pt x="101" y="0"/>
                    </a:lnTo>
                    <a:lnTo>
                      <a:pt x="316" y="344"/>
                    </a:lnTo>
                    <a:lnTo>
                      <a:pt x="316" y="0"/>
                    </a:lnTo>
                    <a:lnTo>
                      <a:pt x="423" y="0"/>
                    </a:lnTo>
                    <a:lnTo>
                      <a:pt x="423" y="525"/>
                    </a:lnTo>
                    <a:lnTo>
                      <a:pt x="327" y="525"/>
                    </a:lnTo>
                    <a:lnTo>
                      <a:pt x="107" y="181"/>
                    </a:lnTo>
                    <a:lnTo>
                      <a:pt x="107" y="525"/>
                    </a:lnTo>
                    <a:lnTo>
                      <a:pt x="0" y="52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51" name="Freeform 11"/>
              <p:cNvSpPr>
                <a:spLocks noEditPoints="1"/>
              </p:cNvSpPr>
              <p:nvPr/>
            </p:nvSpPr>
            <p:spPr bwMode="auto">
              <a:xfrm>
                <a:off x="6548438" y="5980113"/>
                <a:ext cx="796925" cy="877888"/>
              </a:xfrm>
              <a:custGeom>
                <a:avLst/>
                <a:gdLst>
                  <a:gd name="T0" fmla="*/ 45 w 89"/>
                  <a:gd name="T1" fmla="*/ 82 h 98"/>
                  <a:gd name="T2" fmla="*/ 63 w 89"/>
                  <a:gd name="T3" fmla="*/ 73 h 98"/>
                  <a:gd name="T4" fmla="*/ 69 w 89"/>
                  <a:gd name="T5" fmla="*/ 49 h 98"/>
                  <a:gd name="T6" fmla="*/ 63 w 89"/>
                  <a:gd name="T7" fmla="*/ 26 h 98"/>
                  <a:gd name="T8" fmla="*/ 45 w 89"/>
                  <a:gd name="T9" fmla="*/ 17 h 98"/>
                  <a:gd name="T10" fmla="*/ 26 w 89"/>
                  <a:gd name="T11" fmla="*/ 26 h 98"/>
                  <a:gd name="T12" fmla="*/ 20 w 89"/>
                  <a:gd name="T13" fmla="*/ 49 h 98"/>
                  <a:gd name="T14" fmla="*/ 26 w 89"/>
                  <a:gd name="T15" fmla="*/ 73 h 98"/>
                  <a:gd name="T16" fmla="*/ 45 w 89"/>
                  <a:gd name="T17" fmla="*/ 82 h 98"/>
                  <a:gd name="T18" fmla="*/ 45 w 89"/>
                  <a:gd name="T19" fmla="*/ 98 h 98"/>
                  <a:gd name="T20" fmla="*/ 26 w 89"/>
                  <a:gd name="T21" fmla="*/ 95 h 98"/>
                  <a:gd name="T22" fmla="*/ 12 w 89"/>
                  <a:gd name="T23" fmla="*/ 85 h 98"/>
                  <a:gd name="T24" fmla="*/ 3 w 89"/>
                  <a:gd name="T25" fmla="*/ 70 h 98"/>
                  <a:gd name="T26" fmla="*/ 0 w 89"/>
                  <a:gd name="T27" fmla="*/ 49 h 98"/>
                  <a:gd name="T28" fmla="*/ 3 w 89"/>
                  <a:gd name="T29" fmla="*/ 29 h 98"/>
                  <a:gd name="T30" fmla="*/ 12 w 89"/>
                  <a:gd name="T31" fmla="*/ 14 h 98"/>
                  <a:gd name="T32" fmla="*/ 26 w 89"/>
                  <a:gd name="T33" fmla="*/ 4 h 98"/>
                  <a:gd name="T34" fmla="*/ 45 w 89"/>
                  <a:gd name="T35" fmla="*/ 0 h 98"/>
                  <a:gd name="T36" fmla="*/ 63 w 89"/>
                  <a:gd name="T37" fmla="*/ 4 h 98"/>
                  <a:gd name="T38" fmla="*/ 77 w 89"/>
                  <a:gd name="T39" fmla="*/ 14 h 98"/>
                  <a:gd name="T40" fmla="*/ 86 w 89"/>
                  <a:gd name="T41" fmla="*/ 29 h 98"/>
                  <a:gd name="T42" fmla="*/ 89 w 89"/>
                  <a:gd name="T43" fmla="*/ 49 h 98"/>
                  <a:gd name="T44" fmla="*/ 86 w 89"/>
                  <a:gd name="T45" fmla="*/ 70 h 98"/>
                  <a:gd name="T46" fmla="*/ 77 w 89"/>
                  <a:gd name="T47" fmla="*/ 85 h 98"/>
                  <a:gd name="T48" fmla="*/ 63 w 89"/>
                  <a:gd name="T49" fmla="*/ 95 h 98"/>
                  <a:gd name="T50" fmla="*/ 45 w 89"/>
                  <a:gd name="T51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89" h="98">
                    <a:moveTo>
                      <a:pt x="45" y="82"/>
                    </a:moveTo>
                    <a:cubicBezTo>
                      <a:pt x="53" y="82"/>
                      <a:pt x="59" y="79"/>
                      <a:pt x="63" y="73"/>
                    </a:cubicBezTo>
                    <a:cubicBezTo>
                      <a:pt x="67" y="68"/>
                      <a:pt x="69" y="60"/>
                      <a:pt x="69" y="49"/>
                    </a:cubicBezTo>
                    <a:cubicBezTo>
                      <a:pt x="69" y="39"/>
                      <a:pt x="67" y="31"/>
                      <a:pt x="63" y="26"/>
                    </a:cubicBezTo>
                    <a:cubicBezTo>
                      <a:pt x="59" y="20"/>
                      <a:pt x="53" y="17"/>
                      <a:pt x="45" y="17"/>
                    </a:cubicBezTo>
                    <a:cubicBezTo>
                      <a:pt x="36" y="17"/>
                      <a:pt x="30" y="20"/>
                      <a:pt x="26" y="26"/>
                    </a:cubicBezTo>
                    <a:cubicBezTo>
                      <a:pt x="22" y="31"/>
                      <a:pt x="20" y="39"/>
                      <a:pt x="20" y="49"/>
                    </a:cubicBezTo>
                    <a:cubicBezTo>
                      <a:pt x="20" y="60"/>
                      <a:pt x="22" y="68"/>
                      <a:pt x="26" y="73"/>
                    </a:cubicBezTo>
                    <a:cubicBezTo>
                      <a:pt x="30" y="79"/>
                      <a:pt x="36" y="82"/>
                      <a:pt x="45" y="82"/>
                    </a:cubicBezTo>
                    <a:moveTo>
                      <a:pt x="45" y="98"/>
                    </a:moveTo>
                    <a:cubicBezTo>
                      <a:pt x="38" y="98"/>
                      <a:pt x="31" y="97"/>
                      <a:pt x="26" y="95"/>
                    </a:cubicBezTo>
                    <a:cubicBezTo>
                      <a:pt x="21" y="93"/>
                      <a:pt x="16" y="89"/>
                      <a:pt x="12" y="85"/>
                    </a:cubicBezTo>
                    <a:cubicBezTo>
                      <a:pt x="8" y="81"/>
                      <a:pt x="5" y="76"/>
                      <a:pt x="3" y="70"/>
                    </a:cubicBezTo>
                    <a:cubicBezTo>
                      <a:pt x="1" y="64"/>
                      <a:pt x="0" y="57"/>
                      <a:pt x="0" y="49"/>
                    </a:cubicBezTo>
                    <a:cubicBezTo>
                      <a:pt x="0" y="42"/>
                      <a:pt x="1" y="35"/>
                      <a:pt x="3" y="29"/>
                    </a:cubicBezTo>
                    <a:cubicBezTo>
                      <a:pt x="5" y="23"/>
                      <a:pt x="8" y="18"/>
                      <a:pt x="12" y="14"/>
                    </a:cubicBezTo>
                    <a:cubicBezTo>
                      <a:pt x="16" y="9"/>
                      <a:pt x="21" y="6"/>
                      <a:pt x="26" y="4"/>
                    </a:cubicBezTo>
                    <a:cubicBezTo>
                      <a:pt x="32" y="2"/>
                      <a:pt x="38" y="0"/>
                      <a:pt x="45" y="0"/>
                    </a:cubicBezTo>
                    <a:cubicBezTo>
                      <a:pt x="52" y="0"/>
                      <a:pt x="58" y="2"/>
                      <a:pt x="63" y="4"/>
                    </a:cubicBezTo>
                    <a:cubicBezTo>
                      <a:pt x="69" y="6"/>
                      <a:pt x="73" y="9"/>
                      <a:pt x="77" y="14"/>
                    </a:cubicBezTo>
                    <a:cubicBezTo>
                      <a:pt x="81" y="18"/>
                      <a:pt x="84" y="23"/>
                      <a:pt x="86" y="29"/>
                    </a:cubicBezTo>
                    <a:cubicBezTo>
                      <a:pt x="88" y="35"/>
                      <a:pt x="89" y="42"/>
                      <a:pt x="89" y="49"/>
                    </a:cubicBezTo>
                    <a:cubicBezTo>
                      <a:pt x="89" y="57"/>
                      <a:pt x="88" y="64"/>
                      <a:pt x="86" y="70"/>
                    </a:cubicBezTo>
                    <a:cubicBezTo>
                      <a:pt x="84" y="76"/>
                      <a:pt x="81" y="81"/>
                      <a:pt x="77" y="85"/>
                    </a:cubicBezTo>
                    <a:cubicBezTo>
                      <a:pt x="74" y="89"/>
                      <a:pt x="69" y="93"/>
                      <a:pt x="63" y="95"/>
                    </a:cubicBezTo>
                    <a:cubicBezTo>
                      <a:pt x="58" y="97"/>
                      <a:pt x="52" y="98"/>
                      <a:pt x="45" y="9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52" name="Freeform 12"/>
              <p:cNvSpPr>
                <a:spLocks/>
              </p:cNvSpPr>
              <p:nvPr/>
            </p:nvSpPr>
            <p:spPr bwMode="auto">
              <a:xfrm>
                <a:off x="7453313" y="5980113"/>
                <a:ext cx="742950" cy="877888"/>
              </a:xfrm>
              <a:custGeom>
                <a:avLst/>
                <a:gdLst>
                  <a:gd name="T0" fmla="*/ 83 w 83"/>
                  <a:gd name="T1" fmla="*/ 64 h 98"/>
                  <a:gd name="T2" fmla="*/ 79 w 83"/>
                  <a:gd name="T3" fmla="*/ 77 h 98"/>
                  <a:gd name="T4" fmla="*/ 71 w 83"/>
                  <a:gd name="T5" fmla="*/ 88 h 98"/>
                  <a:gd name="T6" fmla="*/ 59 w 83"/>
                  <a:gd name="T7" fmla="*/ 96 h 98"/>
                  <a:gd name="T8" fmla="*/ 43 w 83"/>
                  <a:gd name="T9" fmla="*/ 98 h 98"/>
                  <a:gd name="T10" fmla="*/ 24 w 83"/>
                  <a:gd name="T11" fmla="*/ 95 h 98"/>
                  <a:gd name="T12" fmla="*/ 11 w 83"/>
                  <a:gd name="T13" fmla="*/ 85 h 98"/>
                  <a:gd name="T14" fmla="*/ 3 w 83"/>
                  <a:gd name="T15" fmla="*/ 69 h 98"/>
                  <a:gd name="T16" fmla="*/ 0 w 83"/>
                  <a:gd name="T17" fmla="*/ 49 h 98"/>
                  <a:gd name="T18" fmla="*/ 3 w 83"/>
                  <a:gd name="T19" fmla="*/ 29 h 98"/>
                  <a:gd name="T20" fmla="*/ 12 w 83"/>
                  <a:gd name="T21" fmla="*/ 14 h 98"/>
                  <a:gd name="T22" fmla="*/ 25 w 83"/>
                  <a:gd name="T23" fmla="*/ 4 h 98"/>
                  <a:gd name="T24" fmla="*/ 43 w 83"/>
                  <a:gd name="T25" fmla="*/ 0 h 98"/>
                  <a:gd name="T26" fmla="*/ 59 w 83"/>
                  <a:gd name="T27" fmla="*/ 3 h 98"/>
                  <a:gd name="T28" fmla="*/ 70 w 83"/>
                  <a:gd name="T29" fmla="*/ 9 h 98"/>
                  <a:gd name="T30" fmla="*/ 77 w 83"/>
                  <a:gd name="T31" fmla="*/ 19 h 98"/>
                  <a:gd name="T32" fmla="*/ 81 w 83"/>
                  <a:gd name="T33" fmla="*/ 32 h 98"/>
                  <a:gd name="T34" fmla="*/ 62 w 83"/>
                  <a:gd name="T35" fmla="*/ 35 h 98"/>
                  <a:gd name="T36" fmla="*/ 56 w 83"/>
                  <a:gd name="T37" fmla="*/ 22 h 98"/>
                  <a:gd name="T38" fmla="*/ 43 w 83"/>
                  <a:gd name="T39" fmla="*/ 17 h 98"/>
                  <a:gd name="T40" fmla="*/ 26 w 83"/>
                  <a:gd name="T41" fmla="*/ 26 h 98"/>
                  <a:gd name="T42" fmla="*/ 20 w 83"/>
                  <a:gd name="T43" fmla="*/ 49 h 98"/>
                  <a:gd name="T44" fmla="*/ 27 w 83"/>
                  <a:gd name="T45" fmla="*/ 73 h 98"/>
                  <a:gd name="T46" fmla="*/ 43 w 83"/>
                  <a:gd name="T47" fmla="*/ 82 h 98"/>
                  <a:gd name="T48" fmla="*/ 56 w 83"/>
                  <a:gd name="T49" fmla="*/ 77 h 98"/>
                  <a:gd name="T50" fmla="*/ 62 w 83"/>
                  <a:gd name="T51" fmla="*/ 64 h 98"/>
                  <a:gd name="T52" fmla="*/ 83 w 83"/>
                  <a:gd name="T53" fmla="*/ 6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3" h="98">
                    <a:moveTo>
                      <a:pt x="83" y="64"/>
                    </a:moveTo>
                    <a:cubicBezTo>
                      <a:pt x="82" y="69"/>
                      <a:pt x="81" y="73"/>
                      <a:pt x="79" y="77"/>
                    </a:cubicBezTo>
                    <a:cubicBezTo>
                      <a:pt x="77" y="82"/>
                      <a:pt x="75" y="85"/>
                      <a:pt x="71" y="88"/>
                    </a:cubicBezTo>
                    <a:cubicBezTo>
                      <a:pt x="68" y="91"/>
                      <a:pt x="64" y="94"/>
                      <a:pt x="59" y="96"/>
                    </a:cubicBezTo>
                    <a:cubicBezTo>
                      <a:pt x="55" y="97"/>
                      <a:pt x="49" y="98"/>
                      <a:pt x="43" y="98"/>
                    </a:cubicBezTo>
                    <a:cubicBezTo>
                      <a:pt x="36" y="98"/>
                      <a:pt x="30" y="97"/>
                      <a:pt x="24" y="95"/>
                    </a:cubicBezTo>
                    <a:cubicBezTo>
                      <a:pt x="19" y="92"/>
                      <a:pt x="15" y="89"/>
                      <a:pt x="11" y="85"/>
                    </a:cubicBezTo>
                    <a:cubicBezTo>
                      <a:pt x="7" y="81"/>
                      <a:pt x="5" y="75"/>
                      <a:pt x="3" y="69"/>
                    </a:cubicBezTo>
                    <a:cubicBezTo>
                      <a:pt x="1" y="63"/>
                      <a:pt x="0" y="57"/>
                      <a:pt x="0" y="49"/>
                    </a:cubicBezTo>
                    <a:cubicBezTo>
                      <a:pt x="0" y="42"/>
                      <a:pt x="1" y="35"/>
                      <a:pt x="3" y="29"/>
                    </a:cubicBezTo>
                    <a:cubicBezTo>
                      <a:pt x="5" y="23"/>
                      <a:pt x="8" y="18"/>
                      <a:pt x="12" y="14"/>
                    </a:cubicBezTo>
                    <a:cubicBezTo>
                      <a:pt x="15" y="9"/>
                      <a:pt x="20" y="6"/>
                      <a:pt x="25" y="4"/>
                    </a:cubicBezTo>
                    <a:cubicBezTo>
                      <a:pt x="31" y="2"/>
                      <a:pt x="37" y="0"/>
                      <a:pt x="43" y="0"/>
                    </a:cubicBezTo>
                    <a:cubicBezTo>
                      <a:pt x="49" y="0"/>
                      <a:pt x="54" y="1"/>
                      <a:pt x="59" y="3"/>
                    </a:cubicBezTo>
                    <a:cubicBezTo>
                      <a:pt x="63" y="4"/>
                      <a:pt x="67" y="6"/>
                      <a:pt x="70" y="9"/>
                    </a:cubicBezTo>
                    <a:cubicBezTo>
                      <a:pt x="73" y="12"/>
                      <a:pt x="75" y="15"/>
                      <a:pt x="77" y="19"/>
                    </a:cubicBezTo>
                    <a:cubicBezTo>
                      <a:pt x="79" y="23"/>
                      <a:pt x="80" y="27"/>
                      <a:pt x="81" y="32"/>
                    </a:cubicBezTo>
                    <a:cubicBezTo>
                      <a:pt x="62" y="35"/>
                      <a:pt x="62" y="35"/>
                      <a:pt x="62" y="35"/>
                    </a:cubicBezTo>
                    <a:cubicBezTo>
                      <a:pt x="61" y="29"/>
                      <a:pt x="59" y="25"/>
                      <a:pt x="56" y="22"/>
                    </a:cubicBezTo>
                    <a:cubicBezTo>
                      <a:pt x="53" y="19"/>
                      <a:pt x="49" y="17"/>
                      <a:pt x="43" y="17"/>
                    </a:cubicBezTo>
                    <a:cubicBezTo>
                      <a:pt x="36" y="17"/>
                      <a:pt x="30" y="20"/>
                      <a:pt x="26" y="26"/>
                    </a:cubicBezTo>
                    <a:cubicBezTo>
                      <a:pt x="22" y="31"/>
                      <a:pt x="20" y="39"/>
                      <a:pt x="20" y="49"/>
                    </a:cubicBezTo>
                    <a:cubicBezTo>
                      <a:pt x="20" y="60"/>
                      <a:pt x="23" y="68"/>
                      <a:pt x="27" y="73"/>
                    </a:cubicBezTo>
                    <a:cubicBezTo>
                      <a:pt x="31" y="79"/>
                      <a:pt x="36" y="82"/>
                      <a:pt x="43" y="82"/>
                    </a:cubicBezTo>
                    <a:cubicBezTo>
                      <a:pt x="49" y="82"/>
                      <a:pt x="54" y="80"/>
                      <a:pt x="56" y="77"/>
                    </a:cubicBezTo>
                    <a:cubicBezTo>
                      <a:pt x="59" y="74"/>
                      <a:pt x="61" y="69"/>
                      <a:pt x="62" y="64"/>
                    </a:cubicBezTo>
                    <a:lnTo>
                      <a:pt x="83" y="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53" name="Freeform 13"/>
              <p:cNvSpPr>
                <a:spLocks noEditPoints="1"/>
              </p:cNvSpPr>
              <p:nvPr/>
            </p:nvSpPr>
            <p:spPr bwMode="auto">
              <a:xfrm>
                <a:off x="3986213" y="4735513"/>
                <a:ext cx="1066800" cy="887413"/>
              </a:xfrm>
              <a:custGeom>
                <a:avLst/>
                <a:gdLst>
                  <a:gd name="T0" fmla="*/ 82 w 119"/>
                  <a:gd name="T1" fmla="*/ 40 h 99"/>
                  <a:gd name="T2" fmla="*/ 82 w 119"/>
                  <a:gd name="T3" fmla="*/ 47 h 99"/>
                  <a:gd name="T4" fmla="*/ 57 w 119"/>
                  <a:gd name="T5" fmla="*/ 47 h 99"/>
                  <a:gd name="T6" fmla="*/ 57 w 119"/>
                  <a:gd name="T7" fmla="*/ 40 h 99"/>
                  <a:gd name="T8" fmla="*/ 60 w 119"/>
                  <a:gd name="T9" fmla="*/ 40 h 99"/>
                  <a:gd name="T10" fmla="*/ 60 w 119"/>
                  <a:gd name="T11" fmla="*/ 36 h 99"/>
                  <a:gd name="T12" fmla="*/ 63 w 119"/>
                  <a:gd name="T13" fmla="*/ 28 h 99"/>
                  <a:gd name="T14" fmla="*/ 71 w 119"/>
                  <a:gd name="T15" fmla="*/ 25 h 99"/>
                  <a:gd name="T16" fmla="*/ 78 w 119"/>
                  <a:gd name="T17" fmla="*/ 28 h 99"/>
                  <a:gd name="T18" fmla="*/ 81 w 119"/>
                  <a:gd name="T19" fmla="*/ 35 h 99"/>
                  <a:gd name="T20" fmla="*/ 75 w 119"/>
                  <a:gd name="T21" fmla="*/ 36 h 99"/>
                  <a:gd name="T22" fmla="*/ 74 w 119"/>
                  <a:gd name="T23" fmla="*/ 32 h 99"/>
                  <a:gd name="T24" fmla="*/ 71 w 119"/>
                  <a:gd name="T25" fmla="*/ 32 h 99"/>
                  <a:gd name="T26" fmla="*/ 67 w 119"/>
                  <a:gd name="T27" fmla="*/ 36 h 99"/>
                  <a:gd name="T28" fmla="*/ 67 w 119"/>
                  <a:gd name="T29" fmla="*/ 40 h 99"/>
                  <a:gd name="T30" fmla="*/ 82 w 119"/>
                  <a:gd name="T31" fmla="*/ 40 h 99"/>
                  <a:gd name="T32" fmla="*/ 100 w 119"/>
                  <a:gd name="T33" fmla="*/ 82 h 99"/>
                  <a:gd name="T34" fmla="*/ 100 w 119"/>
                  <a:gd name="T35" fmla="*/ 0 h 99"/>
                  <a:gd name="T36" fmla="*/ 119 w 119"/>
                  <a:gd name="T37" fmla="*/ 0 h 99"/>
                  <a:gd name="T38" fmla="*/ 119 w 119"/>
                  <a:gd name="T39" fmla="*/ 99 h 99"/>
                  <a:gd name="T40" fmla="*/ 38 w 119"/>
                  <a:gd name="T41" fmla="*/ 99 h 99"/>
                  <a:gd name="T42" fmla="*/ 10 w 119"/>
                  <a:gd name="T43" fmla="*/ 91 h 99"/>
                  <a:gd name="T44" fmla="*/ 0 w 119"/>
                  <a:gd name="T45" fmla="*/ 65 h 99"/>
                  <a:gd name="T46" fmla="*/ 4 w 119"/>
                  <a:gd name="T47" fmla="*/ 49 h 99"/>
                  <a:gd name="T48" fmla="*/ 16 w 119"/>
                  <a:gd name="T49" fmla="*/ 37 h 99"/>
                  <a:gd name="T50" fmla="*/ 34 w 119"/>
                  <a:gd name="T51" fmla="*/ 33 h 99"/>
                  <a:gd name="T52" fmla="*/ 36 w 119"/>
                  <a:gd name="T53" fmla="*/ 49 h 99"/>
                  <a:gd name="T54" fmla="*/ 23 w 119"/>
                  <a:gd name="T55" fmla="*/ 54 h 99"/>
                  <a:gd name="T56" fmla="*/ 19 w 119"/>
                  <a:gd name="T57" fmla="*/ 65 h 99"/>
                  <a:gd name="T58" fmla="*/ 23 w 119"/>
                  <a:gd name="T59" fmla="*/ 78 h 99"/>
                  <a:gd name="T60" fmla="*/ 38 w 119"/>
                  <a:gd name="T61" fmla="*/ 82 h 99"/>
                  <a:gd name="T62" fmla="*/ 100 w 119"/>
                  <a:gd name="T63" fmla="*/ 82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19" h="99">
                    <a:moveTo>
                      <a:pt x="82" y="40"/>
                    </a:moveTo>
                    <a:cubicBezTo>
                      <a:pt x="82" y="47"/>
                      <a:pt x="82" y="47"/>
                      <a:pt x="82" y="47"/>
                    </a:cubicBezTo>
                    <a:cubicBezTo>
                      <a:pt x="57" y="47"/>
                      <a:pt x="57" y="47"/>
                      <a:pt x="57" y="47"/>
                    </a:cubicBezTo>
                    <a:cubicBezTo>
                      <a:pt x="57" y="40"/>
                      <a:pt x="57" y="40"/>
                      <a:pt x="57" y="40"/>
                    </a:cubicBezTo>
                    <a:cubicBezTo>
                      <a:pt x="60" y="40"/>
                      <a:pt x="60" y="40"/>
                      <a:pt x="60" y="40"/>
                    </a:cubicBezTo>
                    <a:cubicBezTo>
                      <a:pt x="60" y="36"/>
                      <a:pt x="60" y="36"/>
                      <a:pt x="60" y="36"/>
                    </a:cubicBezTo>
                    <a:cubicBezTo>
                      <a:pt x="60" y="33"/>
                      <a:pt x="61" y="30"/>
                      <a:pt x="63" y="28"/>
                    </a:cubicBezTo>
                    <a:cubicBezTo>
                      <a:pt x="65" y="26"/>
                      <a:pt x="67" y="25"/>
                      <a:pt x="71" y="25"/>
                    </a:cubicBezTo>
                    <a:cubicBezTo>
                      <a:pt x="74" y="25"/>
                      <a:pt x="77" y="26"/>
                      <a:pt x="78" y="28"/>
                    </a:cubicBezTo>
                    <a:cubicBezTo>
                      <a:pt x="80" y="29"/>
                      <a:pt x="81" y="31"/>
                      <a:pt x="81" y="35"/>
                    </a:cubicBezTo>
                    <a:cubicBezTo>
                      <a:pt x="75" y="36"/>
                      <a:pt x="75" y="36"/>
                      <a:pt x="75" y="36"/>
                    </a:cubicBezTo>
                    <a:cubicBezTo>
                      <a:pt x="75" y="34"/>
                      <a:pt x="75" y="33"/>
                      <a:pt x="74" y="32"/>
                    </a:cubicBezTo>
                    <a:cubicBezTo>
                      <a:pt x="74" y="32"/>
                      <a:pt x="73" y="32"/>
                      <a:pt x="71" y="32"/>
                    </a:cubicBezTo>
                    <a:cubicBezTo>
                      <a:pt x="68" y="32"/>
                      <a:pt x="67" y="33"/>
                      <a:pt x="67" y="36"/>
                    </a:cubicBezTo>
                    <a:cubicBezTo>
                      <a:pt x="67" y="40"/>
                      <a:pt x="67" y="40"/>
                      <a:pt x="67" y="40"/>
                    </a:cubicBezTo>
                    <a:lnTo>
                      <a:pt x="82" y="40"/>
                    </a:lnTo>
                    <a:close/>
                    <a:moveTo>
                      <a:pt x="100" y="82"/>
                    </a:moveTo>
                    <a:cubicBezTo>
                      <a:pt x="100" y="0"/>
                      <a:pt x="100" y="0"/>
                      <a:pt x="100" y="0"/>
                    </a:cubicBezTo>
                    <a:cubicBezTo>
                      <a:pt x="119" y="0"/>
                      <a:pt x="119" y="0"/>
                      <a:pt x="119" y="0"/>
                    </a:cubicBezTo>
                    <a:cubicBezTo>
                      <a:pt x="119" y="99"/>
                      <a:pt x="119" y="99"/>
                      <a:pt x="119" y="99"/>
                    </a:cubicBezTo>
                    <a:cubicBezTo>
                      <a:pt x="38" y="99"/>
                      <a:pt x="38" y="99"/>
                      <a:pt x="38" y="99"/>
                    </a:cubicBezTo>
                    <a:cubicBezTo>
                      <a:pt x="25" y="99"/>
                      <a:pt x="16" y="96"/>
                      <a:pt x="10" y="91"/>
                    </a:cubicBezTo>
                    <a:cubicBezTo>
                      <a:pt x="3" y="85"/>
                      <a:pt x="0" y="77"/>
                      <a:pt x="0" y="65"/>
                    </a:cubicBezTo>
                    <a:cubicBezTo>
                      <a:pt x="0" y="59"/>
                      <a:pt x="2" y="54"/>
                      <a:pt x="4" y="49"/>
                    </a:cubicBezTo>
                    <a:cubicBezTo>
                      <a:pt x="7" y="44"/>
                      <a:pt x="11" y="40"/>
                      <a:pt x="16" y="37"/>
                    </a:cubicBezTo>
                    <a:cubicBezTo>
                      <a:pt x="21" y="34"/>
                      <a:pt x="27" y="33"/>
                      <a:pt x="34" y="33"/>
                    </a:cubicBezTo>
                    <a:cubicBezTo>
                      <a:pt x="36" y="49"/>
                      <a:pt x="36" y="49"/>
                      <a:pt x="36" y="49"/>
                    </a:cubicBezTo>
                    <a:cubicBezTo>
                      <a:pt x="30" y="50"/>
                      <a:pt x="25" y="51"/>
                      <a:pt x="23" y="54"/>
                    </a:cubicBezTo>
                    <a:cubicBezTo>
                      <a:pt x="20" y="56"/>
                      <a:pt x="19" y="60"/>
                      <a:pt x="19" y="65"/>
                    </a:cubicBezTo>
                    <a:cubicBezTo>
                      <a:pt x="19" y="71"/>
                      <a:pt x="20" y="76"/>
                      <a:pt x="23" y="78"/>
                    </a:cubicBezTo>
                    <a:cubicBezTo>
                      <a:pt x="26" y="81"/>
                      <a:pt x="31" y="82"/>
                      <a:pt x="38" y="82"/>
                    </a:cubicBezTo>
                    <a:lnTo>
                      <a:pt x="100" y="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54" name="Freeform 14"/>
              <p:cNvSpPr>
                <a:spLocks noEditPoints="1"/>
              </p:cNvSpPr>
              <p:nvPr/>
            </p:nvSpPr>
            <p:spPr bwMode="auto">
              <a:xfrm>
                <a:off x="5195888" y="5005388"/>
                <a:ext cx="1684338" cy="903288"/>
              </a:xfrm>
              <a:custGeom>
                <a:avLst/>
                <a:gdLst>
                  <a:gd name="T0" fmla="*/ 44 w 188"/>
                  <a:gd name="T1" fmla="*/ 52 h 101"/>
                  <a:gd name="T2" fmla="*/ 38 w 188"/>
                  <a:gd name="T3" fmla="*/ 52 h 101"/>
                  <a:gd name="T4" fmla="*/ 19 w 188"/>
                  <a:gd name="T5" fmla="*/ 32 h 101"/>
                  <a:gd name="T6" fmla="*/ 22 w 188"/>
                  <a:gd name="T7" fmla="*/ 20 h 101"/>
                  <a:gd name="T8" fmla="*/ 32 w 188"/>
                  <a:gd name="T9" fmla="*/ 16 h 101"/>
                  <a:gd name="T10" fmla="*/ 39 w 188"/>
                  <a:gd name="T11" fmla="*/ 17 h 101"/>
                  <a:gd name="T12" fmla="*/ 43 w 188"/>
                  <a:gd name="T13" fmla="*/ 23 h 101"/>
                  <a:gd name="T14" fmla="*/ 44 w 188"/>
                  <a:gd name="T15" fmla="*/ 37 h 101"/>
                  <a:gd name="T16" fmla="*/ 44 w 188"/>
                  <a:gd name="T17" fmla="*/ 52 h 101"/>
                  <a:gd name="T18" fmla="*/ 170 w 188"/>
                  <a:gd name="T19" fmla="*/ 0 h 101"/>
                  <a:gd name="T20" fmla="*/ 170 w 188"/>
                  <a:gd name="T21" fmla="*/ 52 h 101"/>
                  <a:gd name="T22" fmla="*/ 63 w 188"/>
                  <a:gd name="T23" fmla="*/ 52 h 101"/>
                  <a:gd name="T24" fmla="*/ 63 w 188"/>
                  <a:gd name="T25" fmla="*/ 32 h 101"/>
                  <a:gd name="T26" fmla="*/ 55 w 188"/>
                  <a:gd name="T27" fmla="*/ 8 h 101"/>
                  <a:gd name="T28" fmla="*/ 32 w 188"/>
                  <a:gd name="T29" fmla="*/ 0 h 101"/>
                  <a:gd name="T30" fmla="*/ 8 w 188"/>
                  <a:gd name="T31" fmla="*/ 9 h 101"/>
                  <a:gd name="T32" fmla="*/ 0 w 188"/>
                  <a:gd name="T33" fmla="*/ 32 h 101"/>
                  <a:gd name="T34" fmla="*/ 11 w 188"/>
                  <a:gd name="T35" fmla="*/ 60 h 101"/>
                  <a:gd name="T36" fmla="*/ 42 w 188"/>
                  <a:gd name="T37" fmla="*/ 69 h 101"/>
                  <a:gd name="T38" fmla="*/ 44 w 188"/>
                  <a:gd name="T39" fmla="*/ 69 h 101"/>
                  <a:gd name="T40" fmla="*/ 44 w 188"/>
                  <a:gd name="T41" fmla="*/ 72 h 101"/>
                  <a:gd name="T42" fmla="*/ 41 w 188"/>
                  <a:gd name="T43" fmla="*/ 86 h 101"/>
                  <a:gd name="T44" fmla="*/ 51 w 188"/>
                  <a:gd name="T45" fmla="*/ 101 h 101"/>
                  <a:gd name="T46" fmla="*/ 55 w 188"/>
                  <a:gd name="T47" fmla="*/ 97 h 101"/>
                  <a:gd name="T48" fmla="*/ 63 w 188"/>
                  <a:gd name="T49" fmla="*/ 69 h 101"/>
                  <a:gd name="T50" fmla="*/ 188 w 188"/>
                  <a:gd name="T51" fmla="*/ 69 h 101"/>
                  <a:gd name="T52" fmla="*/ 188 w 188"/>
                  <a:gd name="T53" fmla="*/ 0 h 101"/>
                  <a:gd name="T54" fmla="*/ 170 w 188"/>
                  <a:gd name="T55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88" h="101">
                    <a:moveTo>
                      <a:pt x="44" y="52"/>
                    </a:moveTo>
                    <a:cubicBezTo>
                      <a:pt x="38" y="52"/>
                      <a:pt x="38" y="52"/>
                      <a:pt x="38" y="52"/>
                    </a:cubicBezTo>
                    <a:cubicBezTo>
                      <a:pt x="25" y="52"/>
                      <a:pt x="19" y="45"/>
                      <a:pt x="19" y="32"/>
                    </a:cubicBezTo>
                    <a:cubicBezTo>
                      <a:pt x="19" y="27"/>
                      <a:pt x="20" y="23"/>
                      <a:pt x="22" y="20"/>
                    </a:cubicBezTo>
                    <a:cubicBezTo>
                      <a:pt x="24" y="17"/>
                      <a:pt x="27" y="16"/>
                      <a:pt x="32" y="16"/>
                    </a:cubicBezTo>
                    <a:cubicBezTo>
                      <a:pt x="35" y="16"/>
                      <a:pt x="37" y="16"/>
                      <a:pt x="39" y="17"/>
                    </a:cubicBezTo>
                    <a:cubicBezTo>
                      <a:pt x="41" y="19"/>
                      <a:pt x="42" y="20"/>
                      <a:pt x="43" y="23"/>
                    </a:cubicBezTo>
                    <a:cubicBezTo>
                      <a:pt x="44" y="26"/>
                      <a:pt x="44" y="32"/>
                      <a:pt x="44" y="37"/>
                    </a:cubicBezTo>
                    <a:lnTo>
                      <a:pt x="44" y="52"/>
                    </a:lnTo>
                    <a:close/>
                    <a:moveTo>
                      <a:pt x="170" y="0"/>
                    </a:moveTo>
                    <a:cubicBezTo>
                      <a:pt x="170" y="52"/>
                      <a:pt x="170" y="52"/>
                      <a:pt x="170" y="52"/>
                    </a:cubicBezTo>
                    <a:cubicBezTo>
                      <a:pt x="63" y="52"/>
                      <a:pt x="63" y="52"/>
                      <a:pt x="63" y="52"/>
                    </a:cubicBezTo>
                    <a:cubicBezTo>
                      <a:pt x="63" y="32"/>
                      <a:pt x="63" y="32"/>
                      <a:pt x="63" y="32"/>
                    </a:cubicBezTo>
                    <a:cubicBezTo>
                      <a:pt x="63" y="22"/>
                      <a:pt x="60" y="13"/>
                      <a:pt x="55" y="8"/>
                    </a:cubicBezTo>
                    <a:cubicBezTo>
                      <a:pt x="50" y="3"/>
                      <a:pt x="42" y="0"/>
                      <a:pt x="32" y="0"/>
                    </a:cubicBezTo>
                    <a:cubicBezTo>
                      <a:pt x="22" y="0"/>
                      <a:pt x="14" y="3"/>
                      <a:pt x="8" y="9"/>
                    </a:cubicBezTo>
                    <a:cubicBezTo>
                      <a:pt x="3" y="14"/>
                      <a:pt x="0" y="22"/>
                      <a:pt x="0" y="32"/>
                    </a:cubicBezTo>
                    <a:cubicBezTo>
                      <a:pt x="0" y="44"/>
                      <a:pt x="3" y="54"/>
                      <a:pt x="11" y="60"/>
                    </a:cubicBezTo>
                    <a:cubicBezTo>
                      <a:pt x="18" y="66"/>
                      <a:pt x="28" y="69"/>
                      <a:pt x="42" y="69"/>
                    </a:cubicBezTo>
                    <a:cubicBezTo>
                      <a:pt x="44" y="69"/>
                      <a:pt x="44" y="69"/>
                      <a:pt x="44" y="69"/>
                    </a:cubicBezTo>
                    <a:cubicBezTo>
                      <a:pt x="44" y="72"/>
                      <a:pt x="44" y="72"/>
                      <a:pt x="44" y="72"/>
                    </a:cubicBezTo>
                    <a:cubicBezTo>
                      <a:pt x="44" y="79"/>
                      <a:pt x="43" y="83"/>
                      <a:pt x="41" y="86"/>
                    </a:cubicBezTo>
                    <a:cubicBezTo>
                      <a:pt x="51" y="101"/>
                      <a:pt x="51" y="101"/>
                      <a:pt x="51" y="101"/>
                    </a:cubicBezTo>
                    <a:cubicBezTo>
                      <a:pt x="53" y="100"/>
                      <a:pt x="54" y="99"/>
                      <a:pt x="55" y="97"/>
                    </a:cubicBezTo>
                    <a:cubicBezTo>
                      <a:pt x="60" y="92"/>
                      <a:pt x="63" y="80"/>
                      <a:pt x="63" y="69"/>
                    </a:cubicBezTo>
                    <a:cubicBezTo>
                      <a:pt x="188" y="69"/>
                      <a:pt x="188" y="69"/>
                      <a:pt x="188" y="69"/>
                    </a:cubicBezTo>
                    <a:cubicBezTo>
                      <a:pt x="188" y="0"/>
                      <a:pt x="188" y="0"/>
                      <a:pt x="188" y="0"/>
                    </a:cubicBezTo>
                    <a:lnTo>
                      <a:pt x="17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55" name="Rectangle 15"/>
              <p:cNvSpPr>
                <a:spLocks noChangeArrowheads="1"/>
              </p:cNvSpPr>
              <p:nvPr/>
            </p:nvSpPr>
            <p:spPr bwMode="auto">
              <a:xfrm>
                <a:off x="6718301" y="4754563"/>
                <a:ext cx="161925" cy="1698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56" name="Freeform 16"/>
              <p:cNvSpPr>
                <a:spLocks/>
              </p:cNvSpPr>
              <p:nvPr/>
            </p:nvSpPr>
            <p:spPr bwMode="auto">
              <a:xfrm>
                <a:off x="7013576" y="5005388"/>
                <a:ext cx="833438" cy="617538"/>
              </a:xfrm>
              <a:custGeom>
                <a:avLst/>
                <a:gdLst>
                  <a:gd name="T0" fmla="*/ 74 w 93"/>
                  <a:gd name="T1" fmla="*/ 52 h 69"/>
                  <a:gd name="T2" fmla="*/ 74 w 93"/>
                  <a:gd name="T3" fmla="*/ 42 h 69"/>
                  <a:gd name="T4" fmla="*/ 70 w 93"/>
                  <a:gd name="T5" fmla="*/ 23 h 69"/>
                  <a:gd name="T6" fmla="*/ 55 w 93"/>
                  <a:gd name="T7" fmla="*/ 17 h 69"/>
                  <a:gd name="T8" fmla="*/ 41 w 93"/>
                  <a:gd name="T9" fmla="*/ 20 h 69"/>
                  <a:gd name="T10" fmla="*/ 36 w 93"/>
                  <a:gd name="T11" fmla="*/ 3 h 69"/>
                  <a:gd name="T12" fmla="*/ 56 w 93"/>
                  <a:gd name="T13" fmla="*/ 0 h 69"/>
                  <a:gd name="T14" fmla="*/ 84 w 93"/>
                  <a:gd name="T15" fmla="*/ 10 h 69"/>
                  <a:gd name="T16" fmla="*/ 93 w 93"/>
                  <a:gd name="T17" fmla="*/ 40 h 69"/>
                  <a:gd name="T18" fmla="*/ 93 w 93"/>
                  <a:gd name="T19" fmla="*/ 69 h 69"/>
                  <a:gd name="T20" fmla="*/ 0 w 93"/>
                  <a:gd name="T21" fmla="*/ 69 h 69"/>
                  <a:gd name="T22" fmla="*/ 0 w 93"/>
                  <a:gd name="T23" fmla="*/ 52 h 69"/>
                  <a:gd name="T24" fmla="*/ 74 w 93"/>
                  <a:gd name="T25" fmla="*/ 52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3" h="69">
                    <a:moveTo>
                      <a:pt x="74" y="52"/>
                    </a:moveTo>
                    <a:cubicBezTo>
                      <a:pt x="74" y="42"/>
                      <a:pt x="74" y="42"/>
                      <a:pt x="74" y="42"/>
                    </a:cubicBezTo>
                    <a:cubicBezTo>
                      <a:pt x="74" y="34"/>
                      <a:pt x="73" y="27"/>
                      <a:pt x="70" y="23"/>
                    </a:cubicBezTo>
                    <a:cubicBezTo>
                      <a:pt x="66" y="19"/>
                      <a:pt x="61" y="17"/>
                      <a:pt x="55" y="17"/>
                    </a:cubicBezTo>
                    <a:cubicBezTo>
                      <a:pt x="50" y="17"/>
                      <a:pt x="46" y="18"/>
                      <a:pt x="41" y="20"/>
                    </a:cubicBezTo>
                    <a:cubicBezTo>
                      <a:pt x="36" y="3"/>
                      <a:pt x="36" y="3"/>
                      <a:pt x="36" y="3"/>
                    </a:cubicBezTo>
                    <a:cubicBezTo>
                      <a:pt x="42" y="1"/>
                      <a:pt x="49" y="0"/>
                      <a:pt x="56" y="0"/>
                    </a:cubicBezTo>
                    <a:cubicBezTo>
                      <a:pt x="68" y="0"/>
                      <a:pt x="77" y="3"/>
                      <a:pt x="84" y="10"/>
                    </a:cubicBezTo>
                    <a:cubicBezTo>
                      <a:pt x="90" y="17"/>
                      <a:pt x="93" y="27"/>
                      <a:pt x="93" y="40"/>
                    </a:cubicBezTo>
                    <a:cubicBezTo>
                      <a:pt x="93" y="69"/>
                      <a:pt x="93" y="69"/>
                      <a:pt x="93" y="69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52"/>
                      <a:pt x="0" y="52"/>
                      <a:pt x="0" y="52"/>
                    </a:cubicBezTo>
                    <a:lnTo>
                      <a:pt x="74" y="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57" name="Freeform 17"/>
              <p:cNvSpPr>
                <a:spLocks/>
              </p:cNvSpPr>
              <p:nvPr/>
            </p:nvSpPr>
            <p:spPr bwMode="auto">
              <a:xfrm>
                <a:off x="7972426" y="4565650"/>
                <a:ext cx="223838" cy="188913"/>
              </a:xfrm>
              <a:custGeom>
                <a:avLst/>
                <a:gdLst>
                  <a:gd name="T0" fmla="*/ 25 w 25"/>
                  <a:gd name="T1" fmla="*/ 14 h 21"/>
                  <a:gd name="T2" fmla="*/ 25 w 25"/>
                  <a:gd name="T3" fmla="*/ 21 h 21"/>
                  <a:gd name="T4" fmla="*/ 0 w 25"/>
                  <a:gd name="T5" fmla="*/ 21 h 21"/>
                  <a:gd name="T6" fmla="*/ 0 w 25"/>
                  <a:gd name="T7" fmla="*/ 14 h 21"/>
                  <a:gd name="T8" fmla="*/ 3 w 25"/>
                  <a:gd name="T9" fmla="*/ 14 h 21"/>
                  <a:gd name="T10" fmla="*/ 3 w 25"/>
                  <a:gd name="T11" fmla="*/ 10 h 21"/>
                  <a:gd name="T12" fmla="*/ 6 w 25"/>
                  <a:gd name="T13" fmla="*/ 2 h 21"/>
                  <a:gd name="T14" fmla="*/ 14 w 25"/>
                  <a:gd name="T15" fmla="*/ 0 h 21"/>
                  <a:gd name="T16" fmla="*/ 21 w 25"/>
                  <a:gd name="T17" fmla="*/ 2 h 21"/>
                  <a:gd name="T18" fmla="*/ 24 w 25"/>
                  <a:gd name="T19" fmla="*/ 9 h 21"/>
                  <a:gd name="T20" fmla="*/ 18 w 25"/>
                  <a:gd name="T21" fmla="*/ 10 h 21"/>
                  <a:gd name="T22" fmla="*/ 17 w 25"/>
                  <a:gd name="T23" fmla="*/ 7 h 21"/>
                  <a:gd name="T24" fmla="*/ 14 w 25"/>
                  <a:gd name="T25" fmla="*/ 6 h 21"/>
                  <a:gd name="T26" fmla="*/ 10 w 25"/>
                  <a:gd name="T27" fmla="*/ 11 h 21"/>
                  <a:gd name="T28" fmla="*/ 10 w 25"/>
                  <a:gd name="T29" fmla="*/ 14 h 21"/>
                  <a:gd name="T30" fmla="*/ 25 w 25"/>
                  <a:gd name="T31" fmla="*/ 14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5" h="21">
                    <a:moveTo>
                      <a:pt x="25" y="14"/>
                    </a:moveTo>
                    <a:cubicBezTo>
                      <a:pt x="25" y="21"/>
                      <a:pt x="25" y="21"/>
                      <a:pt x="25" y="21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3" y="7"/>
                      <a:pt x="4" y="4"/>
                      <a:pt x="6" y="2"/>
                    </a:cubicBezTo>
                    <a:cubicBezTo>
                      <a:pt x="8" y="1"/>
                      <a:pt x="10" y="0"/>
                      <a:pt x="14" y="0"/>
                    </a:cubicBezTo>
                    <a:cubicBezTo>
                      <a:pt x="17" y="0"/>
                      <a:pt x="20" y="0"/>
                      <a:pt x="21" y="2"/>
                    </a:cubicBezTo>
                    <a:cubicBezTo>
                      <a:pt x="23" y="3"/>
                      <a:pt x="24" y="6"/>
                      <a:pt x="24" y="9"/>
                    </a:cubicBezTo>
                    <a:cubicBezTo>
                      <a:pt x="18" y="10"/>
                      <a:pt x="18" y="10"/>
                      <a:pt x="18" y="10"/>
                    </a:cubicBezTo>
                    <a:cubicBezTo>
                      <a:pt x="18" y="8"/>
                      <a:pt x="17" y="7"/>
                      <a:pt x="17" y="7"/>
                    </a:cubicBezTo>
                    <a:cubicBezTo>
                      <a:pt x="16" y="6"/>
                      <a:pt x="15" y="6"/>
                      <a:pt x="14" y="6"/>
                    </a:cubicBezTo>
                    <a:cubicBezTo>
                      <a:pt x="11" y="6"/>
                      <a:pt x="10" y="7"/>
                      <a:pt x="10" y="11"/>
                    </a:cubicBezTo>
                    <a:cubicBezTo>
                      <a:pt x="10" y="14"/>
                      <a:pt x="10" y="14"/>
                      <a:pt x="10" y="14"/>
                    </a:cubicBezTo>
                    <a:lnTo>
                      <a:pt x="25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58" name="Rectangle 18"/>
              <p:cNvSpPr>
                <a:spLocks noChangeArrowheads="1"/>
              </p:cNvSpPr>
              <p:nvPr/>
            </p:nvSpPr>
            <p:spPr bwMode="auto">
              <a:xfrm>
                <a:off x="7991476" y="4816475"/>
                <a:ext cx="169863" cy="80645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31" name="Footer Placeholder 4">
            <a:extLst>
              <a:ext uri="{FF2B5EF4-FFF2-40B4-BE49-F238E27FC236}">
                <a16:creationId xmlns:a16="http://schemas.microsoft.com/office/drawing/2014/main" id="{3A65E229-DAA5-4345-AE76-815779D74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026605" y="4402877"/>
            <a:ext cx="2953217" cy="360000"/>
          </a:xfrm>
        </p:spPr>
        <p:txBody>
          <a:bodyPr/>
          <a:lstStyle/>
          <a:p>
            <a:r>
              <a:rPr lang="nl-NL">
                <a:solidFill>
                  <a:srgbClr val="1859A9"/>
                </a:solidFill>
              </a:rPr>
              <a:t>ADNOC Upstream - TotalEnergies - 06/10/2025</a:t>
            </a:r>
            <a:endParaRPr lang="en-GB">
              <a:solidFill>
                <a:srgbClr val="1859A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13404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35">
          <p15:clr>
            <a:srgbClr val="FBAE40"/>
          </p15:clr>
        </p15:guide>
        <p15:guide id="2" pos="3650">
          <p15:clr>
            <a:srgbClr val="FBAE40"/>
          </p15:clr>
        </p15:guide>
        <p15:guide id="3" pos="6168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877E6E5-10F2-4009-B776-A7F5C9BE046A}"/>
              </a:ext>
            </a:extLst>
          </p:cNvPr>
          <p:cNvSpPr/>
          <p:nvPr userDrawn="1"/>
        </p:nvSpPr>
        <p:spPr>
          <a:xfrm>
            <a:off x="240604" y="239401"/>
            <a:ext cx="11710800" cy="6379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5" tIns="45707" rIns="91415" bIns="45707" rtlCol="0" anchor="ctr"/>
          <a:lstStyle/>
          <a:p>
            <a:pPr algn="ctr" defTabSz="914106"/>
            <a:endParaRPr lang="en-GB" sz="1867">
              <a:solidFill>
                <a:prstClr val="white"/>
              </a:solidFill>
            </a:endParaRP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D409324-02BA-4D89-BA1E-35E575BEC37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96000" y="982667"/>
            <a:ext cx="2484000" cy="2088000"/>
          </a:xfrm>
        </p:spPr>
        <p:txBody>
          <a:bodyPr/>
          <a:lstStyle/>
          <a:p>
            <a:r>
              <a:rPr lang="en-US"/>
              <a:t>Drag picture to placeholder or click icon to add</a:t>
            </a:r>
            <a:endParaRPr lang="en-GB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8646E490-5F28-4BD7-B53C-18A60C65847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96000" y="3526637"/>
            <a:ext cx="2484000" cy="2088000"/>
          </a:xfrm>
        </p:spPr>
        <p:txBody>
          <a:bodyPr/>
          <a:lstStyle/>
          <a:p>
            <a:r>
              <a:rPr lang="en-US"/>
              <a:t>Drag picture to placeholder or click icon to add</a:t>
            </a:r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90E2089-F7F1-4029-A7C8-A39659E5D2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96000" y="3106274"/>
            <a:ext cx="2484000" cy="420369"/>
          </a:xfrm>
        </p:spPr>
        <p:txBody>
          <a:bodyPr/>
          <a:lstStyle>
            <a:lvl1pPr>
              <a:defRPr sz="933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4D409324-02BA-4D89-BA1E-35E575BEC37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320003" y="982667"/>
            <a:ext cx="2484000" cy="2088000"/>
          </a:xfrm>
        </p:spPr>
        <p:txBody>
          <a:bodyPr/>
          <a:lstStyle/>
          <a:p>
            <a:r>
              <a:rPr lang="en-US"/>
              <a:t>Drag picture to placeholder or click icon to add</a:t>
            </a:r>
            <a:endParaRPr lang="en-GB"/>
          </a:p>
        </p:txBody>
      </p:sp>
      <p:sp>
        <p:nvSpPr>
          <p:cNvPr id="19" name="Picture Placeholder 13">
            <a:extLst>
              <a:ext uri="{FF2B5EF4-FFF2-40B4-BE49-F238E27FC236}">
                <a16:creationId xmlns:a16="http://schemas.microsoft.com/office/drawing/2014/main" id="{4D409324-02BA-4D89-BA1E-35E575BEC37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20003" y="3526637"/>
            <a:ext cx="2484000" cy="2088000"/>
          </a:xfrm>
        </p:spPr>
        <p:txBody>
          <a:bodyPr/>
          <a:lstStyle/>
          <a:p>
            <a:r>
              <a:rPr lang="en-US"/>
              <a:t>Drag picture to placeholder or click icon to add</a:t>
            </a:r>
            <a:endParaRPr lang="en-GB"/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A90E2089-F7F1-4029-A7C8-A39659E5D28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20003" y="3099882"/>
            <a:ext cx="2484000" cy="420369"/>
          </a:xfrm>
        </p:spPr>
        <p:txBody>
          <a:bodyPr/>
          <a:lstStyle>
            <a:lvl1pPr>
              <a:defRPr sz="933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A90E2089-F7F1-4029-A7C8-A39659E5D2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296000" y="5645326"/>
            <a:ext cx="2484000" cy="420369"/>
          </a:xfrm>
        </p:spPr>
        <p:txBody>
          <a:bodyPr/>
          <a:lstStyle>
            <a:lvl1pPr>
              <a:defRPr sz="933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A90E2089-F7F1-4029-A7C8-A39659E5D28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20003" y="5645326"/>
            <a:ext cx="2484000" cy="420369"/>
          </a:xfrm>
        </p:spPr>
        <p:txBody>
          <a:bodyPr/>
          <a:lstStyle>
            <a:lvl1pPr>
              <a:defRPr sz="933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GB">
              <a:solidFill>
                <a:srgbClr val="4D5156"/>
              </a:solidFill>
            </a:endParaRPr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F7641956-BF2E-4170-9809-8254439A8799}" type="slidenum">
              <a:rPr lang="en-GB" smtClean="0">
                <a:solidFill>
                  <a:srgbClr val="1859A9"/>
                </a:solidFill>
              </a:rPr>
              <a:pPr/>
              <a:t>‹#›</a:t>
            </a:fld>
            <a:endParaRPr lang="en-GB">
              <a:solidFill>
                <a:srgbClr val="1859A9"/>
              </a:solidFill>
            </a:endParaRPr>
          </a:p>
        </p:txBody>
      </p:sp>
      <p:sp>
        <p:nvSpPr>
          <p:cNvPr id="26" name="Picture Placeholder 13">
            <a:extLst>
              <a:ext uri="{FF2B5EF4-FFF2-40B4-BE49-F238E27FC236}">
                <a16:creationId xmlns:a16="http://schemas.microsoft.com/office/drawing/2014/main" id="{4D409324-02BA-4D89-BA1E-35E575BEC37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344000" y="982667"/>
            <a:ext cx="2484000" cy="2088000"/>
          </a:xfrm>
        </p:spPr>
        <p:txBody>
          <a:bodyPr/>
          <a:lstStyle/>
          <a:p>
            <a:r>
              <a:rPr lang="en-US"/>
              <a:t>Drag picture to placeholder or click icon to add</a:t>
            </a:r>
            <a:endParaRPr lang="en-GB"/>
          </a:p>
        </p:txBody>
      </p:sp>
      <p:sp>
        <p:nvSpPr>
          <p:cNvPr id="27" name="Picture Placeholder 13">
            <a:extLst>
              <a:ext uri="{FF2B5EF4-FFF2-40B4-BE49-F238E27FC236}">
                <a16:creationId xmlns:a16="http://schemas.microsoft.com/office/drawing/2014/main" id="{4D409324-02BA-4D89-BA1E-35E575BEC37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344000" y="3526637"/>
            <a:ext cx="2484000" cy="2088000"/>
          </a:xfrm>
        </p:spPr>
        <p:txBody>
          <a:bodyPr/>
          <a:lstStyle/>
          <a:p>
            <a:r>
              <a:rPr lang="en-US"/>
              <a:t>Drag picture to placeholder or click icon to add</a:t>
            </a:r>
            <a:endParaRPr lang="en-GB"/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A90E2089-F7F1-4029-A7C8-A39659E5D28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344000" y="3099882"/>
            <a:ext cx="2484000" cy="420369"/>
          </a:xfrm>
        </p:spPr>
        <p:txBody>
          <a:bodyPr/>
          <a:lstStyle>
            <a:lvl1pPr>
              <a:defRPr sz="933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8">
            <a:extLst>
              <a:ext uri="{FF2B5EF4-FFF2-40B4-BE49-F238E27FC236}">
                <a16:creationId xmlns:a16="http://schemas.microsoft.com/office/drawing/2014/main" id="{A90E2089-F7F1-4029-A7C8-A39659E5D28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344000" y="5645326"/>
            <a:ext cx="2484000" cy="420369"/>
          </a:xfrm>
        </p:spPr>
        <p:txBody>
          <a:bodyPr/>
          <a:lstStyle>
            <a:lvl1pPr>
              <a:defRPr sz="933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6" name="Group 45"/>
          <p:cNvGrpSpPr>
            <a:grpSpLocks noChangeAspect="1"/>
          </p:cNvGrpSpPr>
          <p:nvPr userDrawn="1"/>
        </p:nvGrpSpPr>
        <p:grpSpPr>
          <a:xfrm>
            <a:off x="10810891" y="3"/>
            <a:ext cx="658803" cy="1222741"/>
            <a:chOff x="10546428" y="-86005"/>
            <a:chExt cx="923259" cy="1713580"/>
          </a:xfrm>
        </p:grpSpPr>
        <p:sp>
          <p:nvSpPr>
            <p:cNvPr id="47" name="Rectangle 46"/>
            <p:cNvSpPr/>
            <p:nvPr userDrawn="1"/>
          </p:nvSpPr>
          <p:spPr bwMode="white">
            <a:xfrm>
              <a:off x="10546428" y="-86005"/>
              <a:ext cx="923259" cy="17135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06"/>
              <a:endParaRPr lang="en-GB" sz="1867">
                <a:solidFill>
                  <a:prstClr val="white"/>
                </a:solidFill>
              </a:endParaRPr>
            </a:p>
          </p:txBody>
        </p:sp>
        <p:grpSp>
          <p:nvGrpSpPr>
            <p:cNvPr id="48" name="Group 47"/>
            <p:cNvGrpSpPr>
              <a:grpSpLocks noChangeAspect="1"/>
            </p:cNvGrpSpPr>
            <p:nvPr userDrawn="1"/>
          </p:nvGrpSpPr>
          <p:grpSpPr>
            <a:xfrm>
              <a:off x="10639077" y="333830"/>
              <a:ext cx="767941" cy="1201994"/>
              <a:chOff x="3986213" y="0"/>
              <a:chExt cx="4381501" cy="6858001"/>
            </a:xfrm>
            <a:solidFill>
              <a:schemeClr val="tx2"/>
            </a:solidFill>
          </p:grpSpPr>
          <p:sp>
            <p:nvSpPr>
              <p:cNvPr id="49" name="Freeform 5"/>
              <p:cNvSpPr>
                <a:spLocks/>
              </p:cNvSpPr>
              <p:nvPr/>
            </p:nvSpPr>
            <p:spPr bwMode="auto">
              <a:xfrm>
                <a:off x="6521451" y="1746250"/>
                <a:ext cx="1846263" cy="2443163"/>
              </a:xfrm>
              <a:custGeom>
                <a:avLst/>
                <a:gdLst>
                  <a:gd name="T0" fmla="*/ 113 w 206"/>
                  <a:gd name="T1" fmla="*/ 196 h 273"/>
                  <a:gd name="T2" fmla="*/ 70 w 206"/>
                  <a:gd name="T3" fmla="*/ 273 h 273"/>
                  <a:gd name="T4" fmla="*/ 184 w 206"/>
                  <a:gd name="T5" fmla="*/ 273 h 273"/>
                  <a:gd name="T6" fmla="*/ 0 w 206"/>
                  <a:gd name="T7" fmla="*/ 0 h 273"/>
                  <a:gd name="T8" fmla="*/ 113 w 206"/>
                  <a:gd name="T9" fmla="*/ 196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6" h="273">
                    <a:moveTo>
                      <a:pt x="113" y="196"/>
                    </a:moveTo>
                    <a:cubicBezTo>
                      <a:pt x="106" y="226"/>
                      <a:pt x="91" y="252"/>
                      <a:pt x="70" y="273"/>
                    </a:cubicBezTo>
                    <a:cubicBezTo>
                      <a:pt x="184" y="273"/>
                      <a:pt x="184" y="273"/>
                      <a:pt x="184" y="273"/>
                    </a:cubicBezTo>
                    <a:cubicBezTo>
                      <a:pt x="206" y="154"/>
                      <a:pt x="128" y="28"/>
                      <a:pt x="0" y="0"/>
                    </a:cubicBezTo>
                    <a:cubicBezTo>
                      <a:pt x="26" y="7"/>
                      <a:pt x="138" y="60"/>
                      <a:pt x="113" y="196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50" name="Freeform 6"/>
              <p:cNvSpPr>
                <a:spLocks/>
              </p:cNvSpPr>
              <p:nvPr/>
            </p:nvSpPr>
            <p:spPr bwMode="auto">
              <a:xfrm>
                <a:off x="3986213" y="0"/>
                <a:ext cx="4219575" cy="4189413"/>
              </a:xfrm>
              <a:custGeom>
                <a:avLst/>
                <a:gdLst>
                  <a:gd name="T0" fmla="*/ 0 w 471"/>
                  <a:gd name="T1" fmla="*/ 0 h 468"/>
                  <a:gd name="T2" fmla="*/ 0 w 471"/>
                  <a:gd name="T3" fmla="*/ 468 h 468"/>
                  <a:gd name="T4" fmla="*/ 50 w 471"/>
                  <a:gd name="T5" fmla="*/ 468 h 468"/>
                  <a:gd name="T6" fmla="*/ 104 w 471"/>
                  <a:gd name="T7" fmla="*/ 466 h 468"/>
                  <a:gd name="T8" fmla="*/ 247 w 471"/>
                  <a:gd name="T9" fmla="*/ 346 h 468"/>
                  <a:gd name="T10" fmla="*/ 161 w 471"/>
                  <a:gd name="T11" fmla="*/ 219 h 468"/>
                  <a:gd name="T12" fmla="*/ 157 w 471"/>
                  <a:gd name="T13" fmla="*/ 218 h 468"/>
                  <a:gd name="T14" fmla="*/ 100 w 471"/>
                  <a:gd name="T15" fmla="*/ 212 h 468"/>
                  <a:gd name="T16" fmla="*/ 92 w 471"/>
                  <a:gd name="T17" fmla="*/ 243 h 468"/>
                  <a:gd name="T18" fmla="*/ 81 w 471"/>
                  <a:gd name="T19" fmla="*/ 165 h 468"/>
                  <a:gd name="T20" fmla="*/ 124 w 471"/>
                  <a:gd name="T21" fmla="*/ 123 h 468"/>
                  <a:gd name="T22" fmla="*/ 124 w 471"/>
                  <a:gd name="T23" fmla="*/ 122 h 468"/>
                  <a:gd name="T24" fmla="*/ 186 w 471"/>
                  <a:gd name="T25" fmla="*/ 78 h 468"/>
                  <a:gd name="T26" fmla="*/ 259 w 471"/>
                  <a:gd name="T27" fmla="*/ 58 h 468"/>
                  <a:gd name="T28" fmla="*/ 471 w 471"/>
                  <a:gd name="T29" fmla="*/ 151 h 468"/>
                  <a:gd name="T30" fmla="*/ 471 w 471"/>
                  <a:gd name="T31" fmla="*/ 0 h 468"/>
                  <a:gd name="T32" fmla="*/ 0 w 471"/>
                  <a:gd name="T33" fmla="*/ 0 h 4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71" h="468">
                    <a:moveTo>
                      <a:pt x="0" y="0"/>
                    </a:moveTo>
                    <a:cubicBezTo>
                      <a:pt x="0" y="468"/>
                      <a:pt x="0" y="468"/>
                      <a:pt x="0" y="468"/>
                    </a:cubicBezTo>
                    <a:cubicBezTo>
                      <a:pt x="50" y="468"/>
                      <a:pt x="50" y="468"/>
                      <a:pt x="50" y="468"/>
                    </a:cubicBezTo>
                    <a:cubicBezTo>
                      <a:pt x="80" y="468"/>
                      <a:pt x="87" y="468"/>
                      <a:pt x="104" y="466"/>
                    </a:cubicBezTo>
                    <a:cubicBezTo>
                      <a:pt x="175" y="455"/>
                      <a:pt x="240" y="397"/>
                      <a:pt x="247" y="346"/>
                    </a:cubicBezTo>
                    <a:cubicBezTo>
                      <a:pt x="258" y="285"/>
                      <a:pt x="225" y="232"/>
                      <a:pt x="161" y="219"/>
                    </a:cubicBezTo>
                    <a:cubicBezTo>
                      <a:pt x="160" y="219"/>
                      <a:pt x="159" y="218"/>
                      <a:pt x="157" y="218"/>
                    </a:cubicBezTo>
                    <a:cubicBezTo>
                      <a:pt x="155" y="218"/>
                      <a:pt x="124" y="218"/>
                      <a:pt x="100" y="212"/>
                    </a:cubicBezTo>
                    <a:cubicBezTo>
                      <a:pt x="100" y="212"/>
                      <a:pt x="87" y="223"/>
                      <a:pt x="92" y="243"/>
                    </a:cubicBezTo>
                    <a:cubicBezTo>
                      <a:pt x="92" y="243"/>
                      <a:pt x="61" y="210"/>
                      <a:pt x="81" y="165"/>
                    </a:cubicBezTo>
                    <a:cubicBezTo>
                      <a:pt x="81" y="165"/>
                      <a:pt x="90" y="144"/>
                      <a:pt x="124" y="123"/>
                    </a:cubicBezTo>
                    <a:cubicBezTo>
                      <a:pt x="124" y="123"/>
                      <a:pt x="124" y="122"/>
                      <a:pt x="124" y="122"/>
                    </a:cubicBezTo>
                    <a:cubicBezTo>
                      <a:pt x="133" y="111"/>
                      <a:pt x="155" y="93"/>
                      <a:pt x="186" y="78"/>
                    </a:cubicBezTo>
                    <a:cubicBezTo>
                      <a:pt x="201" y="71"/>
                      <a:pt x="228" y="61"/>
                      <a:pt x="259" y="58"/>
                    </a:cubicBezTo>
                    <a:cubicBezTo>
                      <a:pt x="397" y="45"/>
                      <a:pt x="471" y="151"/>
                      <a:pt x="471" y="151"/>
                    </a:cubicBezTo>
                    <a:cubicBezTo>
                      <a:pt x="471" y="0"/>
                      <a:pt x="471" y="0"/>
                      <a:pt x="47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51" name="Freeform 7"/>
              <p:cNvSpPr>
                <a:spLocks/>
              </p:cNvSpPr>
              <p:nvPr/>
            </p:nvSpPr>
            <p:spPr bwMode="auto">
              <a:xfrm>
                <a:off x="5545138" y="939800"/>
                <a:ext cx="2660650" cy="1011238"/>
              </a:xfrm>
              <a:custGeom>
                <a:avLst/>
                <a:gdLst>
                  <a:gd name="T0" fmla="*/ 167 w 297"/>
                  <a:gd name="T1" fmla="*/ 9 h 113"/>
                  <a:gd name="T2" fmla="*/ 0 w 297"/>
                  <a:gd name="T3" fmla="*/ 48 h 113"/>
                  <a:gd name="T4" fmla="*/ 33 w 297"/>
                  <a:gd name="T5" fmla="*/ 33 h 113"/>
                  <a:gd name="T6" fmla="*/ 61 w 297"/>
                  <a:gd name="T7" fmla="*/ 60 h 113"/>
                  <a:gd name="T8" fmla="*/ 103 w 297"/>
                  <a:gd name="T9" fmla="*/ 34 h 113"/>
                  <a:gd name="T10" fmla="*/ 103 w 297"/>
                  <a:gd name="T11" fmla="*/ 20 h 113"/>
                  <a:gd name="T12" fmla="*/ 297 w 297"/>
                  <a:gd name="T13" fmla="*/ 113 h 113"/>
                  <a:gd name="T14" fmla="*/ 297 w 297"/>
                  <a:gd name="T15" fmla="*/ 71 h 113"/>
                  <a:gd name="T16" fmla="*/ 167 w 297"/>
                  <a:gd name="T17" fmla="*/ 9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7" h="113">
                    <a:moveTo>
                      <a:pt x="167" y="9"/>
                    </a:moveTo>
                    <a:cubicBezTo>
                      <a:pt x="100" y="0"/>
                      <a:pt x="44" y="17"/>
                      <a:pt x="0" y="48"/>
                    </a:cubicBezTo>
                    <a:cubicBezTo>
                      <a:pt x="0" y="48"/>
                      <a:pt x="13" y="40"/>
                      <a:pt x="33" y="33"/>
                    </a:cubicBezTo>
                    <a:cubicBezTo>
                      <a:pt x="36" y="46"/>
                      <a:pt x="47" y="57"/>
                      <a:pt x="61" y="60"/>
                    </a:cubicBezTo>
                    <a:cubicBezTo>
                      <a:pt x="81" y="64"/>
                      <a:pt x="100" y="52"/>
                      <a:pt x="103" y="34"/>
                    </a:cubicBezTo>
                    <a:cubicBezTo>
                      <a:pt x="104" y="30"/>
                      <a:pt x="104" y="25"/>
                      <a:pt x="103" y="20"/>
                    </a:cubicBezTo>
                    <a:cubicBezTo>
                      <a:pt x="230" y="16"/>
                      <a:pt x="297" y="113"/>
                      <a:pt x="297" y="113"/>
                    </a:cubicBezTo>
                    <a:cubicBezTo>
                      <a:pt x="297" y="71"/>
                      <a:pt x="297" y="71"/>
                      <a:pt x="297" y="71"/>
                    </a:cubicBezTo>
                    <a:cubicBezTo>
                      <a:pt x="278" y="52"/>
                      <a:pt x="226" y="15"/>
                      <a:pt x="167" y="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52" name="Freeform 8"/>
              <p:cNvSpPr>
                <a:spLocks noEditPoints="1"/>
              </p:cNvSpPr>
              <p:nvPr/>
            </p:nvSpPr>
            <p:spPr bwMode="auto">
              <a:xfrm>
                <a:off x="3986213" y="6007100"/>
                <a:ext cx="796925" cy="833438"/>
              </a:xfrm>
              <a:custGeom>
                <a:avLst/>
                <a:gdLst>
                  <a:gd name="T0" fmla="*/ 310 w 502"/>
                  <a:gd name="T1" fmla="*/ 311 h 525"/>
                  <a:gd name="T2" fmla="*/ 248 w 502"/>
                  <a:gd name="T3" fmla="*/ 124 h 525"/>
                  <a:gd name="T4" fmla="*/ 186 w 502"/>
                  <a:gd name="T5" fmla="*/ 311 h 525"/>
                  <a:gd name="T6" fmla="*/ 310 w 502"/>
                  <a:gd name="T7" fmla="*/ 311 h 525"/>
                  <a:gd name="T8" fmla="*/ 198 w 502"/>
                  <a:gd name="T9" fmla="*/ 0 h 525"/>
                  <a:gd name="T10" fmla="*/ 305 w 502"/>
                  <a:gd name="T11" fmla="*/ 0 h 525"/>
                  <a:gd name="T12" fmla="*/ 502 w 502"/>
                  <a:gd name="T13" fmla="*/ 525 h 525"/>
                  <a:gd name="T14" fmla="*/ 384 w 502"/>
                  <a:gd name="T15" fmla="*/ 525 h 525"/>
                  <a:gd name="T16" fmla="*/ 339 w 502"/>
                  <a:gd name="T17" fmla="*/ 401 h 525"/>
                  <a:gd name="T18" fmla="*/ 158 w 502"/>
                  <a:gd name="T19" fmla="*/ 401 h 525"/>
                  <a:gd name="T20" fmla="*/ 113 w 502"/>
                  <a:gd name="T21" fmla="*/ 525 h 525"/>
                  <a:gd name="T22" fmla="*/ 0 w 502"/>
                  <a:gd name="T23" fmla="*/ 525 h 525"/>
                  <a:gd name="T24" fmla="*/ 198 w 502"/>
                  <a:gd name="T25" fmla="*/ 0 h 5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02" h="525">
                    <a:moveTo>
                      <a:pt x="310" y="311"/>
                    </a:moveTo>
                    <a:lnTo>
                      <a:pt x="248" y="124"/>
                    </a:lnTo>
                    <a:lnTo>
                      <a:pt x="186" y="311"/>
                    </a:lnTo>
                    <a:lnTo>
                      <a:pt x="310" y="311"/>
                    </a:lnTo>
                    <a:close/>
                    <a:moveTo>
                      <a:pt x="198" y="0"/>
                    </a:moveTo>
                    <a:lnTo>
                      <a:pt x="305" y="0"/>
                    </a:lnTo>
                    <a:lnTo>
                      <a:pt x="502" y="525"/>
                    </a:lnTo>
                    <a:lnTo>
                      <a:pt x="384" y="525"/>
                    </a:lnTo>
                    <a:lnTo>
                      <a:pt x="339" y="401"/>
                    </a:lnTo>
                    <a:lnTo>
                      <a:pt x="158" y="401"/>
                    </a:lnTo>
                    <a:lnTo>
                      <a:pt x="113" y="525"/>
                    </a:lnTo>
                    <a:lnTo>
                      <a:pt x="0" y="525"/>
                    </a:lnTo>
                    <a:lnTo>
                      <a:pt x="19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53" name="Freeform 9"/>
              <p:cNvSpPr>
                <a:spLocks noEditPoints="1"/>
              </p:cNvSpPr>
              <p:nvPr/>
            </p:nvSpPr>
            <p:spPr bwMode="auto">
              <a:xfrm>
                <a:off x="4881563" y="6007100"/>
                <a:ext cx="717550" cy="833438"/>
              </a:xfrm>
              <a:custGeom>
                <a:avLst/>
                <a:gdLst>
                  <a:gd name="T0" fmla="*/ 32 w 80"/>
                  <a:gd name="T1" fmla="*/ 76 h 93"/>
                  <a:gd name="T2" fmla="*/ 45 w 80"/>
                  <a:gd name="T3" fmla="*/ 74 h 93"/>
                  <a:gd name="T4" fmla="*/ 53 w 80"/>
                  <a:gd name="T5" fmla="*/ 68 h 93"/>
                  <a:gd name="T6" fmla="*/ 58 w 80"/>
                  <a:gd name="T7" fmla="*/ 58 h 93"/>
                  <a:gd name="T8" fmla="*/ 60 w 80"/>
                  <a:gd name="T9" fmla="*/ 46 h 93"/>
                  <a:gd name="T10" fmla="*/ 59 w 80"/>
                  <a:gd name="T11" fmla="*/ 34 h 93"/>
                  <a:gd name="T12" fmla="*/ 54 w 80"/>
                  <a:gd name="T13" fmla="*/ 24 h 93"/>
                  <a:gd name="T14" fmla="*/ 46 w 80"/>
                  <a:gd name="T15" fmla="*/ 18 h 93"/>
                  <a:gd name="T16" fmla="*/ 35 w 80"/>
                  <a:gd name="T17" fmla="*/ 16 h 93"/>
                  <a:gd name="T18" fmla="*/ 19 w 80"/>
                  <a:gd name="T19" fmla="*/ 16 h 93"/>
                  <a:gd name="T20" fmla="*/ 19 w 80"/>
                  <a:gd name="T21" fmla="*/ 76 h 93"/>
                  <a:gd name="T22" fmla="*/ 32 w 80"/>
                  <a:gd name="T23" fmla="*/ 76 h 93"/>
                  <a:gd name="T24" fmla="*/ 0 w 80"/>
                  <a:gd name="T25" fmla="*/ 0 h 93"/>
                  <a:gd name="T26" fmla="*/ 35 w 80"/>
                  <a:gd name="T27" fmla="*/ 0 h 93"/>
                  <a:gd name="T28" fmla="*/ 68 w 80"/>
                  <a:gd name="T29" fmla="*/ 11 h 93"/>
                  <a:gd name="T30" fmla="*/ 80 w 80"/>
                  <a:gd name="T31" fmla="*/ 46 h 93"/>
                  <a:gd name="T32" fmla="*/ 77 w 80"/>
                  <a:gd name="T33" fmla="*/ 66 h 93"/>
                  <a:gd name="T34" fmla="*/ 67 w 80"/>
                  <a:gd name="T35" fmla="*/ 81 h 93"/>
                  <a:gd name="T36" fmla="*/ 52 w 80"/>
                  <a:gd name="T37" fmla="*/ 90 h 93"/>
                  <a:gd name="T38" fmla="*/ 31 w 80"/>
                  <a:gd name="T39" fmla="*/ 93 h 93"/>
                  <a:gd name="T40" fmla="*/ 0 w 80"/>
                  <a:gd name="T41" fmla="*/ 93 h 93"/>
                  <a:gd name="T42" fmla="*/ 0 w 80"/>
                  <a:gd name="T43" fmla="*/ 0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0" h="93">
                    <a:moveTo>
                      <a:pt x="32" y="76"/>
                    </a:moveTo>
                    <a:cubicBezTo>
                      <a:pt x="37" y="76"/>
                      <a:pt x="41" y="76"/>
                      <a:pt x="45" y="74"/>
                    </a:cubicBezTo>
                    <a:cubicBezTo>
                      <a:pt x="48" y="73"/>
                      <a:pt x="51" y="71"/>
                      <a:pt x="53" y="68"/>
                    </a:cubicBezTo>
                    <a:cubicBezTo>
                      <a:pt x="56" y="65"/>
                      <a:pt x="57" y="62"/>
                      <a:pt x="58" y="58"/>
                    </a:cubicBezTo>
                    <a:cubicBezTo>
                      <a:pt x="59" y="55"/>
                      <a:pt x="60" y="51"/>
                      <a:pt x="60" y="46"/>
                    </a:cubicBezTo>
                    <a:cubicBezTo>
                      <a:pt x="60" y="41"/>
                      <a:pt x="59" y="37"/>
                      <a:pt x="59" y="34"/>
                    </a:cubicBezTo>
                    <a:cubicBezTo>
                      <a:pt x="58" y="30"/>
                      <a:pt x="56" y="27"/>
                      <a:pt x="54" y="24"/>
                    </a:cubicBezTo>
                    <a:cubicBezTo>
                      <a:pt x="52" y="22"/>
                      <a:pt x="50" y="20"/>
                      <a:pt x="46" y="18"/>
                    </a:cubicBezTo>
                    <a:cubicBezTo>
                      <a:pt x="43" y="17"/>
                      <a:pt x="39" y="16"/>
                      <a:pt x="35" y="16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19" y="76"/>
                      <a:pt x="19" y="76"/>
                      <a:pt x="19" y="76"/>
                    </a:cubicBezTo>
                    <a:lnTo>
                      <a:pt x="32" y="76"/>
                    </a:lnTo>
                    <a:close/>
                    <a:moveTo>
                      <a:pt x="0" y="0"/>
                    </a:moveTo>
                    <a:cubicBezTo>
                      <a:pt x="35" y="0"/>
                      <a:pt x="35" y="0"/>
                      <a:pt x="35" y="0"/>
                    </a:cubicBezTo>
                    <a:cubicBezTo>
                      <a:pt x="49" y="0"/>
                      <a:pt x="60" y="4"/>
                      <a:pt x="68" y="11"/>
                    </a:cubicBezTo>
                    <a:cubicBezTo>
                      <a:pt x="76" y="19"/>
                      <a:pt x="80" y="31"/>
                      <a:pt x="80" y="46"/>
                    </a:cubicBezTo>
                    <a:cubicBezTo>
                      <a:pt x="80" y="54"/>
                      <a:pt x="79" y="60"/>
                      <a:pt x="77" y="66"/>
                    </a:cubicBezTo>
                    <a:cubicBezTo>
                      <a:pt x="74" y="72"/>
                      <a:pt x="71" y="77"/>
                      <a:pt x="67" y="81"/>
                    </a:cubicBezTo>
                    <a:cubicBezTo>
                      <a:pt x="63" y="85"/>
                      <a:pt x="58" y="88"/>
                      <a:pt x="52" y="90"/>
                    </a:cubicBezTo>
                    <a:cubicBezTo>
                      <a:pt x="46" y="92"/>
                      <a:pt x="39" y="93"/>
                      <a:pt x="31" y="93"/>
                    </a:cubicBezTo>
                    <a:cubicBezTo>
                      <a:pt x="0" y="93"/>
                      <a:pt x="0" y="93"/>
                      <a:pt x="0" y="93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54" name="Freeform 10"/>
              <p:cNvSpPr>
                <a:spLocks/>
              </p:cNvSpPr>
              <p:nvPr/>
            </p:nvSpPr>
            <p:spPr bwMode="auto">
              <a:xfrm>
                <a:off x="5734051" y="6007100"/>
                <a:ext cx="671513" cy="833438"/>
              </a:xfrm>
              <a:custGeom>
                <a:avLst/>
                <a:gdLst>
                  <a:gd name="T0" fmla="*/ 0 w 423"/>
                  <a:gd name="T1" fmla="*/ 0 h 525"/>
                  <a:gd name="T2" fmla="*/ 101 w 423"/>
                  <a:gd name="T3" fmla="*/ 0 h 525"/>
                  <a:gd name="T4" fmla="*/ 316 w 423"/>
                  <a:gd name="T5" fmla="*/ 344 h 525"/>
                  <a:gd name="T6" fmla="*/ 316 w 423"/>
                  <a:gd name="T7" fmla="*/ 0 h 525"/>
                  <a:gd name="T8" fmla="*/ 423 w 423"/>
                  <a:gd name="T9" fmla="*/ 0 h 525"/>
                  <a:gd name="T10" fmla="*/ 423 w 423"/>
                  <a:gd name="T11" fmla="*/ 525 h 525"/>
                  <a:gd name="T12" fmla="*/ 327 w 423"/>
                  <a:gd name="T13" fmla="*/ 525 h 525"/>
                  <a:gd name="T14" fmla="*/ 107 w 423"/>
                  <a:gd name="T15" fmla="*/ 181 h 525"/>
                  <a:gd name="T16" fmla="*/ 107 w 423"/>
                  <a:gd name="T17" fmla="*/ 525 h 525"/>
                  <a:gd name="T18" fmla="*/ 0 w 423"/>
                  <a:gd name="T19" fmla="*/ 525 h 525"/>
                  <a:gd name="T20" fmla="*/ 0 w 423"/>
                  <a:gd name="T21" fmla="*/ 0 h 5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23" h="525">
                    <a:moveTo>
                      <a:pt x="0" y="0"/>
                    </a:moveTo>
                    <a:lnTo>
                      <a:pt x="101" y="0"/>
                    </a:lnTo>
                    <a:lnTo>
                      <a:pt x="316" y="344"/>
                    </a:lnTo>
                    <a:lnTo>
                      <a:pt x="316" y="0"/>
                    </a:lnTo>
                    <a:lnTo>
                      <a:pt x="423" y="0"/>
                    </a:lnTo>
                    <a:lnTo>
                      <a:pt x="423" y="525"/>
                    </a:lnTo>
                    <a:lnTo>
                      <a:pt x="327" y="525"/>
                    </a:lnTo>
                    <a:lnTo>
                      <a:pt x="107" y="181"/>
                    </a:lnTo>
                    <a:lnTo>
                      <a:pt x="107" y="525"/>
                    </a:lnTo>
                    <a:lnTo>
                      <a:pt x="0" y="52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55" name="Freeform 11"/>
              <p:cNvSpPr>
                <a:spLocks noEditPoints="1"/>
              </p:cNvSpPr>
              <p:nvPr/>
            </p:nvSpPr>
            <p:spPr bwMode="auto">
              <a:xfrm>
                <a:off x="6548438" y="5980113"/>
                <a:ext cx="796925" cy="877888"/>
              </a:xfrm>
              <a:custGeom>
                <a:avLst/>
                <a:gdLst>
                  <a:gd name="T0" fmla="*/ 45 w 89"/>
                  <a:gd name="T1" fmla="*/ 82 h 98"/>
                  <a:gd name="T2" fmla="*/ 63 w 89"/>
                  <a:gd name="T3" fmla="*/ 73 h 98"/>
                  <a:gd name="T4" fmla="*/ 69 w 89"/>
                  <a:gd name="T5" fmla="*/ 49 h 98"/>
                  <a:gd name="T6" fmla="*/ 63 w 89"/>
                  <a:gd name="T7" fmla="*/ 26 h 98"/>
                  <a:gd name="T8" fmla="*/ 45 w 89"/>
                  <a:gd name="T9" fmla="*/ 17 h 98"/>
                  <a:gd name="T10" fmla="*/ 26 w 89"/>
                  <a:gd name="T11" fmla="*/ 26 h 98"/>
                  <a:gd name="T12" fmla="*/ 20 w 89"/>
                  <a:gd name="T13" fmla="*/ 49 h 98"/>
                  <a:gd name="T14" fmla="*/ 26 w 89"/>
                  <a:gd name="T15" fmla="*/ 73 h 98"/>
                  <a:gd name="T16" fmla="*/ 45 w 89"/>
                  <a:gd name="T17" fmla="*/ 82 h 98"/>
                  <a:gd name="T18" fmla="*/ 45 w 89"/>
                  <a:gd name="T19" fmla="*/ 98 h 98"/>
                  <a:gd name="T20" fmla="*/ 26 w 89"/>
                  <a:gd name="T21" fmla="*/ 95 h 98"/>
                  <a:gd name="T22" fmla="*/ 12 w 89"/>
                  <a:gd name="T23" fmla="*/ 85 h 98"/>
                  <a:gd name="T24" fmla="*/ 3 w 89"/>
                  <a:gd name="T25" fmla="*/ 70 h 98"/>
                  <a:gd name="T26" fmla="*/ 0 w 89"/>
                  <a:gd name="T27" fmla="*/ 49 h 98"/>
                  <a:gd name="T28" fmla="*/ 3 w 89"/>
                  <a:gd name="T29" fmla="*/ 29 h 98"/>
                  <a:gd name="T30" fmla="*/ 12 w 89"/>
                  <a:gd name="T31" fmla="*/ 14 h 98"/>
                  <a:gd name="T32" fmla="*/ 26 w 89"/>
                  <a:gd name="T33" fmla="*/ 4 h 98"/>
                  <a:gd name="T34" fmla="*/ 45 w 89"/>
                  <a:gd name="T35" fmla="*/ 0 h 98"/>
                  <a:gd name="T36" fmla="*/ 63 w 89"/>
                  <a:gd name="T37" fmla="*/ 4 h 98"/>
                  <a:gd name="T38" fmla="*/ 77 w 89"/>
                  <a:gd name="T39" fmla="*/ 14 h 98"/>
                  <a:gd name="T40" fmla="*/ 86 w 89"/>
                  <a:gd name="T41" fmla="*/ 29 h 98"/>
                  <a:gd name="T42" fmla="*/ 89 w 89"/>
                  <a:gd name="T43" fmla="*/ 49 h 98"/>
                  <a:gd name="T44" fmla="*/ 86 w 89"/>
                  <a:gd name="T45" fmla="*/ 70 h 98"/>
                  <a:gd name="T46" fmla="*/ 77 w 89"/>
                  <a:gd name="T47" fmla="*/ 85 h 98"/>
                  <a:gd name="T48" fmla="*/ 63 w 89"/>
                  <a:gd name="T49" fmla="*/ 95 h 98"/>
                  <a:gd name="T50" fmla="*/ 45 w 89"/>
                  <a:gd name="T51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89" h="98">
                    <a:moveTo>
                      <a:pt x="45" y="82"/>
                    </a:moveTo>
                    <a:cubicBezTo>
                      <a:pt x="53" y="82"/>
                      <a:pt x="59" y="79"/>
                      <a:pt x="63" y="73"/>
                    </a:cubicBezTo>
                    <a:cubicBezTo>
                      <a:pt x="67" y="68"/>
                      <a:pt x="69" y="60"/>
                      <a:pt x="69" y="49"/>
                    </a:cubicBezTo>
                    <a:cubicBezTo>
                      <a:pt x="69" y="39"/>
                      <a:pt x="67" y="31"/>
                      <a:pt x="63" y="26"/>
                    </a:cubicBezTo>
                    <a:cubicBezTo>
                      <a:pt x="59" y="20"/>
                      <a:pt x="53" y="17"/>
                      <a:pt x="45" y="17"/>
                    </a:cubicBezTo>
                    <a:cubicBezTo>
                      <a:pt x="36" y="17"/>
                      <a:pt x="30" y="20"/>
                      <a:pt x="26" y="26"/>
                    </a:cubicBezTo>
                    <a:cubicBezTo>
                      <a:pt x="22" y="31"/>
                      <a:pt x="20" y="39"/>
                      <a:pt x="20" y="49"/>
                    </a:cubicBezTo>
                    <a:cubicBezTo>
                      <a:pt x="20" y="60"/>
                      <a:pt x="22" y="68"/>
                      <a:pt x="26" y="73"/>
                    </a:cubicBezTo>
                    <a:cubicBezTo>
                      <a:pt x="30" y="79"/>
                      <a:pt x="36" y="82"/>
                      <a:pt x="45" y="82"/>
                    </a:cubicBezTo>
                    <a:moveTo>
                      <a:pt x="45" y="98"/>
                    </a:moveTo>
                    <a:cubicBezTo>
                      <a:pt x="38" y="98"/>
                      <a:pt x="31" y="97"/>
                      <a:pt x="26" y="95"/>
                    </a:cubicBezTo>
                    <a:cubicBezTo>
                      <a:pt x="21" y="93"/>
                      <a:pt x="16" y="89"/>
                      <a:pt x="12" y="85"/>
                    </a:cubicBezTo>
                    <a:cubicBezTo>
                      <a:pt x="8" y="81"/>
                      <a:pt x="5" y="76"/>
                      <a:pt x="3" y="70"/>
                    </a:cubicBezTo>
                    <a:cubicBezTo>
                      <a:pt x="1" y="64"/>
                      <a:pt x="0" y="57"/>
                      <a:pt x="0" y="49"/>
                    </a:cubicBezTo>
                    <a:cubicBezTo>
                      <a:pt x="0" y="42"/>
                      <a:pt x="1" y="35"/>
                      <a:pt x="3" y="29"/>
                    </a:cubicBezTo>
                    <a:cubicBezTo>
                      <a:pt x="5" y="23"/>
                      <a:pt x="8" y="18"/>
                      <a:pt x="12" y="14"/>
                    </a:cubicBezTo>
                    <a:cubicBezTo>
                      <a:pt x="16" y="9"/>
                      <a:pt x="21" y="6"/>
                      <a:pt x="26" y="4"/>
                    </a:cubicBezTo>
                    <a:cubicBezTo>
                      <a:pt x="32" y="2"/>
                      <a:pt x="38" y="0"/>
                      <a:pt x="45" y="0"/>
                    </a:cubicBezTo>
                    <a:cubicBezTo>
                      <a:pt x="52" y="0"/>
                      <a:pt x="58" y="2"/>
                      <a:pt x="63" y="4"/>
                    </a:cubicBezTo>
                    <a:cubicBezTo>
                      <a:pt x="69" y="6"/>
                      <a:pt x="73" y="9"/>
                      <a:pt x="77" y="14"/>
                    </a:cubicBezTo>
                    <a:cubicBezTo>
                      <a:pt x="81" y="18"/>
                      <a:pt x="84" y="23"/>
                      <a:pt x="86" y="29"/>
                    </a:cubicBezTo>
                    <a:cubicBezTo>
                      <a:pt x="88" y="35"/>
                      <a:pt x="89" y="42"/>
                      <a:pt x="89" y="49"/>
                    </a:cubicBezTo>
                    <a:cubicBezTo>
                      <a:pt x="89" y="57"/>
                      <a:pt x="88" y="64"/>
                      <a:pt x="86" y="70"/>
                    </a:cubicBezTo>
                    <a:cubicBezTo>
                      <a:pt x="84" y="76"/>
                      <a:pt x="81" y="81"/>
                      <a:pt x="77" y="85"/>
                    </a:cubicBezTo>
                    <a:cubicBezTo>
                      <a:pt x="74" y="89"/>
                      <a:pt x="69" y="93"/>
                      <a:pt x="63" y="95"/>
                    </a:cubicBezTo>
                    <a:cubicBezTo>
                      <a:pt x="58" y="97"/>
                      <a:pt x="52" y="98"/>
                      <a:pt x="45" y="9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56" name="Freeform 12"/>
              <p:cNvSpPr>
                <a:spLocks/>
              </p:cNvSpPr>
              <p:nvPr/>
            </p:nvSpPr>
            <p:spPr bwMode="auto">
              <a:xfrm>
                <a:off x="7453313" y="5980113"/>
                <a:ext cx="742950" cy="877888"/>
              </a:xfrm>
              <a:custGeom>
                <a:avLst/>
                <a:gdLst>
                  <a:gd name="T0" fmla="*/ 83 w 83"/>
                  <a:gd name="T1" fmla="*/ 64 h 98"/>
                  <a:gd name="T2" fmla="*/ 79 w 83"/>
                  <a:gd name="T3" fmla="*/ 77 h 98"/>
                  <a:gd name="T4" fmla="*/ 71 w 83"/>
                  <a:gd name="T5" fmla="*/ 88 h 98"/>
                  <a:gd name="T6" fmla="*/ 59 w 83"/>
                  <a:gd name="T7" fmla="*/ 96 h 98"/>
                  <a:gd name="T8" fmla="*/ 43 w 83"/>
                  <a:gd name="T9" fmla="*/ 98 h 98"/>
                  <a:gd name="T10" fmla="*/ 24 w 83"/>
                  <a:gd name="T11" fmla="*/ 95 h 98"/>
                  <a:gd name="T12" fmla="*/ 11 w 83"/>
                  <a:gd name="T13" fmla="*/ 85 h 98"/>
                  <a:gd name="T14" fmla="*/ 3 w 83"/>
                  <a:gd name="T15" fmla="*/ 69 h 98"/>
                  <a:gd name="T16" fmla="*/ 0 w 83"/>
                  <a:gd name="T17" fmla="*/ 49 h 98"/>
                  <a:gd name="T18" fmla="*/ 3 w 83"/>
                  <a:gd name="T19" fmla="*/ 29 h 98"/>
                  <a:gd name="T20" fmla="*/ 12 w 83"/>
                  <a:gd name="T21" fmla="*/ 14 h 98"/>
                  <a:gd name="T22" fmla="*/ 25 w 83"/>
                  <a:gd name="T23" fmla="*/ 4 h 98"/>
                  <a:gd name="T24" fmla="*/ 43 w 83"/>
                  <a:gd name="T25" fmla="*/ 0 h 98"/>
                  <a:gd name="T26" fmla="*/ 59 w 83"/>
                  <a:gd name="T27" fmla="*/ 3 h 98"/>
                  <a:gd name="T28" fmla="*/ 70 w 83"/>
                  <a:gd name="T29" fmla="*/ 9 h 98"/>
                  <a:gd name="T30" fmla="*/ 77 w 83"/>
                  <a:gd name="T31" fmla="*/ 19 h 98"/>
                  <a:gd name="T32" fmla="*/ 81 w 83"/>
                  <a:gd name="T33" fmla="*/ 32 h 98"/>
                  <a:gd name="T34" fmla="*/ 62 w 83"/>
                  <a:gd name="T35" fmla="*/ 35 h 98"/>
                  <a:gd name="T36" fmla="*/ 56 w 83"/>
                  <a:gd name="T37" fmla="*/ 22 h 98"/>
                  <a:gd name="T38" fmla="*/ 43 w 83"/>
                  <a:gd name="T39" fmla="*/ 17 h 98"/>
                  <a:gd name="T40" fmla="*/ 26 w 83"/>
                  <a:gd name="T41" fmla="*/ 26 h 98"/>
                  <a:gd name="T42" fmla="*/ 20 w 83"/>
                  <a:gd name="T43" fmla="*/ 49 h 98"/>
                  <a:gd name="T44" fmla="*/ 27 w 83"/>
                  <a:gd name="T45" fmla="*/ 73 h 98"/>
                  <a:gd name="T46" fmla="*/ 43 w 83"/>
                  <a:gd name="T47" fmla="*/ 82 h 98"/>
                  <a:gd name="T48" fmla="*/ 56 w 83"/>
                  <a:gd name="T49" fmla="*/ 77 h 98"/>
                  <a:gd name="T50" fmla="*/ 62 w 83"/>
                  <a:gd name="T51" fmla="*/ 64 h 98"/>
                  <a:gd name="T52" fmla="*/ 83 w 83"/>
                  <a:gd name="T53" fmla="*/ 6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3" h="98">
                    <a:moveTo>
                      <a:pt x="83" y="64"/>
                    </a:moveTo>
                    <a:cubicBezTo>
                      <a:pt x="82" y="69"/>
                      <a:pt x="81" y="73"/>
                      <a:pt x="79" y="77"/>
                    </a:cubicBezTo>
                    <a:cubicBezTo>
                      <a:pt x="77" y="82"/>
                      <a:pt x="75" y="85"/>
                      <a:pt x="71" y="88"/>
                    </a:cubicBezTo>
                    <a:cubicBezTo>
                      <a:pt x="68" y="91"/>
                      <a:pt x="64" y="94"/>
                      <a:pt x="59" y="96"/>
                    </a:cubicBezTo>
                    <a:cubicBezTo>
                      <a:pt x="55" y="97"/>
                      <a:pt x="49" y="98"/>
                      <a:pt x="43" y="98"/>
                    </a:cubicBezTo>
                    <a:cubicBezTo>
                      <a:pt x="36" y="98"/>
                      <a:pt x="30" y="97"/>
                      <a:pt x="24" y="95"/>
                    </a:cubicBezTo>
                    <a:cubicBezTo>
                      <a:pt x="19" y="92"/>
                      <a:pt x="15" y="89"/>
                      <a:pt x="11" y="85"/>
                    </a:cubicBezTo>
                    <a:cubicBezTo>
                      <a:pt x="7" y="81"/>
                      <a:pt x="5" y="75"/>
                      <a:pt x="3" y="69"/>
                    </a:cubicBezTo>
                    <a:cubicBezTo>
                      <a:pt x="1" y="63"/>
                      <a:pt x="0" y="57"/>
                      <a:pt x="0" y="49"/>
                    </a:cubicBezTo>
                    <a:cubicBezTo>
                      <a:pt x="0" y="42"/>
                      <a:pt x="1" y="35"/>
                      <a:pt x="3" y="29"/>
                    </a:cubicBezTo>
                    <a:cubicBezTo>
                      <a:pt x="5" y="23"/>
                      <a:pt x="8" y="18"/>
                      <a:pt x="12" y="14"/>
                    </a:cubicBezTo>
                    <a:cubicBezTo>
                      <a:pt x="15" y="9"/>
                      <a:pt x="20" y="6"/>
                      <a:pt x="25" y="4"/>
                    </a:cubicBezTo>
                    <a:cubicBezTo>
                      <a:pt x="31" y="2"/>
                      <a:pt x="37" y="0"/>
                      <a:pt x="43" y="0"/>
                    </a:cubicBezTo>
                    <a:cubicBezTo>
                      <a:pt x="49" y="0"/>
                      <a:pt x="54" y="1"/>
                      <a:pt x="59" y="3"/>
                    </a:cubicBezTo>
                    <a:cubicBezTo>
                      <a:pt x="63" y="4"/>
                      <a:pt x="67" y="6"/>
                      <a:pt x="70" y="9"/>
                    </a:cubicBezTo>
                    <a:cubicBezTo>
                      <a:pt x="73" y="12"/>
                      <a:pt x="75" y="15"/>
                      <a:pt x="77" y="19"/>
                    </a:cubicBezTo>
                    <a:cubicBezTo>
                      <a:pt x="79" y="23"/>
                      <a:pt x="80" y="27"/>
                      <a:pt x="81" y="32"/>
                    </a:cubicBezTo>
                    <a:cubicBezTo>
                      <a:pt x="62" y="35"/>
                      <a:pt x="62" y="35"/>
                      <a:pt x="62" y="35"/>
                    </a:cubicBezTo>
                    <a:cubicBezTo>
                      <a:pt x="61" y="29"/>
                      <a:pt x="59" y="25"/>
                      <a:pt x="56" y="22"/>
                    </a:cubicBezTo>
                    <a:cubicBezTo>
                      <a:pt x="53" y="19"/>
                      <a:pt x="49" y="17"/>
                      <a:pt x="43" y="17"/>
                    </a:cubicBezTo>
                    <a:cubicBezTo>
                      <a:pt x="36" y="17"/>
                      <a:pt x="30" y="20"/>
                      <a:pt x="26" y="26"/>
                    </a:cubicBezTo>
                    <a:cubicBezTo>
                      <a:pt x="22" y="31"/>
                      <a:pt x="20" y="39"/>
                      <a:pt x="20" y="49"/>
                    </a:cubicBezTo>
                    <a:cubicBezTo>
                      <a:pt x="20" y="60"/>
                      <a:pt x="23" y="68"/>
                      <a:pt x="27" y="73"/>
                    </a:cubicBezTo>
                    <a:cubicBezTo>
                      <a:pt x="31" y="79"/>
                      <a:pt x="36" y="82"/>
                      <a:pt x="43" y="82"/>
                    </a:cubicBezTo>
                    <a:cubicBezTo>
                      <a:pt x="49" y="82"/>
                      <a:pt x="54" y="80"/>
                      <a:pt x="56" y="77"/>
                    </a:cubicBezTo>
                    <a:cubicBezTo>
                      <a:pt x="59" y="74"/>
                      <a:pt x="61" y="69"/>
                      <a:pt x="62" y="64"/>
                    </a:cubicBezTo>
                    <a:lnTo>
                      <a:pt x="83" y="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57" name="Freeform 13"/>
              <p:cNvSpPr>
                <a:spLocks noEditPoints="1"/>
              </p:cNvSpPr>
              <p:nvPr/>
            </p:nvSpPr>
            <p:spPr bwMode="auto">
              <a:xfrm>
                <a:off x="3986213" y="4735513"/>
                <a:ext cx="1066800" cy="887413"/>
              </a:xfrm>
              <a:custGeom>
                <a:avLst/>
                <a:gdLst>
                  <a:gd name="T0" fmla="*/ 82 w 119"/>
                  <a:gd name="T1" fmla="*/ 40 h 99"/>
                  <a:gd name="T2" fmla="*/ 82 w 119"/>
                  <a:gd name="T3" fmla="*/ 47 h 99"/>
                  <a:gd name="T4" fmla="*/ 57 w 119"/>
                  <a:gd name="T5" fmla="*/ 47 h 99"/>
                  <a:gd name="T6" fmla="*/ 57 w 119"/>
                  <a:gd name="T7" fmla="*/ 40 h 99"/>
                  <a:gd name="T8" fmla="*/ 60 w 119"/>
                  <a:gd name="T9" fmla="*/ 40 h 99"/>
                  <a:gd name="T10" fmla="*/ 60 w 119"/>
                  <a:gd name="T11" fmla="*/ 36 h 99"/>
                  <a:gd name="T12" fmla="*/ 63 w 119"/>
                  <a:gd name="T13" fmla="*/ 28 h 99"/>
                  <a:gd name="T14" fmla="*/ 71 w 119"/>
                  <a:gd name="T15" fmla="*/ 25 h 99"/>
                  <a:gd name="T16" fmla="*/ 78 w 119"/>
                  <a:gd name="T17" fmla="*/ 28 h 99"/>
                  <a:gd name="T18" fmla="*/ 81 w 119"/>
                  <a:gd name="T19" fmla="*/ 35 h 99"/>
                  <a:gd name="T20" fmla="*/ 75 w 119"/>
                  <a:gd name="T21" fmla="*/ 36 h 99"/>
                  <a:gd name="T22" fmla="*/ 74 w 119"/>
                  <a:gd name="T23" fmla="*/ 32 h 99"/>
                  <a:gd name="T24" fmla="*/ 71 w 119"/>
                  <a:gd name="T25" fmla="*/ 32 h 99"/>
                  <a:gd name="T26" fmla="*/ 67 w 119"/>
                  <a:gd name="T27" fmla="*/ 36 h 99"/>
                  <a:gd name="T28" fmla="*/ 67 w 119"/>
                  <a:gd name="T29" fmla="*/ 40 h 99"/>
                  <a:gd name="T30" fmla="*/ 82 w 119"/>
                  <a:gd name="T31" fmla="*/ 40 h 99"/>
                  <a:gd name="T32" fmla="*/ 100 w 119"/>
                  <a:gd name="T33" fmla="*/ 82 h 99"/>
                  <a:gd name="T34" fmla="*/ 100 w 119"/>
                  <a:gd name="T35" fmla="*/ 0 h 99"/>
                  <a:gd name="T36" fmla="*/ 119 w 119"/>
                  <a:gd name="T37" fmla="*/ 0 h 99"/>
                  <a:gd name="T38" fmla="*/ 119 w 119"/>
                  <a:gd name="T39" fmla="*/ 99 h 99"/>
                  <a:gd name="T40" fmla="*/ 38 w 119"/>
                  <a:gd name="T41" fmla="*/ 99 h 99"/>
                  <a:gd name="T42" fmla="*/ 10 w 119"/>
                  <a:gd name="T43" fmla="*/ 91 h 99"/>
                  <a:gd name="T44" fmla="*/ 0 w 119"/>
                  <a:gd name="T45" fmla="*/ 65 h 99"/>
                  <a:gd name="T46" fmla="*/ 4 w 119"/>
                  <a:gd name="T47" fmla="*/ 49 h 99"/>
                  <a:gd name="T48" fmla="*/ 16 w 119"/>
                  <a:gd name="T49" fmla="*/ 37 h 99"/>
                  <a:gd name="T50" fmla="*/ 34 w 119"/>
                  <a:gd name="T51" fmla="*/ 33 h 99"/>
                  <a:gd name="T52" fmla="*/ 36 w 119"/>
                  <a:gd name="T53" fmla="*/ 49 h 99"/>
                  <a:gd name="T54" fmla="*/ 23 w 119"/>
                  <a:gd name="T55" fmla="*/ 54 h 99"/>
                  <a:gd name="T56" fmla="*/ 19 w 119"/>
                  <a:gd name="T57" fmla="*/ 65 h 99"/>
                  <a:gd name="T58" fmla="*/ 23 w 119"/>
                  <a:gd name="T59" fmla="*/ 78 h 99"/>
                  <a:gd name="T60" fmla="*/ 38 w 119"/>
                  <a:gd name="T61" fmla="*/ 82 h 99"/>
                  <a:gd name="T62" fmla="*/ 100 w 119"/>
                  <a:gd name="T63" fmla="*/ 82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19" h="99">
                    <a:moveTo>
                      <a:pt x="82" y="40"/>
                    </a:moveTo>
                    <a:cubicBezTo>
                      <a:pt x="82" y="47"/>
                      <a:pt x="82" y="47"/>
                      <a:pt x="82" y="47"/>
                    </a:cubicBezTo>
                    <a:cubicBezTo>
                      <a:pt x="57" y="47"/>
                      <a:pt x="57" y="47"/>
                      <a:pt x="57" y="47"/>
                    </a:cubicBezTo>
                    <a:cubicBezTo>
                      <a:pt x="57" y="40"/>
                      <a:pt x="57" y="40"/>
                      <a:pt x="57" y="40"/>
                    </a:cubicBezTo>
                    <a:cubicBezTo>
                      <a:pt x="60" y="40"/>
                      <a:pt x="60" y="40"/>
                      <a:pt x="60" y="40"/>
                    </a:cubicBezTo>
                    <a:cubicBezTo>
                      <a:pt x="60" y="36"/>
                      <a:pt x="60" y="36"/>
                      <a:pt x="60" y="36"/>
                    </a:cubicBezTo>
                    <a:cubicBezTo>
                      <a:pt x="60" y="33"/>
                      <a:pt x="61" y="30"/>
                      <a:pt x="63" y="28"/>
                    </a:cubicBezTo>
                    <a:cubicBezTo>
                      <a:pt x="65" y="26"/>
                      <a:pt x="67" y="25"/>
                      <a:pt x="71" y="25"/>
                    </a:cubicBezTo>
                    <a:cubicBezTo>
                      <a:pt x="74" y="25"/>
                      <a:pt x="77" y="26"/>
                      <a:pt x="78" y="28"/>
                    </a:cubicBezTo>
                    <a:cubicBezTo>
                      <a:pt x="80" y="29"/>
                      <a:pt x="81" y="31"/>
                      <a:pt x="81" y="35"/>
                    </a:cubicBezTo>
                    <a:cubicBezTo>
                      <a:pt x="75" y="36"/>
                      <a:pt x="75" y="36"/>
                      <a:pt x="75" y="36"/>
                    </a:cubicBezTo>
                    <a:cubicBezTo>
                      <a:pt x="75" y="34"/>
                      <a:pt x="75" y="33"/>
                      <a:pt x="74" y="32"/>
                    </a:cubicBezTo>
                    <a:cubicBezTo>
                      <a:pt x="74" y="32"/>
                      <a:pt x="73" y="32"/>
                      <a:pt x="71" y="32"/>
                    </a:cubicBezTo>
                    <a:cubicBezTo>
                      <a:pt x="68" y="32"/>
                      <a:pt x="67" y="33"/>
                      <a:pt x="67" y="36"/>
                    </a:cubicBezTo>
                    <a:cubicBezTo>
                      <a:pt x="67" y="40"/>
                      <a:pt x="67" y="40"/>
                      <a:pt x="67" y="40"/>
                    </a:cubicBezTo>
                    <a:lnTo>
                      <a:pt x="82" y="40"/>
                    </a:lnTo>
                    <a:close/>
                    <a:moveTo>
                      <a:pt x="100" y="82"/>
                    </a:moveTo>
                    <a:cubicBezTo>
                      <a:pt x="100" y="0"/>
                      <a:pt x="100" y="0"/>
                      <a:pt x="100" y="0"/>
                    </a:cubicBezTo>
                    <a:cubicBezTo>
                      <a:pt x="119" y="0"/>
                      <a:pt x="119" y="0"/>
                      <a:pt x="119" y="0"/>
                    </a:cubicBezTo>
                    <a:cubicBezTo>
                      <a:pt x="119" y="99"/>
                      <a:pt x="119" y="99"/>
                      <a:pt x="119" y="99"/>
                    </a:cubicBezTo>
                    <a:cubicBezTo>
                      <a:pt x="38" y="99"/>
                      <a:pt x="38" y="99"/>
                      <a:pt x="38" y="99"/>
                    </a:cubicBezTo>
                    <a:cubicBezTo>
                      <a:pt x="25" y="99"/>
                      <a:pt x="16" y="96"/>
                      <a:pt x="10" y="91"/>
                    </a:cubicBezTo>
                    <a:cubicBezTo>
                      <a:pt x="3" y="85"/>
                      <a:pt x="0" y="77"/>
                      <a:pt x="0" y="65"/>
                    </a:cubicBezTo>
                    <a:cubicBezTo>
                      <a:pt x="0" y="59"/>
                      <a:pt x="2" y="54"/>
                      <a:pt x="4" y="49"/>
                    </a:cubicBezTo>
                    <a:cubicBezTo>
                      <a:pt x="7" y="44"/>
                      <a:pt x="11" y="40"/>
                      <a:pt x="16" y="37"/>
                    </a:cubicBezTo>
                    <a:cubicBezTo>
                      <a:pt x="21" y="34"/>
                      <a:pt x="27" y="33"/>
                      <a:pt x="34" y="33"/>
                    </a:cubicBezTo>
                    <a:cubicBezTo>
                      <a:pt x="36" y="49"/>
                      <a:pt x="36" y="49"/>
                      <a:pt x="36" y="49"/>
                    </a:cubicBezTo>
                    <a:cubicBezTo>
                      <a:pt x="30" y="50"/>
                      <a:pt x="25" y="51"/>
                      <a:pt x="23" y="54"/>
                    </a:cubicBezTo>
                    <a:cubicBezTo>
                      <a:pt x="20" y="56"/>
                      <a:pt x="19" y="60"/>
                      <a:pt x="19" y="65"/>
                    </a:cubicBezTo>
                    <a:cubicBezTo>
                      <a:pt x="19" y="71"/>
                      <a:pt x="20" y="76"/>
                      <a:pt x="23" y="78"/>
                    </a:cubicBezTo>
                    <a:cubicBezTo>
                      <a:pt x="26" y="81"/>
                      <a:pt x="31" y="82"/>
                      <a:pt x="38" y="82"/>
                    </a:cubicBezTo>
                    <a:lnTo>
                      <a:pt x="100" y="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58" name="Freeform 14"/>
              <p:cNvSpPr>
                <a:spLocks noEditPoints="1"/>
              </p:cNvSpPr>
              <p:nvPr/>
            </p:nvSpPr>
            <p:spPr bwMode="auto">
              <a:xfrm>
                <a:off x="5195888" y="5005388"/>
                <a:ext cx="1684338" cy="903288"/>
              </a:xfrm>
              <a:custGeom>
                <a:avLst/>
                <a:gdLst>
                  <a:gd name="T0" fmla="*/ 44 w 188"/>
                  <a:gd name="T1" fmla="*/ 52 h 101"/>
                  <a:gd name="T2" fmla="*/ 38 w 188"/>
                  <a:gd name="T3" fmla="*/ 52 h 101"/>
                  <a:gd name="T4" fmla="*/ 19 w 188"/>
                  <a:gd name="T5" fmla="*/ 32 h 101"/>
                  <a:gd name="T6" fmla="*/ 22 w 188"/>
                  <a:gd name="T7" fmla="*/ 20 h 101"/>
                  <a:gd name="T8" fmla="*/ 32 w 188"/>
                  <a:gd name="T9" fmla="*/ 16 h 101"/>
                  <a:gd name="T10" fmla="*/ 39 w 188"/>
                  <a:gd name="T11" fmla="*/ 17 h 101"/>
                  <a:gd name="T12" fmla="*/ 43 w 188"/>
                  <a:gd name="T13" fmla="*/ 23 h 101"/>
                  <a:gd name="T14" fmla="*/ 44 w 188"/>
                  <a:gd name="T15" fmla="*/ 37 h 101"/>
                  <a:gd name="T16" fmla="*/ 44 w 188"/>
                  <a:gd name="T17" fmla="*/ 52 h 101"/>
                  <a:gd name="T18" fmla="*/ 170 w 188"/>
                  <a:gd name="T19" fmla="*/ 0 h 101"/>
                  <a:gd name="T20" fmla="*/ 170 w 188"/>
                  <a:gd name="T21" fmla="*/ 52 h 101"/>
                  <a:gd name="T22" fmla="*/ 63 w 188"/>
                  <a:gd name="T23" fmla="*/ 52 h 101"/>
                  <a:gd name="T24" fmla="*/ 63 w 188"/>
                  <a:gd name="T25" fmla="*/ 32 h 101"/>
                  <a:gd name="T26" fmla="*/ 55 w 188"/>
                  <a:gd name="T27" fmla="*/ 8 h 101"/>
                  <a:gd name="T28" fmla="*/ 32 w 188"/>
                  <a:gd name="T29" fmla="*/ 0 h 101"/>
                  <a:gd name="T30" fmla="*/ 8 w 188"/>
                  <a:gd name="T31" fmla="*/ 9 h 101"/>
                  <a:gd name="T32" fmla="*/ 0 w 188"/>
                  <a:gd name="T33" fmla="*/ 32 h 101"/>
                  <a:gd name="T34" fmla="*/ 11 w 188"/>
                  <a:gd name="T35" fmla="*/ 60 h 101"/>
                  <a:gd name="T36" fmla="*/ 42 w 188"/>
                  <a:gd name="T37" fmla="*/ 69 h 101"/>
                  <a:gd name="T38" fmla="*/ 44 w 188"/>
                  <a:gd name="T39" fmla="*/ 69 h 101"/>
                  <a:gd name="T40" fmla="*/ 44 w 188"/>
                  <a:gd name="T41" fmla="*/ 72 h 101"/>
                  <a:gd name="T42" fmla="*/ 41 w 188"/>
                  <a:gd name="T43" fmla="*/ 86 h 101"/>
                  <a:gd name="T44" fmla="*/ 51 w 188"/>
                  <a:gd name="T45" fmla="*/ 101 h 101"/>
                  <a:gd name="T46" fmla="*/ 55 w 188"/>
                  <a:gd name="T47" fmla="*/ 97 h 101"/>
                  <a:gd name="T48" fmla="*/ 63 w 188"/>
                  <a:gd name="T49" fmla="*/ 69 h 101"/>
                  <a:gd name="T50" fmla="*/ 188 w 188"/>
                  <a:gd name="T51" fmla="*/ 69 h 101"/>
                  <a:gd name="T52" fmla="*/ 188 w 188"/>
                  <a:gd name="T53" fmla="*/ 0 h 101"/>
                  <a:gd name="T54" fmla="*/ 170 w 188"/>
                  <a:gd name="T55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88" h="101">
                    <a:moveTo>
                      <a:pt x="44" y="52"/>
                    </a:moveTo>
                    <a:cubicBezTo>
                      <a:pt x="38" y="52"/>
                      <a:pt x="38" y="52"/>
                      <a:pt x="38" y="52"/>
                    </a:cubicBezTo>
                    <a:cubicBezTo>
                      <a:pt x="25" y="52"/>
                      <a:pt x="19" y="45"/>
                      <a:pt x="19" y="32"/>
                    </a:cubicBezTo>
                    <a:cubicBezTo>
                      <a:pt x="19" y="27"/>
                      <a:pt x="20" y="23"/>
                      <a:pt x="22" y="20"/>
                    </a:cubicBezTo>
                    <a:cubicBezTo>
                      <a:pt x="24" y="17"/>
                      <a:pt x="27" y="16"/>
                      <a:pt x="32" y="16"/>
                    </a:cubicBezTo>
                    <a:cubicBezTo>
                      <a:pt x="35" y="16"/>
                      <a:pt x="37" y="16"/>
                      <a:pt x="39" y="17"/>
                    </a:cubicBezTo>
                    <a:cubicBezTo>
                      <a:pt x="41" y="19"/>
                      <a:pt x="42" y="20"/>
                      <a:pt x="43" y="23"/>
                    </a:cubicBezTo>
                    <a:cubicBezTo>
                      <a:pt x="44" y="26"/>
                      <a:pt x="44" y="32"/>
                      <a:pt x="44" y="37"/>
                    </a:cubicBezTo>
                    <a:lnTo>
                      <a:pt x="44" y="52"/>
                    </a:lnTo>
                    <a:close/>
                    <a:moveTo>
                      <a:pt x="170" y="0"/>
                    </a:moveTo>
                    <a:cubicBezTo>
                      <a:pt x="170" y="52"/>
                      <a:pt x="170" y="52"/>
                      <a:pt x="170" y="52"/>
                    </a:cubicBezTo>
                    <a:cubicBezTo>
                      <a:pt x="63" y="52"/>
                      <a:pt x="63" y="52"/>
                      <a:pt x="63" y="52"/>
                    </a:cubicBezTo>
                    <a:cubicBezTo>
                      <a:pt x="63" y="32"/>
                      <a:pt x="63" y="32"/>
                      <a:pt x="63" y="32"/>
                    </a:cubicBezTo>
                    <a:cubicBezTo>
                      <a:pt x="63" y="22"/>
                      <a:pt x="60" y="13"/>
                      <a:pt x="55" y="8"/>
                    </a:cubicBezTo>
                    <a:cubicBezTo>
                      <a:pt x="50" y="3"/>
                      <a:pt x="42" y="0"/>
                      <a:pt x="32" y="0"/>
                    </a:cubicBezTo>
                    <a:cubicBezTo>
                      <a:pt x="22" y="0"/>
                      <a:pt x="14" y="3"/>
                      <a:pt x="8" y="9"/>
                    </a:cubicBezTo>
                    <a:cubicBezTo>
                      <a:pt x="3" y="14"/>
                      <a:pt x="0" y="22"/>
                      <a:pt x="0" y="32"/>
                    </a:cubicBezTo>
                    <a:cubicBezTo>
                      <a:pt x="0" y="44"/>
                      <a:pt x="3" y="54"/>
                      <a:pt x="11" y="60"/>
                    </a:cubicBezTo>
                    <a:cubicBezTo>
                      <a:pt x="18" y="66"/>
                      <a:pt x="28" y="69"/>
                      <a:pt x="42" y="69"/>
                    </a:cubicBezTo>
                    <a:cubicBezTo>
                      <a:pt x="44" y="69"/>
                      <a:pt x="44" y="69"/>
                      <a:pt x="44" y="69"/>
                    </a:cubicBezTo>
                    <a:cubicBezTo>
                      <a:pt x="44" y="72"/>
                      <a:pt x="44" y="72"/>
                      <a:pt x="44" y="72"/>
                    </a:cubicBezTo>
                    <a:cubicBezTo>
                      <a:pt x="44" y="79"/>
                      <a:pt x="43" y="83"/>
                      <a:pt x="41" y="86"/>
                    </a:cubicBezTo>
                    <a:cubicBezTo>
                      <a:pt x="51" y="101"/>
                      <a:pt x="51" y="101"/>
                      <a:pt x="51" y="101"/>
                    </a:cubicBezTo>
                    <a:cubicBezTo>
                      <a:pt x="53" y="100"/>
                      <a:pt x="54" y="99"/>
                      <a:pt x="55" y="97"/>
                    </a:cubicBezTo>
                    <a:cubicBezTo>
                      <a:pt x="60" y="92"/>
                      <a:pt x="63" y="80"/>
                      <a:pt x="63" y="69"/>
                    </a:cubicBezTo>
                    <a:cubicBezTo>
                      <a:pt x="188" y="69"/>
                      <a:pt x="188" y="69"/>
                      <a:pt x="188" y="69"/>
                    </a:cubicBezTo>
                    <a:cubicBezTo>
                      <a:pt x="188" y="0"/>
                      <a:pt x="188" y="0"/>
                      <a:pt x="188" y="0"/>
                    </a:cubicBezTo>
                    <a:lnTo>
                      <a:pt x="17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59" name="Rectangle 15"/>
              <p:cNvSpPr>
                <a:spLocks noChangeArrowheads="1"/>
              </p:cNvSpPr>
              <p:nvPr/>
            </p:nvSpPr>
            <p:spPr bwMode="auto">
              <a:xfrm>
                <a:off x="6718301" y="4754563"/>
                <a:ext cx="161925" cy="1698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60" name="Freeform 16"/>
              <p:cNvSpPr>
                <a:spLocks/>
              </p:cNvSpPr>
              <p:nvPr/>
            </p:nvSpPr>
            <p:spPr bwMode="auto">
              <a:xfrm>
                <a:off x="7013576" y="5005388"/>
                <a:ext cx="833438" cy="617538"/>
              </a:xfrm>
              <a:custGeom>
                <a:avLst/>
                <a:gdLst>
                  <a:gd name="T0" fmla="*/ 74 w 93"/>
                  <a:gd name="T1" fmla="*/ 52 h 69"/>
                  <a:gd name="T2" fmla="*/ 74 w 93"/>
                  <a:gd name="T3" fmla="*/ 42 h 69"/>
                  <a:gd name="T4" fmla="*/ 70 w 93"/>
                  <a:gd name="T5" fmla="*/ 23 h 69"/>
                  <a:gd name="T6" fmla="*/ 55 w 93"/>
                  <a:gd name="T7" fmla="*/ 17 h 69"/>
                  <a:gd name="T8" fmla="*/ 41 w 93"/>
                  <a:gd name="T9" fmla="*/ 20 h 69"/>
                  <a:gd name="T10" fmla="*/ 36 w 93"/>
                  <a:gd name="T11" fmla="*/ 3 h 69"/>
                  <a:gd name="T12" fmla="*/ 56 w 93"/>
                  <a:gd name="T13" fmla="*/ 0 h 69"/>
                  <a:gd name="T14" fmla="*/ 84 w 93"/>
                  <a:gd name="T15" fmla="*/ 10 h 69"/>
                  <a:gd name="T16" fmla="*/ 93 w 93"/>
                  <a:gd name="T17" fmla="*/ 40 h 69"/>
                  <a:gd name="T18" fmla="*/ 93 w 93"/>
                  <a:gd name="T19" fmla="*/ 69 h 69"/>
                  <a:gd name="T20" fmla="*/ 0 w 93"/>
                  <a:gd name="T21" fmla="*/ 69 h 69"/>
                  <a:gd name="T22" fmla="*/ 0 w 93"/>
                  <a:gd name="T23" fmla="*/ 52 h 69"/>
                  <a:gd name="T24" fmla="*/ 74 w 93"/>
                  <a:gd name="T25" fmla="*/ 52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3" h="69">
                    <a:moveTo>
                      <a:pt x="74" y="52"/>
                    </a:moveTo>
                    <a:cubicBezTo>
                      <a:pt x="74" y="42"/>
                      <a:pt x="74" y="42"/>
                      <a:pt x="74" y="42"/>
                    </a:cubicBezTo>
                    <a:cubicBezTo>
                      <a:pt x="74" y="34"/>
                      <a:pt x="73" y="27"/>
                      <a:pt x="70" y="23"/>
                    </a:cubicBezTo>
                    <a:cubicBezTo>
                      <a:pt x="66" y="19"/>
                      <a:pt x="61" y="17"/>
                      <a:pt x="55" y="17"/>
                    </a:cubicBezTo>
                    <a:cubicBezTo>
                      <a:pt x="50" y="17"/>
                      <a:pt x="46" y="18"/>
                      <a:pt x="41" y="20"/>
                    </a:cubicBezTo>
                    <a:cubicBezTo>
                      <a:pt x="36" y="3"/>
                      <a:pt x="36" y="3"/>
                      <a:pt x="36" y="3"/>
                    </a:cubicBezTo>
                    <a:cubicBezTo>
                      <a:pt x="42" y="1"/>
                      <a:pt x="49" y="0"/>
                      <a:pt x="56" y="0"/>
                    </a:cubicBezTo>
                    <a:cubicBezTo>
                      <a:pt x="68" y="0"/>
                      <a:pt x="77" y="3"/>
                      <a:pt x="84" y="10"/>
                    </a:cubicBezTo>
                    <a:cubicBezTo>
                      <a:pt x="90" y="17"/>
                      <a:pt x="93" y="27"/>
                      <a:pt x="93" y="40"/>
                    </a:cubicBezTo>
                    <a:cubicBezTo>
                      <a:pt x="93" y="69"/>
                      <a:pt x="93" y="69"/>
                      <a:pt x="93" y="69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52"/>
                      <a:pt x="0" y="52"/>
                      <a:pt x="0" y="52"/>
                    </a:cubicBezTo>
                    <a:lnTo>
                      <a:pt x="74" y="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61" name="Freeform 17"/>
              <p:cNvSpPr>
                <a:spLocks/>
              </p:cNvSpPr>
              <p:nvPr/>
            </p:nvSpPr>
            <p:spPr bwMode="auto">
              <a:xfrm>
                <a:off x="7972426" y="4565650"/>
                <a:ext cx="223838" cy="188913"/>
              </a:xfrm>
              <a:custGeom>
                <a:avLst/>
                <a:gdLst>
                  <a:gd name="T0" fmla="*/ 25 w 25"/>
                  <a:gd name="T1" fmla="*/ 14 h 21"/>
                  <a:gd name="T2" fmla="*/ 25 w 25"/>
                  <a:gd name="T3" fmla="*/ 21 h 21"/>
                  <a:gd name="T4" fmla="*/ 0 w 25"/>
                  <a:gd name="T5" fmla="*/ 21 h 21"/>
                  <a:gd name="T6" fmla="*/ 0 w 25"/>
                  <a:gd name="T7" fmla="*/ 14 h 21"/>
                  <a:gd name="T8" fmla="*/ 3 w 25"/>
                  <a:gd name="T9" fmla="*/ 14 h 21"/>
                  <a:gd name="T10" fmla="*/ 3 w 25"/>
                  <a:gd name="T11" fmla="*/ 10 h 21"/>
                  <a:gd name="T12" fmla="*/ 6 w 25"/>
                  <a:gd name="T13" fmla="*/ 2 h 21"/>
                  <a:gd name="T14" fmla="*/ 14 w 25"/>
                  <a:gd name="T15" fmla="*/ 0 h 21"/>
                  <a:gd name="T16" fmla="*/ 21 w 25"/>
                  <a:gd name="T17" fmla="*/ 2 h 21"/>
                  <a:gd name="T18" fmla="*/ 24 w 25"/>
                  <a:gd name="T19" fmla="*/ 9 h 21"/>
                  <a:gd name="T20" fmla="*/ 18 w 25"/>
                  <a:gd name="T21" fmla="*/ 10 h 21"/>
                  <a:gd name="T22" fmla="*/ 17 w 25"/>
                  <a:gd name="T23" fmla="*/ 7 h 21"/>
                  <a:gd name="T24" fmla="*/ 14 w 25"/>
                  <a:gd name="T25" fmla="*/ 6 h 21"/>
                  <a:gd name="T26" fmla="*/ 10 w 25"/>
                  <a:gd name="T27" fmla="*/ 11 h 21"/>
                  <a:gd name="T28" fmla="*/ 10 w 25"/>
                  <a:gd name="T29" fmla="*/ 14 h 21"/>
                  <a:gd name="T30" fmla="*/ 25 w 25"/>
                  <a:gd name="T31" fmla="*/ 14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5" h="21">
                    <a:moveTo>
                      <a:pt x="25" y="14"/>
                    </a:moveTo>
                    <a:cubicBezTo>
                      <a:pt x="25" y="21"/>
                      <a:pt x="25" y="21"/>
                      <a:pt x="25" y="21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3" y="7"/>
                      <a:pt x="4" y="4"/>
                      <a:pt x="6" y="2"/>
                    </a:cubicBezTo>
                    <a:cubicBezTo>
                      <a:pt x="8" y="1"/>
                      <a:pt x="10" y="0"/>
                      <a:pt x="14" y="0"/>
                    </a:cubicBezTo>
                    <a:cubicBezTo>
                      <a:pt x="17" y="0"/>
                      <a:pt x="20" y="0"/>
                      <a:pt x="21" y="2"/>
                    </a:cubicBezTo>
                    <a:cubicBezTo>
                      <a:pt x="23" y="3"/>
                      <a:pt x="24" y="6"/>
                      <a:pt x="24" y="9"/>
                    </a:cubicBezTo>
                    <a:cubicBezTo>
                      <a:pt x="18" y="10"/>
                      <a:pt x="18" y="10"/>
                      <a:pt x="18" y="10"/>
                    </a:cubicBezTo>
                    <a:cubicBezTo>
                      <a:pt x="18" y="8"/>
                      <a:pt x="17" y="7"/>
                      <a:pt x="17" y="7"/>
                    </a:cubicBezTo>
                    <a:cubicBezTo>
                      <a:pt x="16" y="6"/>
                      <a:pt x="15" y="6"/>
                      <a:pt x="14" y="6"/>
                    </a:cubicBezTo>
                    <a:cubicBezTo>
                      <a:pt x="11" y="6"/>
                      <a:pt x="10" y="7"/>
                      <a:pt x="10" y="11"/>
                    </a:cubicBezTo>
                    <a:cubicBezTo>
                      <a:pt x="10" y="14"/>
                      <a:pt x="10" y="14"/>
                      <a:pt x="10" y="14"/>
                    </a:cubicBezTo>
                    <a:lnTo>
                      <a:pt x="25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62" name="Rectangle 18"/>
              <p:cNvSpPr>
                <a:spLocks noChangeArrowheads="1"/>
              </p:cNvSpPr>
              <p:nvPr/>
            </p:nvSpPr>
            <p:spPr bwMode="auto">
              <a:xfrm>
                <a:off x="7991476" y="4816475"/>
                <a:ext cx="169863" cy="80645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35" name="Footer Placeholder 4">
            <a:extLst>
              <a:ext uri="{FF2B5EF4-FFF2-40B4-BE49-F238E27FC236}">
                <a16:creationId xmlns:a16="http://schemas.microsoft.com/office/drawing/2014/main" id="{3A65E229-DAA5-4345-AE76-815779D74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026605" y="4402877"/>
            <a:ext cx="2953217" cy="360000"/>
          </a:xfrm>
        </p:spPr>
        <p:txBody>
          <a:bodyPr/>
          <a:lstStyle/>
          <a:p>
            <a:r>
              <a:rPr lang="nl-NL">
                <a:solidFill>
                  <a:srgbClr val="1859A9"/>
                </a:solidFill>
              </a:rPr>
              <a:t>ADNOC Upstream - TotalEnergies - 06/10/2025</a:t>
            </a:r>
            <a:endParaRPr lang="en-GB">
              <a:solidFill>
                <a:srgbClr val="1859A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32743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35">
          <p15:clr>
            <a:srgbClr val="FBAE40"/>
          </p15:clr>
        </p15:guide>
        <p15:guide id="2" pos="3650">
          <p15:clr>
            <a:srgbClr val="FBAE40"/>
          </p15:clr>
        </p15:guide>
        <p15:guide id="3" pos="6168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CB26E28-DC1C-47D2-A361-3497C18906A4}"/>
              </a:ext>
            </a:extLst>
          </p:cNvPr>
          <p:cNvSpPr/>
          <p:nvPr userDrawn="1"/>
        </p:nvSpPr>
        <p:spPr>
          <a:xfrm>
            <a:off x="240604" y="239401"/>
            <a:ext cx="11710800" cy="6379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5" tIns="45707" rIns="91415" bIns="45707" rtlCol="0" anchor="ctr"/>
          <a:lstStyle/>
          <a:p>
            <a:pPr algn="ctr" defTabSz="914106"/>
            <a:endParaRPr lang="en-GB" sz="1867">
              <a:solidFill>
                <a:prstClr val="white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3F4CDB-1518-4581-97E4-25089FE56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9EA8F0-61E3-4C3E-9042-E35E99EBA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>
              <a:solidFill>
                <a:srgbClr val="4D5156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DEBC9F-B446-4417-95B2-C71369B21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41956-BF2E-4170-9809-8254439A8799}" type="slidenum">
              <a:rPr lang="en-GB" smtClean="0">
                <a:solidFill>
                  <a:srgbClr val="1859A9"/>
                </a:solidFill>
              </a:rPr>
              <a:pPr/>
              <a:t>‹#›</a:t>
            </a:fld>
            <a:endParaRPr lang="en-GB">
              <a:solidFill>
                <a:srgbClr val="1859A9"/>
              </a:solidFill>
            </a:endParaRP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54E28843-A433-4785-8AE9-5F9461E397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7741" y="1620005"/>
            <a:ext cx="5364164" cy="200025"/>
          </a:xfrm>
        </p:spPr>
        <p:txBody>
          <a:bodyPr/>
          <a:lstStyle>
            <a:lvl1pPr>
              <a:spcBef>
                <a:spcPts val="0"/>
              </a:spcBef>
              <a:defRPr sz="1067" b="1" cap="all" spc="359" baseline="0"/>
            </a:lvl1pPr>
            <a:lvl2pPr>
              <a:defRPr sz="1067"/>
            </a:lvl2pPr>
            <a:lvl3pPr>
              <a:defRPr sz="1067"/>
            </a:lvl3pPr>
            <a:lvl4pPr>
              <a:defRPr sz="1067"/>
            </a:lvl4pPr>
            <a:lvl5pPr>
              <a:defRPr sz="1067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6" name="Group 25"/>
          <p:cNvGrpSpPr>
            <a:grpSpLocks noChangeAspect="1"/>
          </p:cNvGrpSpPr>
          <p:nvPr userDrawn="1"/>
        </p:nvGrpSpPr>
        <p:grpSpPr>
          <a:xfrm>
            <a:off x="10810891" y="3"/>
            <a:ext cx="658803" cy="1222741"/>
            <a:chOff x="10546428" y="-86005"/>
            <a:chExt cx="923259" cy="1713580"/>
          </a:xfrm>
        </p:grpSpPr>
        <p:sp>
          <p:nvSpPr>
            <p:cNvPr id="27" name="Rectangle 26"/>
            <p:cNvSpPr/>
            <p:nvPr userDrawn="1"/>
          </p:nvSpPr>
          <p:spPr bwMode="white">
            <a:xfrm>
              <a:off x="10546428" y="-86005"/>
              <a:ext cx="923259" cy="17135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06"/>
              <a:endParaRPr lang="en-GB" sz="1867">
                <a:solidFill>
                  <a:prstClr val="white"/>
                </a:solidFill>
              </a:endParaRPr>
            </a:p>
          </p:txBody>
        </p:sp>
        <p:grpSp>
          <p:nvGrpSpPr>
            <p:cNvPr id="28" name="Group 27"/>
            <p:cNvGrpSpPr>
              <a:grpSpLocks noChangeAspect="1"/>
            </p:cNvGrpSpPr>
            <p:nvPr userDrawn="1"/>
          </p:nvGrpSpPr>
          <p:grpSpPr>
            <a:xfrm>
              <a:off x="10639077" y="333830"/>
              <a:ext cx="767941" cy="1201994"/>
              <a:chOff x="3986213" y="0"/>
              <a:chExt cx="4381501" cy="6858001"/>
            </a:xfrm>
            <a:solidFill>
              <a:schemeClr val="tx2"/>
            </a:solidFill>
          </p:grpSpPr>
          <p:sp>
            <p:nvSpPr>
              <p:cNvPr id="29" name="Freeform 5"/>
              <p:cNvSpPr>
                <a:spLocks/>
              </p:cNvSpPr>
              <p:nvPr/>
            </p:nvSpPr>
            <p:spPr bwMode="auto">
              <a:xfrm>
                <a:off x="6521451" y="1746250"/>
                <a:ext cx="1846263" cy="2443163"/>
              </a:xfrm>
              <a:custGeom>
                <a:avLst/>
                <a:gdLst>
                  <a:gd name="T0" fmla="*/ 113 w 206"/>
                  <a:gd name="T1" fmla="*/ 196 h 273"/>
                  <a:gd name="T2" fmla="*/ 70 w 206"/>
                  <a:gd name="T3" fmla="*/ 273 h 273"/>
                  <a:gd name="T4" fmla="*/ 184 w 206"/>
                  <a:gd name="T5" fmla="*/ 273 h 273"/>
                  <a:gd name="T6" fmla="*/ 0 w 206"/>
                  <a:gd name="T7" fmla="*/ 0 h 273"/>
                  <a:gd name="T8" fmla="*/ 113 w 206"/>
                  <a:gd name="T9" fmla="*/ 196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6" h="273">
                    <a:moveTo>
                      <a:pt x="113" y="196"/>
                    </a:moveTo>
                    <a:cubicBezTo>
                      <a:pt x="106" y="226"/>
                      <a:pt x="91" y="252"/>
                      <a:pt x="70" y="273"/>
                    </a:cubicBezTo>
                    <a:cubicBezTo>
                      <a:pt x="184" y="273"/>
                      <a:pt x="184" y="273"/>
                      <a:pt x="184" y="273"/>
                    </a:cubicBezTo>
                    <a:cubicBezTo>
                      <a:pt x="206" y="154"/>
                      <a:pt x="128" y="28"/>
                      <a:pt x="0" y="0"/>
                    </a:cubicBezTo>
                    <a:cubicBezTo>
                      <a:pt x="26" y="7"/>
                      <a:pt x="138" y="60"/>
                      <a:pt x="113" y="196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30" name="Freeform 6"/>
              <p:cNvSpPr>
                <a:spLocks/>
              </p:cNvSpPr>
              <p:nvPr/>
            </p:nvSpPr>
            <p:spPr bwMode="auto">
              <a:xfrm>
                <a:off x="3986213" y="0"/>
                <a:ext cx="4219575" cy="4189413"/>
              </a:xfrm>
              <a:custGeom>
                <a:avLst/>
                <a:gdLst>
                  <a:gd name="T0" fmla="*/ 0 w 471"/>
                  <a:gd name="T1" fmla="*/ 0 h 468"/>
                  <a:gd name="T2" fmla="*/ 0 w 471"/>
                  <a:gd name="T3" fmla="*/ 468 h 468"/>
                  <a:gd name="T4" fmla="*/ 50 w 471"/>
                  <a:gd name="T5" fmla="*/ 468 h 468"/>
                  <a:gd name="T6" fmla="*/ 104 w 471"/>
                  <a:gd name="T7" fmla="*/ 466 h 468"/>
                  <a:gd name="T8" fmla="*/ 247 w 471"/>
                  <a:gd name="T9" fmla="*/ 346 h 468"/>
                  <a:gd name="T10" fmla="*/ 161 w 471"/>
                  <a:gd name="T11" fmla="*/ 219 h 468"/>
                  <a:gd name="T12" fmla="*/ 157 w 471"/>
                  <a:gd name="T13" fmla="*/ 218 h 468"/>
                  <a:gd name="T14" fmla="*/ 100 w 471"/>
                  <a:gd name="T15" fmla="*/ 212 h 468"/>
                  <a:gd name="T16" fmla="*/ 92 w 471"/>
                  <a:gd name="T17" fmla="*/ 243 h 468"/>
                  <a:gd name="T18" fmla="*/ 81 w 471"/>
                  <a:gd name="T19" fmla="*/ 165 h 468"/>
                  <a:gd name="T20" fmla="*/ 124 w 471"/>
                  <a:gd name="T21" fmla="*/ 123 h 468"/>
                  <a:gd name="T22" fmla="*/ 124 w 471"/>
                  <a:gd name="T23" fmla="*/ 122 h 468"/>
                  <a:gd name="T24" fmla="*/ 186 w 471"/>
                  <a:gd name="T25" fmla="*/ 78 h 468"/>
                  <a:gd name="T26" fmla="*/ 259 w 471"/>
                  <a:gd name="T27" fmla="*/ 58 h 468"/>
                  <a:gd name="T28" fmla="*/ 471 w 471"/>
                  <a:gd name="T29" fmla="*/ 151 h 468"/>
                  <a:gd name="T30" fmla="*/ 471 w 471"/>
                  <a:gd name="T31" fmla="*/ 0 h 468"/>
                  <a:gd name="T32" fmla="*/ 0 w 471"/>
                  <a:gd name="T33" fmla="*/ 0 h 4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71" h="468">
                    <a:moveTo>
                      <a:pt x="0" y="0"/>
                    </a:moveTo>
                    <a:cubicBezTo>
                      <a:pt x="0" y="468"/>
                      <a:pt x="0" y="468"/>
                      <a:pt x="0" y="468"/>
                    </a:cubicBezTo>
                    <a:cubicBezTo>
                      <a:pt x="50" y="468"/>
                      <a:pt x="50" y="468"/>
                      <a:pt x="50" y="468"/>
                    </a:cubicBezTo>
                    <a:cubicBezTo>
                      <a:pt x="80" y="468"/>
                      <a:pt x="87" y="468"/>
                      <a:pt x="104" y="466"/>
                    </a:cubicBezTo>
                    <a:cubicBezTo>
                      <a:pt x="175" y="455"/>
                      <a:pt x="240" y="397"/>
                      <a:pt x="247" y="346"/>
                    </a:cubicBezTo>
                    <a:cubicBezTo>
                      <a:pt x="258" y="285"/>
                      <a:pt x="225" y="232"/>
                      <a:pt x="161" y="219"/>
                    </a:cubicBezTo>
                    <a:cubicBezTo>
                      <a:pt x="160" y="219"/>
                      <a:pt x="159" y="218"/>
                      <a:pt x="157" y="218"/>
                    </a:cubicBezTo>
                    <a:cubicBezTo>
                      <a:pt x="155" y="218"/>
                      <a:pt x="124" y="218"/>
                      <a:pt x="100" y="212"/>
                    </a:cubicBezTo>
                    <a:cubicBezTo>
                      <a:pt x="100" y="212"/>
                      <a:pt x="87" y="223"/>
                      <a:pt x="92" y="243"/>
                    </a:cubicBezTo>
                    <a:cubicBezTo>
                      <a:pt x="92" y="243"/>
                      <a:pt x="61" y="210"/>
                      <a:pt x="81" y="165"/>
                    </a:cubicBezTo>
                    <a:cubicBezTo>
                      <a:pt x="81" y="165"/>
                      <a:pt x="90" y="144"/>
                      <a:pt x="124" y="123"/>
                    </a:cubicBezTo>
                    <a:cubicBezTo>
                      <a:pt x="124" y="123"/>
                      <a:pt x="124" y="122"/>
                      <a:pt x="124" y="122"/>
                    </a:cubicBezTo>
                    <a:cubicBezTo>
                      <a:pt x="133" y="111"/>
                      <a:pt x="155" y="93"/>
                      <a:pt x="186" y="78"/>
                    </a:cubicBezTo>
                    <a:cubicBezTo>
                      <a:pt x="201" y="71"/>
                      <a:pt x="228" y="61"/>
                      <a:pt x="259" y="58"/>
                    </a:cubicBezTo>
                    <a:cubicBezTo>
                      <a:pt x="397" y="45"/>
                      <a:pt x="471" y="151"/>
                      <a:pt x="471" y="151"/>
                    </a:cubicBezTo>
                    <a:cubicBezTo>
                      <a:pt x="471" y="0"/>
                      <a:pt x="471" y="0"/>
                      <a:pt x="47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31" name="Freeform 7"/>
              <p:cNvSpPr>
                <a:spLocks/>
              </p:cNvSpPr>
              <p:nvPr/>
            </p:nvSpPr>
            <p:spPr bwMode="auto">
              <a:xfrm>
                <a:off x="5545138" y="939800"/>
                <a:ext cx="2660650" cy="1011238"/>
              </a:xfrm>
              <a:custGeom>
                <a:avLst/>
                <a:gdLst>
                  <a:gd name="T0" fmla="*/ 167 w 297"/>
                  <a:gd name="T1" fmla="*/ 9 h 113"/>
                  <a:gd name="T2" fmla="*/ 0 w 297"/>
                  <a:gd name="T3" fmla="*/ 48 h 113"/>
                  <a:gd name="T4" fmla="*/ 33 w 297"/>
                  <a:gd name="T5" fmla="*/ 33 h 113"/>
                  <a:gd name="T6" fmla="*/ 61 w 297"/>
                  <a:gd name="T7" fmla="*/ 60 h 113"/>
                  <a:gd name="T8" fmla="*/ 103 w 297"/>
                  <a:gd name="T9" fmla="*/ 34 h 113"/>
                  <a:gd name="T10" fmla="*/ 103 w 297"/>
                  <a:gd name="T11" fmla="*/ 20 h 113"/>
                  <a:gd name="T12" fmla="*/ 297 w 297"/>
                  <a:gd name="T13" fmla="*/ 113 h 113"/>
                  <a:gd name="T14" fmla="*/ 297 w 297"/>
                  <a:gd name="T15" fmla="*/ 71 h 113"/>
                  <a:gd name="T16" fmla="*/ 167 w 297"/>
                  <a:gd name="T17" fmla="*/ 9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7" h="113">
                    <a:moveTo>
                      <a:pt x="167" y="9"/>
                    </a:moveTo>
                    <a:cubicBezTo>
                      <a:pt x="100" y="0"/>
                      <a:pt x="44" y="17"/>
                      <a:pt x="0" y="48"/>
                    </a:cubicBezTo>
                    <a:cubicBezTo>
                      <a:pt x="0" y="48"/>
                      <a:pt x="13" y="40"/>
                      <a:pt x="33" y="33"/>
                    </a:cubicBezTo>
                    <a:cubicBezTo>
                      <a:pt x="36" y="46"/>
                      <a:pt x="47" y="57"/>
                      <a:pt x="61" y="60"/>
                    </a:cubicBezTo>
                    <a:cubicBezTo>
                      <a:pt x="81" y="64"/>
                      <a:pt x="100" y="52"/>
                      <a:pt x="103" y="34"/>
                    </a:cubicBezTo>
                    <a:cubicBezTo>
                      <a:pt x="104" y="30"/>
                      <a:pt x="104" y="25"/>
                      <a:pt x="103" y="20"/>
                    </a:cubicBezTo>
                    <a:cubicBezTo>
                      <a:pt x="230" y="16"/>
                      <a:pt x="297" y="113"/>
                      <a:pt x="297" y="113"/>
                    </a:cubicBezTo>
                    <a:cubicBezTo>
                      <a:pt x="297" y="71"/>
                      <a:pt x="297" y="71"/>
                      <a:pt x="297" y="71"/>
                    </a:cubicBezTo>
                    <a:cubicBezTo>
                      <a:pt x="278" y="52"/>
                      <a:pt x="226" y="15"/>
                      <a:pt x="167" y="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32" name="Freeform 8"/>
              <p:cNvSpPr>
                <a:spLocks noEditPoints="1"/>
              </p:cNvSpPr>
              <p:nvPr/>
            </p:nvSpPr>
            <p:spPr bwMode="auto">
              <a:xfrm>
                <a:off x="3986213" y="6007100"/>
                <a:ext cx="796925" cy="833438"/>
              </a:xfrm>
              <a:custGeom>
                <a:avLst/>
                <a:gdLst>
                  <a:gd name="T0" fmla="*/ 310 w 502"/>
                  <a:gd name="T1" fmla="*/ 311 h 525"/>
                  <a:gd name="T2" fmla="*/ 248 w 502"/>
                  <a:gd name="T3" fmla="*/ 124 h 525"/>
                  <a:gd name="T4" fmla="*/ 186 w 502"/>
                  <a:gd name="T5" fmla="*/ 311 h 525"/>
                  <a:gd name="T6" fmla="*/ 310 w 502"/>
                  <a:gd name="T7" fmla="*/ 311 h 525"/>
                  <a:gd name="T8" fmla="*/ 198 w 502"/>
                  <a:gd name="T9" fmla="*/ 0 h 525"/>
                  <a:gd name="T10" fmla="*/ 305 w 502"/>
                  <a:gd name="T11" fmla="*/ 0 h 525"/>
                  <a:gd name="T12" fmla="*/ 502 w 502"/>
                  <a:gd name="T13" fmla="*/ 525 h 525"/>
                  <a:gd name="T14" fmla="*/ 384 w 502"/>
                  <a:gd name="T15" fmla="*/ 525 h 525"/>
                  <a:gd name="T16" fmla="*/ 339 w 502"/>
                  <a:gd name="T17" fmla="*/ 401 h 525"/>
                  <a:gd name="T18" fmla="*/ 158 w 502"/>
                  <a:gd name="T19" fmla="*/ 401 h 525"/>
                  <a:gd name="T20" fmla="*/ 113 w 502"/>
                  <a:gd name="T21" fmla="*/ 525 h 525"/>
                  <a:gd name="T22" fmla="*/ 0 w 502"/>
                  <a:gd name="T23" fmla="*/ 525 h 525"/>
                  <a:gd name="T24" fmla="*/ 198 w 502"/>
                  <a:gd name="T25" fmla="*/ 0 h 5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02" h="525">
                    <a:moveTo>
                      <a:pt x="310" y="311"/>
                    </a:moveTo>
                    <a:lnTo>
                      <a:pt x="248" y="124"/>
                    </a:lnTo>
                    <a:lnTo>
                      <a:pt x="186" y="311"/>
                    </a:lnTo>
                    <a:lnTo>
                      <a:pt x="310" y="311"/>
                    </a:lnTo>
                    <a:close/>
                    <a:moveTo>
                      <a:pt x="198" y="0"/>
                    </a:moveTo>
                    <a:lnTo>
                      <a:pt x="305" y="0"/>
                    </a:lnTo>
                    <a:lnTo>
                      <a:pt x="502" y="525"/>
                    </a:lnTo>
                    <a:lnTo>
                      <a:pt x="384" y="525"/>
                    </a:lnTo>
                    <a:lnTo>
                      <a:pt x="339" y="401"/>
                    </a:lnTo>
                    <a:lnTo>
                      <a:pt x="158" y="401"/>
                    </a:lnTo>
                    <a:lnTo>
                      <a:pt x="113" y="525"/>
                    </a:lnTo>
                    <a:lnTo>
                      <a:pt x="0" y="525"/>
                    </a:lnTo>
                    <a:lnTo>
                      <a:pt x="19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33" name="Freeform 9"/>
              <p:cNvSpPr>
                <a:spLocks noEditPoints="1"/>
              </p:cNvSpPr>
              <p:nvPr/>
            </p:nvSpPr>
            <p:spPr bwMode="auto">
              <a:xfrm>
                <a:off x="4881563" y="6007100"/>
                <a:ext cx="717550" cy="833438"/>
              </a:xfrm>
              <a:custGeom>
                <a:avLst/>
                <a:gdLst>
                  <a:gd name="T0" fmla="*/ 32 w 80"/>
                  <a:gd name="T1" fmla="*/ 76 h 93"/>
                  <a:gd name="T2" fmla="*/ 45 w 80"/>
                  <a:gd name="T3" fmla="*/ 74 h 93"/>
                  <a:gd name="T4" fmla="*/ 53 w 80"/>
                  <a:gd name="T5" fmla="*/ 68 h 93"/>
                  <a:gd name="T6" fmla="*/ 58 w 80"/>
                  <a:gd name="T7" fmla="*/ 58 h 93"/>
                  <a:gd name="T8" fmla="*/ 60 w 80"/>
                  <a:gd name="T9" fmla="*/ 46 h 93"/>
                  <a:gd name="T10" fmla="*/ 59 w 80"/>
                  <a:gd name="T11" fmla="*/ 34 h 93"/>
                  <a:gd name="T12" fmla="*/ 54 w 80"/>
                  <a:gd name="T13" fmla="*/ 24 h 93"/>
                  <a:gd name="T14" fmla="*/ 46 w 80"/>
                  <a:gd name="T15" fmla="*/ 18 h 93"/>
                  <a:gd name="T16" fmla="*/ 35 w 80"/>
                  <a:gd name="T17" fmla="*/ 16 h 93"/>
                  <a:gd name="T18" fmla="*/ 19 w 80"/>
                  <a:gd name="T19" fmla="*/ 16 h 93"/>
                  <a:gd name="T20" fmla="*/ 19 w 80"/>
                  <a:gd name="T21" fmla="*/ 76 h 93"/>
                  <a:gd name="T22" fmla="*/ 32 w 80"/>
                  <a:gd name="T23" fmla="*/ 76 h 93"/>
                  <a:gd name="T24" fmla="*/ 0 w 80"/>
                  <a:gd name="T25" fmla="*/ 0 h 93"/>
                  <a:gd name="T26" fmla="*/ 35 w 80"/>
                  <a:gd name="T27" fmla="*/ 0 h 93"/>
                  <a:gd name="T28" fmla="*/ 68 w 80"/>
                  <a:gd name="T29" fmla="*/ 11 h 93"/>
                  <a:gd name="T30" fmla="*/ 80 w 80"/>
                  <a:gd name="T31" fmla="*/ 46 h 93"/>
                  <a:gd name="T32" fmla="*/ 77 w 80"/>
                  <a:gd name="T33" fmla="*/ 66 h 93"/>
                  <a:gd name="T34" fmla="*/ 67 w 80"/>
                  <a:gd name="T35" fmla="*/ 81 h 93"/>
                  <a:gd name="T36" fmla="*/ 52 w 80"/>
                  <a:gd name="T37" fmla="*/ 90 h 93"/>
                  <a:gd name="T38" fmla="*/ 31 w 80"/>
                  <a:gd name="T39" fmla="*/ 93 h 93"/>
                  <a:gd name="T40" fmla="*/ 0 w 80"/>
                  <a:gd name="T41" fmla="*/ 93 h 93"/>
                  <a:gd name="T42" fmla="*/ 0 w 80"/>
                  <a:gd name="T43" fmla="*/ 0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0" h="93">
                    <a:moveTo>
                      <a:pt x="32" y="76"/>
                    </a:moveTo>
                    <a:cubicBezTo>
                      <a:pt x="37" y="76"/>
                      <a:pt x="41" y="76"/>
                      <a:pt x="45" y="74"/>
                    </a:cubicBezTo>
                    <a:cubicBezTo>
                      <a:pt x="48" y="73"/>
                      <a:pt x="51" y="71"/>
                      <a:pt x="53" y="68"/>
                    </a:cubicBezTo>
                    <a:cubicBezTo>
                      <a:pt x="56" y="65"/>
                      <a:pt x="57" y="62"/>
                      <a:pt x="58" y="58"/>
                    </a:cubicBezTo>
                    <a:cubicBezTo>
                      <a:pt x="59" y="55"/>
                      <a:pt x="60" y="51"/>
                      <a:pt x="60" y="46"/>
                    </a:cubicBezTo>
                    <a:cubicBezTo>
                      <a:pt x="60" y="41"/>
                      <a:pt x="59" y="37"/>
                      <a:pt x="59" y="34"/>
                    </a:cubicBezTo>
                    <a:cubicBezTo>
                      <a:pt x="58" y="30"/>
                      <a:pt x="56" y="27"/>
                      <a:pt x="54" y="24"/>
                    </a:cubicBezTo>
                    <a:cubicBezTo>
                      <a:pt x="52" y="22"/>
                      <a:pt x="50" y="20"/>
                      <a:pt x="46" y="18"/>
                    </a:cubicBezTo>
                    <a:cubicBezTo>
                      <a:pt x="43" y="17"/>
                      <a:pt x="39" y="16"/>
                      <a:pt x="35" y="16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19" y="76"/>
                      <a:pt x="19" y="76"/>
                      <a:pt x="19" y="76"/>
                    </a:cubicBezTo>
                    <a:lnTo>
                      <a:pt x="32" y="76"/>
                    </a:lnTo>
                    <a:close/>
                    <a:moveTo>
                      <a:pt x="0" y="0"/>
                    </a:moveTo>
                    <a:cubicBezTo>
                      <a:pt x="35" y="0"/>
                      <a:pt x="35" y="0"/>
                      <a:pt x="35" y="0"/>
                    </a:cubicBezTo>
                    <a:cubicBezTo>
                      <a:pt x="49" y="0"/>
                      <a:pt x="60" y="4"/>
                      <a:pt x="68" y="11"/>
                    </a:cubicBezTo>
                    <a:cubicBezTo>
                      <a:pt x="76" y="19"/>
                      <a:pt x="80" y="31"/>
                      <a:pt x="80" y="46"/>
                    </a:cubicBezTo>
                    <a:cubicBezTo>
                      <a:pt x="80" y="54"/>
                      <a:pt x="79" y="60"/>
                      <a:pt x="77" y="66"/>
                    </a:cubicBezTo>
                    <a:cubicBezTo>
                      <a:pt x="74" y="72"/>
                      <a:pt x="71" y="77"/>
                      <a:pt x="67" y="81"/>
                    </a:cubicBezTo>
                    <a:cubicBezTo>
                      <a:pt x="63" y="85"/>
                      <a:pt x="58" y="88"/>
                      <a:pt x="52" y="90"/>
                    </a:cubicBezTo>
                    <a:cubicBezTo>
                      <a:pt x="46" y="92"/>
                      <a:pt x="39" y="93"/>
                      <a:pt x="31" y="93"/>
                    </a:cubicBezTo>
                    <a:cubicBezTo>
                      <a:pt x="0" y="93"/>
                      <a:pt x="0" y="93"/>
                      <a:pt x="0" y="93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34" name="Freeform 10"/>
              <p:cNvSpPr>
                <a:spLocks/>
              </p:cNvSpPr>
              <p:nvPr/>
            </p:nvSpPr>
            <p:spPr bwMode="auto">
              <a:xfrm>
                <a:off x="5734051" y="6007100"/>
                <a:ext cx="671513" cy="833438"/>
              </a:xfrm>
              <a:custGeom>
                <a:avLst/>
                <a:gdLst>
                  <a:gd name="T0" fmla="*/ 0 w 423"/>
                  <a:gd name="T1" fmla="*/ 0 h 525"/>
                  <a:gd name="T2" fmla="*/ 101 w 423"/>
                  <a:gd name="T3" fmla="*/ 0 h 525"/>
                  <a:gd name="T4" fmla="*/ 316 w 423"/>
                  <a:gd name="T5" fmla="*/ 344 h 525"/>
                  <a:gd name="T6" fmla="*/ 316 w 423"/>
                  <a:gd name="T7" fmla="*/ 0 h 525"/>
                  <a:gd name="T8" fmla="*/ 423 w 423"/>
                  <a:gd name="T9" fmla="*/ 0 h 525"/>
                  <a:gd name="T10" fmla="*/ 423 w 423"/>
                  <a:gd name="T11" fmla="*/ 525 h 525"/>
                  <a:gd name="T12" fmla="*/ 327 w 423"/>
                  <a:gd name="T13" fmla="*/ 525 h 525"/>
                  <a:gd name="T14" fmla="*/ 107 w 423"/>
                  <a:gd name="T15" fmla="*/ 181 h 525"/>
                  <a:gd name="T16" fmla="*/ 107 w 423"/>
                  <a:gd name="T17" fmla="*/ 525 h 525"/>
                  <a:gd name="T18" fmla="*/ 0 w 423"/>
                  <a:gd name="T19" fmla="*/ 525 h 525"/>
                  <a:gd name="T20" fmla="*/ 0 w 423"/>
                  <a:gd name="T21" fmla="*/ 0 h 5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23" h="525">
                    <a:moveTo>
                      <a:pt x="0" y="0"/>
                    </a:moveTo>
                    <a:lnTo>
                      <a:pt x="101" y="0"/>
                    </a:lnTo>
                    <a:lnTo>
                      <a:pt x="316" y="344"/>
                    </a:lnTo>
                    <a:lnTo>
                      <a:pt x="316" y="0"/>
                    </a:lnTo>
                    <a:lnTo>
                      <a:pt x="423" y="0"/>
                    </a:lnTo>
                    <a:lnTo>
                      <a:pt x="423" y="525"/>
                    </a:lnTo>
                    <a:lnTo>
                      <a:pt x="327" y="525"/>
                    </a:lnTo>
                    <a:lnTo>
                      <a:pt x="107" y="181"/>
                    </a:lnTo>
                    <a:lnTo>
                      <a:pt x="107" y="525"/>
                    </a:lnTo>
                    <a:lnTo>
                      <a:pt x="0" y="52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35" name="Freeform 11"/>
              <p:cNvSpPr>
                <a:spLocks noEditPoints="1"/>
              </p:cNvSpPr>
              <p:nvPr/>
            </p:nvSpPr>
            <p:spPr bwMode="auto">
              <a:xfrm>
                <a:off x="6548438" y="5980113"/>
                <a:ext cx="796925" cy="877888"/>
              </a:xfrm>
              <a:custGeom>
                <a:avLst/>
                <a:gdLst>
                  <a:gd name="T0" fmla="*/ 45 w 89"/>
                  <a:gd name="T1" fmla="*/ 82 h 98"/>
                  <a:gd name="T2" fmla="*/ 63 w 89"/>
                  <a:gd name="T3" fmla="*/ 73 h 98"/>
                  <a:gd name="T4" fmla="*/ 69 w 89"/>
                  <a:gd name="T5" fmla="*/ 49 h 98"/>
                  <a:gd name="T6" fmla="*/ 63 w 89"/>
                  <a:gd name="T7" fmla="*/ 26 h 98"/>
                  <a:gd name="T8" fmla="*/ 45 w 89"/>
                  <a:gd name="T9" fmla="*/ 17 h 98"/>
                  <a:gd name="T10" fmla="*/ 26 w 89"/>
                  <a:gd name="T11" fmla="*/ 26 h 98"/>
                  <a:gd name="T12" fmla="*/ 20 w 89"/>
                  <a:gd name="T13" fmla="*/ 49 h 98"/>
                  <a:gd name="T14" fmla="*/ 26 w 89"/>
                  <a:gd name="T15" fmla="*/ 73 h 98"/>
                  <a:gd name="T16" fmla="*/ 45 w 89"/>
                  <a:gd name="T17" fmla="*/ 82 h 98"/>
                  <a:gd name="T18" fmla="*/ 45 w 89"/>
                  <a:gd name="T19" fmla="*/ 98 h 98"/>
                  <a:gd name="T20" fmla="*/ 26 w 89"/>
                  <a:gd name="T21" fmla="*/ 95 h 98"/>
                  <a:gd name="T22" fmla="*/ 12 w 89"/>
                  <a:gd name="T23" fmla="*/ 85 h 98"/>
                  <a:gd name="T24" fmla="*/ 3 w 89"/>
                  <a:gd name="T25" fmla="*/ 70 h 98"/>
                  <a:gd name="T26" fmla="*/ 0 w 89"/>
                  <a:gd name="T27" fmla="*/ 49 h 98"/>
                  <a:gd name="T28" fmla="*/ 3 w 89"/>
                  <a:gd name="T29" fmla="*/ 29 h 98"/>
                  <a:gd name="T30" fmla="*/ 12 w 89"/>
                  <a:gd name="T31" fmla="*/ 14 h 98"/>
                  <a:gd name="T32" fmla="*/ 26 w 89"/>
                  <a:gd name="T33" fmla="*/ 4 h 98"/>
                  <a:gd name="T34" fmla="*/ 45 w 89"/>
                  <a:gd name="T35" fmla="*/ 0 h 98"/>
                  <a:gd name="T36" fmla="*/ 63 w 89"/>
                  <a:gd name="T37" fmla="*/ 4 h 98"/>
                  <a:gd name="T38" fmla="*/ 77 w 89"/>
                  <a:gd name="T39" fmla="*/ 14 h 98"/>
                  <a:gd name="T40" fmla="*/ 86 w 89"/>
                  <a:gd name="T41" fmla="*/ 29 h 98"/>
                  <a:gd name="T42" fmla="*/ 89 w 89"/>
                  <a:gd name="T43" fmla="*/ 49 h 98"/>
                  <a:gd name="T44" fmla="*/ 86 w 89"/>
                  <a:gd name="T45" fmla="*/ 70 h 98"/>
                  <a:gd name="T46" fmla="*/ 77 w 89"/>
                  <a:gd name="T47" fmla="*/ 85 h 98"/>
                  <a:gd name="T48" fmla="*/ 63 w 89"/>
                  <a:gd name="T49" fmla="*/ 95 h 98"/>
                  <a:gd name="T50" fmla="*/ 45 w 89"/>
                  <a:gd name="T51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89" h="98">
                    <a:moveTo>
                      <a:pt x="45" y="82"/>
                    </a:moveTo>
                    <a:cubicBezTo>
                      <a:pt x="53" y="82"/>
                      <a:pt x="59" y="79"/>
                      <a:pt x="63" y="73"/>
                    </a:cubicBezTo>
                    <a:cubicBezTo>
                      <a:pt x="67" y="68"/>
                      <a:pt x="69" y="60"/>
                      <a:pt x="69" y="49"/>
                    </a:cubicBezTo>
                    <a:cubicBezTo>
                      <a:pt x="69" y="39"/>
                      <a:pt x="67" y="31"/>
                      <a:pt x="63" y="26"/>
                    </a:cubicBezTo>
                    <a:cubicBezTo>
                      <a:pt x="59" y="20"/>
                      <a:pt x="53" y="17"/>
                      <a:pt x="45" y="17"/>
                    </a:cubicBezTo>
                    <a:cubicBezTo>
                      <a:pt x="36" y="17"/>
                      <a:pt x="30" y="20"/>
                      <a:pt x="26" y="26"/>
                    </a:cubicBezTo>
                    <a:cubicBezTo>
                      <a:pt x="22" y="31"/>
                      <a:pt x="20" y="39"/>
                      <a:pt x="20" y="49"/>
                    </a:cubicBezTo>
                    <a:cubicBezTo>
                      <a:pt x="20" y="60"/>
                      <a:pt x="22" y="68"/>
                      <a:pt x="26" y="73"/>
                    </a:cubicBezTo>
                    <a:cubicBezTo>
                      <a:pt x="30" y="79"/>
                      <a:pt x="36" y="82"/>
                      <a:pt x="45" y="82"/>
                    </a:cubicBezTo>
                    <a:moveTo>
                      <a:pt x="45" y="98"/>
                    </a:moveTo>
                    <a:cubicBezTo>
                      <a:pt x="38" y="98"/>
                      <a:pt x="31" y="97"/>
                      <a:pt x="26" y="95"/>
                    </a:cubicBezTo>
                    <a:cubicBezTo>
                      <a:pt x="21" y="93"/>
                      <a:pt x="16" y="89"/>
                      <a:pt x="12" y="85"/>
                    </a:cubicBezTo>
                    <a:cubicBezTo>
                      <a:pt x="8" y="81"/>
                      <a:pt x="5" y="76"/>
                      <a:pt x="3" y="70"/>
                    </a:cubicBezTo>
                    <a:cubicBezTo>
                      <a:pt x="1" y="64"/>
                      <a:pt x="0" y="57"/>
                      <a:pt x="0" y="49"/>
                    </a:cubicBezTo>
                    <a:cubicBezTo>
                      <a:pt x="0" y="42"/>
                      <a:pt x="1" y="35"/>
                      <a:pt x="3" y="29"/>
                    </a:cubicBezTo>
                    <a:cubicBezTo>
                      <a:pt x="5" y="23"/>
                      <a:pt x="8" y="18"/>
                      <a:pt x="12" y="14"/>
                    </a:cubicBezTo>
                    <a:cubicBezTo>
                      <a:pt x="16" y="9"/>
                      <a:pt x="21" y="6"/>
                      <a:pt x="26" y="4"/>
                    </a:cubicBezTo>
                    <a:cubicBezTo>
                      <a:pt x="32" y="2"/>
                      <a:pt x="38" y="0"/>
                      <a:pt x="45" y="0"/>
                    </a:cubicBezTo>
                    <a:cubicBezTo>
                      <a:pt x="52" y="0"/>
                      <a:pt x="58" y="2"/>
                      <a:pt x="63" y="4"/>
                    </a:cubicBezTo>
                    <a:cubicBezTo>
                      <a:pt x="69" y="6"/>
                      <a:pt x="73" y="9"/>
                      <a:pt x="77" y="14"/>
                    </a:cubicBezTo>
                    <a:cubicBezTo>
                      <a:pt x="81" y="18"/>
                      <a:pt x="84" y="23"/>
                      <a:pt x="86" y="29"/>
                    </a:cubicBezTo>
                    <a:cubicBezTo>
                      <a:pt x="88" y="35"/>
                      <a:pt x="89" y="42"/>
                      <a:pt x="89" y="49"/>
                    </a:cubicBezTo>
                    <a:cubicBezTo>
                      <a:pt x="89" y="57"/>
                      <a:pt x="88" y="64"/>
                      <a:pt x="86" y="70"/>
                    </a:cubicBezTo>
                    <a:cubicBezTo>
                      <a:pt x="84" y="76"/>
                      <a:pt x="81" y="81"/>
                      <a:pt x="77" y="85"/>
                    </a:cubicBezTo>
                    <a:cubicBezTo>
                      <a:pt x="74" y="89"/>
                      <a:pt x="69" y="93"/>
                      <a:pt x="63" y="95"/>
                    </a:cubicBezTo>
                    <a:cubicBezTo>
                      <a:pt x="58" y="97"/>
                      <a:pt x="52" y="98"/>
                      <a:pt x="45" y="9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36" name="Freeform 12"/>
              <p:cNvSpPr>
                <a:spLocks/>
              </p:cNvSpPr>
              <p:nvPr/>
            </p:nvSpPr>
            <p:spPr bwMode="auto">
              <a:xfrm>
                <a:off x="7453313" y="5980113"/>
                <a:ext cx="742950" cy="877888"/>
              </a:xfrm>
              <a:custGeom>
                <a:avLst/>
                <a:gdLst>
                  <a:gd name="T0" fmla="*/ 83 w 83"/>
                  <a:gd name="T1" fmla="*/ 64 h 98"/>
                  <a:gd name="T2" fmla="*/ 79 w 83"/>
                  <a:gd name="T3" fmla="*/ 77 h 98"/>
                  <a:gd name="T4" fmla="*/ 71 w 83"/>
                  <a:gd name="T5" fmla="*/ 88 h 98"/>
                  <a:gd name="T6" fmla="*/ 59 w 83"/>
                  <a:gd name="T7" fmla="*/ 96 h 98"/>
                  <a:gd name="T8" fmla="*/ 43 w 83"/>
                  <a:gd name="T9" fmla="*/ 98 h 98"/>
                  <a:gd name="T10" fmla="*/ 24 w 83"/>
                  <a:gd name="T11" fmla="*/ 95 h 98"/>
                  <a:gd name="T12" fmla="*/ 11 w 83"/>
                  <a:gd name="T13" fmla="*/ 85 h 98"/>
                  <a:gd name="T14" fmla="*/ 3 w 83"/>
                  <a:gd name="T15" fmla="*/ 69 h 98"/>
                  <a:gd name="T16" fmla="*/ 0 w 83"/>
                  <a:gd name="T17" fmla="*/ 49 h 98"/>
                  <a:gd name="T18" fmla="*/ 3 w 83"/>
                  <a:gd name="T19" fmla="*/ 29 h 98"/>
                  <a:gd name="T20" fmla="*/ 12 w 83"/>
                  <a:gd name="T21" fmla="*/ 14 h 98"/>
                  <a:gd name="T22" fmla="*/ 25 w 83"/>
                  <a:gd name="T23" fmla="*/ 4 h 98"/>
                  <a:gd name="T24" fmla="*/ 43 w 83"/>
                  <a:gd name="T25" fmla="*/ 0 h 98"/>
                  <a:gd name="T26" fmla="*/ 59 w 83"/>
                  <a:gd name="T27" fmla="*/ 3 h 98"/>
                  <a:gd name="T28" fmla="*/ 70 w 83"/>
                  <a:gd name="T29" fmla="*/ 9 h 98"/>
                  <a:gd name="T30" fmla="*/ 77 w 83"/>
                  <a:gd name="T31" fmla="*/ 19 h 98"/>
                  <a:gd name="T32" fmla="*/ 81 w 83"/>
                  <a:gd name="T33" fmla="*/ 32 h 98"/>
                  <a:gd name="T34" fmla="*/ 62 w 83"/>
                  <a:gd name="T35" fmla="*/ 35 h 98"/>
                  <a:gd name="T36" fmla="*/ 56 w 83"/>
                  <a:gd name="T37" fmla="*/ 22 h 98"/>
                  <a:gd name="T38" fmla="*/ 43 w 83"/>
                  <a:gd name="T39" fmla="*/ 17 h 98"/>
                  <a:gd name="T40" fmla="*/ 26 w 83"/>
                  <a:gd name="T41" fmla="*/ 26 h 98"/>
                  <a:gd name="T42" fmla="*/ 20 w 83"/>
                  <a:gd name="T43" fmla="*/ 49 h 98"/>
                  <a:gd name="T44" fmla="*/ 27 w 83"/>
                  <a:gd name="T45" fmla="*/ 73 h 98"/>
                  <a:gd name="T46" fmla="*/ 43 w 83"/>
                  <a:gd name="T47" fmla="*/ 82 h 98"/>
                  <a:gd name="T48" fmla="*/ 56 w 83"/>
                  <a:gd name="T49" fmla="*/ 77 h 98"/>
                  <a:gd name="T50" fmla="*/ 62 w 83"/>
                  <a:gd name="T51" fmla="*/ 64 h 98"/>
                  <a:gd name="T52" fmla="*/ 83 w 83"/>
                  <a:gd name="T53" fmla="*/ 6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3" h="98">
                    <a:moveTo>
                      <a:pt x="83" y="64"/>
                    </a:moveTo>
                    <a:cubicBezTo>
                      <a:pt x="82" y="69"/>
                      <a:pt x="81" y="73"/>
                      <a:pt x="79" y="77"/>
                    </a:cubicBezTo>
                    <a:cubicBezTo>
                      <a:pt x="77" y="82"/>
                      <a:pt x="75" y="85"/>
                      <a:pt x="71" y="88"/>
                    </a:cubicBezTo>
                    <a:cubicBezTo>
                      <a:pt x="68" y="91"/>
                      <a:pt x="64" y="94"/>
                      <a:pt x="59" y="96"/>
                    </a:cubicBezTo>
                    <a:cubicBezTo>
                      <a:pt x="55" y="97"/>
                      <a:pt x="49" y="98"/>
                      <a:pt x="43" y="98"/>
                    </a:cubicBezTo>
                    <a:cubicBezTo>
                      <a:pt x="36" y="98"/>
                      <a:pt x="30" y="97"/>
                      <a:pt x="24" y="95"/>
                    </a:cubicBezTo>
                    <a:cubicBezTo>
                      <a:pt x="19" y="92"/>
                      <a:pt x="15" y="89"/>
                      <a:pt x="11" y="85"/>
                    </a:cubicBezTo>
                    <a:cubicBezTo>
                      <a:pt x="7" y="81"/>
                      <a:pt x="5" y="75"/>
                      <a:pt x="3" y="69"/>
                    </a:cubicBezTo>
                    <a:cubicBezTo>
                      <a:pt x="1" y="63"/>
                      <a:pt x="0" y="57"/>
                      <a:pt x="0" y="49"/>
                    </a:cubicBezTo>
                    <a:cubicBezTo>
                      <a:pt x="0" y="42"/>
                      <a:pt x="1" y="35"/>
                      <a:pt x="3" y="29"/>
                    </a:cubicBezTo>
                    <a:cubicBezTo>
                      <a:pt x="5" y="23"/>
                      <a:pt x="8" y="18"/>
                      <a:pt x="12" y="14"/>
                    </a:cubicBezTo>
                    <a:cubicBezTo>
                      <a:pt x="15" y="9"/>
                      <a:pt x="20" y="6"/>
                      <a:pt x="25" y="4"/>
                    </a:cubicBezTo>
                    <a:cubicBezTo>
                      <a:pt x="31" y="2"/>
                      <a:pt x="37" y="0"/>
                      <a:pt x="43" y="0"/>
                    </a:cubicBezTo>
                    <a:cubicBezTo>
                      <a:pt x="49" y="0"/>
                      <a:pt x="54" y="1"/>
                      <a:pt x="59" y="3"/>
                    </a:cubicBezTo>
                    <a:cubicBezTo>
                      <a:pt x="63" y="4"/>
                      <a:pt x="67" y="6"/>
                      <a:pt x="70" y="9"/>
                    </a:cubicBezTo>
                    <a:cubicBezTo>
                      <a:pt x="73" y="12"/>
                      <a:pt x="75" y="15"/>
                      <a:pt x="77" y="19"/>
                    </a:cubicBezTo>
                    <a:cubicBezTo>
                      <a:pt x="79" y="23"/>
                      <a:pt x="80" y="27"/>
                      <a:pt x="81" y="32"/>
                    </a:cubicBezTo>
                    <a:cubicBezTo>
                      <a:pt x="62" y="35"/>
                      <a:pt x="62" y="35"/>
                      <a:pt x="62" y="35"/>
                    </a:cubicBezTo>
                    <a:cubicBezTo>
                      <a:pt x="61" y="29"/>
                      <a:pt x="59" y="25"/>
                      <a:pt x="56" y="22"/>
                    </a:cubicBezTo>
                    <a:cubicBezTo>
                      <a:pt x="53" y="19"/>
                      <a:pt x="49" y="17"/>
                      <a:pt x="43" y="17"/>
                    </a:cubicBezTo>
                    <a:cubicBezTo>
                      <a:pt x="36" y="17"/>
                      <a:pt x="30" y="20"/>
                      <a:pt x="26" y="26"/>
                    </a:cubicBezTo>
                    <a:cubicBezTo>
                      <a:pt x="22" y="31"/>
                      <a:pt x="20" y="39"/>
                      <a:pt x="20" y="49"/>
                    </a:cubicBezTo>
                    <a:cubicBezTo>
                      <a:pt x="20" y="60"/>
                      <a:pt x="23" y="68"/>
                      <a:pt x="27" y="73"/>
                    </a:cubicBezTo>
                    <a:cubicBezTo>
                      <a:pt x="31" y="79"/>
                      <a:pt x="36" y="82"/>
                      <a:pt x="43" y="82"/>
                    </a:cubicBezTo>
                    <a:cubicBezTo>
                      <a:pt x="49" y="82"/>
                      <a:pt x="54" y="80"/>
                      <a:pt x="56" y="77"/>
                    </a:cubicBezTo>
                    <a:cubicBezTo>
                      <a:pt x="59" y="74"/>
                      <a:pt x="61" y="69"/>
                      <a:pt x="62" y="64"/>
                    </a:cubicBezTo>
                    <a:lnTo>
                      <a:pt x="83" y="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37" name="Freeform 13"/>
              <p:cNvSpPr>
                <a:spLocks noEditPoints="1"/>
              </p:cNvSpPr>
              <p:nvPr/>
            </p:nvSpPr>
            <p:spPr bwMode="auto">
              <a:xfrm>
                <a:off x="3986213" y="4735513"/>
                <a:ext cx="1066800" cy="887413"/>
              </a:xfrm>
              <a:custGeom>
                <a:avLst/>
                <a:gdLst>
                  <a:gd name="T0" fmla="*/ 82 w 119"/>
                  <a:gd name="T1" fmla="*/ 40 h 99"/>
                  <a:gd name="T2" fmla="*/ 82 w 119"/>
                  <a:gd name="T3" fmla="*/ 47 h 99"/>
                  <a:gd name="T4" fmla="*/ 57 w 119"/>
                  <a:gd name="T5" fmla="*/ 47 h 99"/>
                  <a:gd name="T6" fmla="*/ 57 w 119"/>
                  <a:gd name="T7" fmla="*/ 40 h 99"/>
                  <a:gd name="T8" fmla="*/ 60 w 119"/>
                  <a:gd name="T9" fmla="*/ 40 h 99"/>
                  <a:gd name="T10" fmla="*/ 60 w 119"/>
                  <a:gd name="T11" fmla="*/ 36 h 99"/>
                  <a:gd name="T12" fmla="*/ 63 w 119"/>
                  <a:gd name="T13" fmla="*/ 28 h 99"/>
                  <a:gd name="T14" fmla="*/ 71 w 119"/>
                  <a:gd name="T15" fmla="*/ 25 h 99"/>
                  <a:gd name="T16" fmla="*/ 78 w 119"/>
                  <a:gd name="T17" fmla="*/ 28 h 99"/>
                  <a:gd name="T18" fmla="*/ 81 w 119"/>
                  <a:gd name="T19" fmla="*/ 35 h 99"/>
                  <a:gd name="T20" fmla="*/ 75 w 119"/>
                  <a:gd name="T21" fmla="*/ 36 h 99"/>
                  <a:gd name="T22" fmla="*/ 74 w 119"/>
                  <a:gd name="T23" fmla="*/ 32 h 99"/>
                  <a:gd name="T24" fmla="*/ 71 w 119"/>
                  <a:gd name="T25" fmla="*/ 32 h 99"/>
                  <a:gd name="T26" fmla="*/ 67 w 119"/>
                  <a:gd name="T27" fmla="*/ 36 h 99"/>
                  <a:gd name="T28" fmla="*/ 67 w 119"/>
                  <a:gd name="T29" fmla="*/ 40 h 99"/>
                  <a:gd name="T30" fmla="*/ 82 w 119"/>
                  <a:gd name="T31" fmla="*/ 40 h 99"/>
                  <a:gd name="T32" fmla="*/ 100 w 119"/>
                  <a:gd name="T33" fmla="*/ 82 h 99"/>
                  <a:gd name="T34" fmla="*/ 100 w 119"/>
                  <a:gd name="T35" fmla="*/ 0 h 99"/>
                  <a:gd name="T36" fmla="*/ 119 w 119"/>
                  <a:gd name="T37" fmla="*/ 0 h 99"/>
                  <a:gd name="T38" fmla="*/ 119 w 119"/>
                  <a:gd name="T39" fmla="*/ 99 h 99"/>
                  <a:gd name="T40" fmla="*/ 38 w 119"/>
                  <a:gd name="T41" fmla="*/ 99 h 99"/>
                  <a:gd name="T42" fmla="*/ 10 w 119"/>
                  <a:gd name="T43" fmla="*/ 91 h 99"/>
                  <a:gd name="T44" fmla="*/ 0 w 119"/>
                  <a:gd name="T45" fmla="*/ 65 h 99"/>
                  <a:gd name="T46" fmla="*/ 4 w 119"/>
                  <a:gd name="T47" fmla="*/ 49 h 99"/>
                  <a:gd name="T48" fmla="*/ 16 w 119"/>
                  <a:gd name="T49" fmla="*/ 37 h 99"/>
                  <a:gd name="T50" fmla="*/ 34 w 119"/>
                  <a:gd name="T51" fmla="*/ 33 h 99"/>
                  <a:gd name="T52" fmla="*/ 36 w 119"/>
                  <a:gd name="T53" fmla="*/ 49 h 99"/>
                  <a:gd name="T54" fmla="*/ 23 w 119"/>
                  <a:gd name="T55" fmla="*/ 54 h 99"/>
                  <a:gd name="T56" fmla="*/ 19 w 119"/>
                  <a:gd name="T57" fmla="*/ 65 h 99"/>
                  <a:gd name="T58" fmla="*/ 23 w 119"/>
                  <a:gd name="T59" fmla="*/ 78 h 99"/>
                  <a:gd name="T60" fmla="*/ 38 w 119"/>
                  <a:gd name="T61" fmla="*/ 82 h 99"/>
                  <a:gd name="T62" fmla="*/ 100 w 119"/>
                  <a:gd name="T63" fmla="*/ 82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19" h="99">
                    <a:moveTo>
                      <a:pt x="82" y="40"/>
                    </a:moveTo>
                    <a:cubicBezTo>
                      <a:pt x="82" y="47"/>
                      <a:pt x="82" y="47"/>
                      <a:pt x="82" y="47"/>
                    </a:cubicBezTo>
                    <a:cubicBezTo>
                      <a:pt x="57" y="47"/>
                      <a:pt x="57" y="47"/>
                      <a:pt x="57" y="47"/>
                    </a:cubicBezTo>
                    <a:cubicBezTo>
                      <a:pt x="57" y="40"/>
                      <a:pt x="57" y="40"/>
                      <a:pt x="57" y="40"/>
                    </a:cubicBezTo>
                    <a:cubicBezTo>
                      <a:pt x="60" y="40"/>
                      <a:pt x="60" y="40"/>
                      <a:pt x="60" y="40"/>
                    </a:cubicBezTo>
                    <a:cubicBezTo>
                      <a:pt x="60" y="36"/>
                      <a:pt x="60" y="36"/>
                      <a:pt x="60" y="36"/>
                    </a:cubicBezTo>
                    <a:cubicBezTo>
                      <a:pt x="60" y="33"/>
                      <a:pt x="61" y="30"/>
                      <a:pt x="63" y="28"/>
                    </a:cubicBezTo>
                    <a:cubicBezTo>
                      <a:pt x="65" y="26"/>
                      <a:pt x="67" y="25"/>
                      <a:pt x="71" y="25"/>
                    </a:cubicBezTo>
                    <a:cubicBezTo>
                      <a:pt x="74" y="25"/>
                      <a:pt x="77" y="26"/>
                      <a:pt x="78" y="28"/>
                    </a:cubicBezTo>
                    <a:cubicBezTo>
                      <a:pt x="80" y="29"/>
                      <a:pt x="81" y="31"/>
                      <a:pt x="81" y="35"/>
                    </a:cubicBezTo>
                    <a:cubicBezTo>
                      <a:pt x="75" y="36"/>
                      <a:pt x="75" y="36"/>
                      <a:pt x="75" y="36"/>
                    </a:cubicBezTo>
                    <a:cubicBezTo>
                      <a:pt x="75" y="34"/>
                      <a:pt x="75" y="33"/>
                      <a:pt x="74" y="32"/>
                    </a:cubicBezTo>
                    <a:cubicBezTo>
                      <a:pt x="74" y="32"/>
                      <a:pt x="73" y="32"/>
                      <a:pt x="71" y="32"/>
                    </a:cubicBezTo>
                    <a:cubicBezTo>
                      <a:pt x="68" y="32"/>
                      <a:pt x="67" y="33"/>
                      <a:pt x="67" y="36"/>
                    </a:cubicBezTo>
                    <a:cubicBezTo>
                      <a:pt x="67" y="40"/>
                      <a:pt x="67" y="40"/>
                      <a:pt x="67" y="40"/>
                    </a:cubicBezTo>
                    <a:lnTo>
                      <a:pt x="82" y="40"/>
                    </a:lnTo>
                    <a:close/>
                    <a:moveTo>
                      <a:pt x="100" y="82"/>
                    </a:moveTo>
                    <a:cubicBezTo>
                      <a:pt x="100" y="0"/>
                      <a:pt x="100" y="0"/>
                      <a:pt x="100" y="0"/>
                    </a:cubicBezTo>
                    <a:cubicBezTo>
                      <a:pt x="119" y="0"/>
                      <a:pt x="119" y="0"/>
                      <a:pt x="119" y="0"/>
                    </a:cubicBezTo>
                    <a:cubicBezTo>
                      <a:pt x="119" y="99"/>
                      <a:pt x="119" y="99"/>
                      <a:pt x="119" y="99"/>
                    </a:cubicBezTo>
                    <a:cubicBezTo>
                      <a:pt x="38" y="99"/>
                      <a:pt x="38" y="99"/>
                      <a:pt x="38" y="99"/>
                    </a:cubicBezTo>
                    <a:cubicBezTo>
                      <a:pt x="25" y="99"/>
                      <a:pt x="16" y="96"/>
                      <a:pt x="10" y="91"/>
                    </a:cubicBezTo>
                    <a:cubicBezTo>
                      <a:pt x="3" y="85"/>
                      <a:pt x="0" y="77"/>
                      <a:pt x="0" y="65"/>
                    </a:cubicBezTo>
                    <a:cubicBezTo>
                      <a:pt x="0" y="59"/>
                      <a:pt x="2" y="54"/>
                      <a:pt x="4" y="49"/>
                    </a:cubicBezTo>
                    <a:cubicBezTo>
                      <a:pt x="7" y="44"/>
                      <a:pt x="11" y="40"/>
                      <a:pt x="16" y="37"/>
                    </a:cubicBezTo>
                    <a:cubicBezTo>
                      <a:pt x="21" y="34"/>
                      <a:pt x="27" y="33"/>
                      <a:pt x="34" y="33"/>
                    </a:cubicBezTo>
                    <a:cubicBezTo>
                      <a:pt x="36" y="49"/>
                      <a:pt x="36" y="49"/>
                      <a:pt x="36" y="49"/>
                    </a:cubicBezTo>
                    <a:cubicBezTo>
                      <a:pt x="30" y="50"/>
                      <a:pt x="25" y="51"/>
                      <a:pt x="23" y="54"/>
                    </a:cubicBezTo>
                    <a:cubicBezTo>
                      <a:pt x="20" y="56"/>
                      <a:pt x="19" y="60"/>
                      <a:pt x="19" y="65"/>
                    </a:cubicBezTo>
                    <a:cubicBezTo>
                      <a:pt x="19" y="71"/>
                      <a:pt x="20" y="76"/>
                      <a:pt x="23" y="78"/>
                    </a:cubicBezTo>
                    <a:cubicBezTo>
                      <a:pt x="26" y="81"/>
                      <a:pt x="31" y="82"/>
                      <a:pt x="38" y="82"/>
                    </a:cubicBezTo>
                    <a:lnTo>
                      <a:pt x="100" y="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38" name="Freeform 14"/>
              <p:cNvSpPr>
                <a:spLocks noEditPoints="1"/>
              </p:cNvSpPr>
              <p:nvPr/>
            </p:nvSpPr>
            <p:spPr bwMode="auto">
              <a:xfrm>
                <a:off x="5195888" y="5005388"/>
                <a:ext cx="1684338" cy="903288"/>
              </a:xfrm>
              <a:custGeom>
                <a:avLst/>
                <a:gdLst>
                  <a:gd name="T0" fmla="*/ 44 w 188"/>
                  <a:gd name="T1" fmla="*/ 52 h 101"/>
                  <a:gd name="T2" fmla="*/ 38 w 188"/>
                  <a:gd name="T3" fmla="*/ 52 h 101"/>
                  <a:gd name="T4" fmla="*/ 19 w 188"/>
                  <a:gd name="T5" fmla="*/ 32 h 101"/>
                  <a:gd name="T6" fmla="*/ 22 w 188"/>
                  <a:gd name="T7" fmla="*/ 20 h 101"/>
                  <a:gd name="T8" fmla="*/ 32 w 188"/>
                  <a:gd name="T9" fmla="*/ 16 h 101"/>
                  <a:gd name="T10" fmla="*/ 39 w 188"/>
                  <a:gd name="T11" fmla="*/ 17 h 101"/>
                  <a:gd name="T12" fmla="*/ 43 w 188"/>
                  <a:gd name="T13" fmla="*/ 23 h 101"/>
                  <a:gd name="T14" fmla="*/ 44 w 188"/>
                  <a:gd name="T15" fmla="*/ 37 h 101"/>
                  <a:gd name="T16" fmla="*/ 44 w 188"/>
                  <a:gd name="T17" fmla="*/ 52 h 101"/>
                  <a:gd name="T18" fmla="*/ 170 w 188"/>
                  <a:gd name="T19" fmla="*/ 0 h 101"/>
                  <a:gd name="T20" fmla="*/ 170 w 188"/>
                  <a:gd name="T21" fmla="*/ 52 h 101"/>
                  <a:gd name="T22" fmla="*/ 63 w 188"/>
                  <a:gd name="T23" fmla="*/ 52 h 101"/>
                  <a:gd name="T24" fmla="*/ 63 w 188"/>
                  <a:gd name="T25" fmla="*/ 32 h 101"/>
                  <a:gd name="T26" fmla="*/ 55 w 188"/>
                  <a:gd name="T27" fmla="*/ 8 h 101"/>
                  <a:gd name="T28" fmla="*/ 32 w 188"/>
                  <a:gd name="T29" fmla="*/ 0 h 101"/>
                  <a:gd name="T30" fmla="*/ 8 w 188"/>
                  <a:gd name="T31" fmla="*/ 9 h 101"/>
                  <a:gd name="T32" fmla="*/ 0 w 188"/>
                  <a:gd name="T33" fmla="*/ 32 h 101"/>
                  <a:gd name="T34" fmla="*/ 11 w 188"/>
                  <a:gd name="T35" fmla="*/ 60 h 101"/>
                  <a:gd name="T36" fmla="*/ 42 w 188"/>
                  <a:gd name="T37" fmla="*/ 69 h 101"/>
                  <a:gd name="T38" fmla="*/ 44 w 188"/>
                  <a:gd name="T39" fmla="*/ 69 h 101"/>
                  <a:gd name="T40" fmla="*/ 44 w 188"/>
                  <a:gd name="T41" fmla="*/ 72 h 101"/>
                  <a:gd name="T42" fmla="*/ 41 w 188"/>
                  <a:gd name="T43" fmla="*/ 86 h 101"/>
                  <a:gd name="T44" fmla="*/ 51 w 188"/>
                  <a:gd name="T45" fmla="*/ 101 h 101"/>
                  <a:gd name="T46" fmla="*/ 55 w 188"/>
                  <a:gd name="T47" fmla="*/ 97 h 101"/>
                  <a:gd name="T48" fmla="*/ 63 w 188"/>
                  <a:gd name="T49" fmla="*/ 69 h 101"/>
                  <a:gd name="T50" fmla="*/ 188 w 188"/>
                  <a:gd name="T51" fmla="*/ 69 h 101"/>
                  <a:gd name="T52" fmla="*/ 188 w 188"/>
                  <a:gd name="T53" fmla="*/ 0 h 101"/>
                  <a:gd name="T54" fmla="*/ 170 w 188"/>
                  <a:gd name="T55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88" h="101">
                    <a:moveTo>
                      <a:pt x="44" y="52"/>
                    </a:moveTo>
                    <a:cubicBezTo>
                      <a:pt x="38" y="52"/>
                      <a:pt x="38" y="52"/>
                      <a:pt x="38" y="52"/>
                    </a:cubicBezTo>
                    <a:cubicBezTo>
                      <a:pt x="25" y="52"/>
                      <a:pt x="19" y="45"/>
                      <a:pt x="19" y="32"/>
                    </a:cubicBezTo>
                    <a:cubicBezTo>
                      <a:pt x="19" y="27"/>
                      <a:pt x="20" y="23"/>
                      <a:pt x="22" y="20"/>
                    </a:cubicBezTo>
                    <a:cubicBezTo>
                      <a:pt x="24" y="17"/>
                      <a:pt x="27" y="16"/>
                      <a:pt x="32" y="16"/>
                    </a:cubicBezTo>
                    <a:cubicBezTo>
                      <a:pt x="35" y="16"/>
                      <a:pt x="37" y="16"/>
                      <a:pt x="39" y="17"/>
                    </a:cubicBezTo>
                    <a:cubicBezTo>
                      <a:pt x="41" y="19"/>
                      <a:pt x="42" y="20"/>
                      <a:pt x="43" y="23"/>
                    </a:cubicBezTo>
                    <a:cubicBezTo>
                      <a:pt x="44" y="26"/>
                      <a:pt x="44" y="32"/>
                      <a:pt x="44" y="37"/>
                    </a:cubicBezTo>
                    <a:lnTo>
                      <a:pt x="44" y="52"/>
                    </a:lnTo>
                    <a:close/>
                    <a:moveTo>
                      <a:pt x="170" y="0"/>
                    </a:moveTo>
                    <a:cubicBezTo>
                      <a:pt x="170" y="52"/>
                      <a:pt x="170" y="52"/>
                      <a:pt x="170" y="52"/>
                    </a:cubicBezTo>
                    <a:cubicBezTo>
                      <a:pt x="63" y="52"/>
                      <a:pt x="63" y="52"/>
                      <a:pt x="63" y="52"/>
                    </a:cubicBezTo>
                    <a:cubicBezTo>
                      <a:pt x="63" y="32"/>
                      <a:pt x="63" y="32"/>
                      <a:pt x="63" y="32"/>
                    </a:cubicBezTo>
                    <a:cubicBezTo>
                      <a:pt x="63" y="22"/>
                      <a:pt x="60" y="13"/>
                      <a:pt x="55" y="8"/>
                    </a:cubicBezTo>
                    <a:cubicBezTo>
                      <a:pt x="50" y="3"/>
                      <a:pt x="42" y="0"/>
                      <a:pt x="32" y="0"/>
                    </a:cubicBezTo>
                    <a:cubicBezTo>
                      <a:pt x="22" y="0"/>
                      <a:pt x="14" y="3"/>
                      <a:pt x="8" y="9"/>
                    </a:cubicBezTo>
                    <a:cubicBezTo>
                      <a:pt x="3" y="14"/>
                      <a:pt x="0" y="22"/>
                      <a:pt x="0" y="32"/>
                    </a:cubicBezTo>
                    <a:cubicBezTo>
                      <a:pt x="0" y="44"/>
                      <a:pt x="3" y="54"/>
                      <a:pt x="11" y="60"/>
                    </a:cubicBezTo>
                    <a:cubicBezTo>
                      <a:pt x="18" y="66"/>
                      <a:pt x="28" y="69"/>
                      <a:pt x="42" y="69"/>
                    </a:cubicBezTo>
                    <a:cubicBezTo>
                      <a:pt x="44" y="69"/>
                      <a:pt x="44" y="69"/>
                      <a:pt x="44" y="69"/>
                    </a:cubicBezTo>
                    <a:cubicBezTo>
                      <a:pt x="44" y="72"/>
                      <a:pt x="44" y="72"/>
                      <a:pt x="44" y="72"/>
                    </a:cubicBezTo>
                    <a:cubicBezTo>
                      <a:pt x="44" y="79"/>
                      <a:pt x="43" y="83"/>
                      <a:pt x="41" y="86"/>
                    </a:cubicBezTo>
                    <a:cubicBezTo>
                      <a:pt x="51" y="101"/>
                      <a:pt x="51" y="101"/>
                      <a:pt x="51" y="101"/>
                    </a:cubicBezTo>
                    <a:cubicBezTo>
                      <a:pt x="53" y="100"/>
                      <a:pt x="54" y="99"/>
                      <a:pt x="55" y="97"/>
                    </a:cubicBezTo>
                    <a:cubicBezTo>
                      <a:pt x="60" y="92"/>
                      <a:pt x="63" y="80"/>
                      <a:pt x="63" y="69"/>
                    </a:cubicBezTo>
                    <a:cubicBezTo>
                      <a:pt x="188" y="69"/>
                      <a:pt x="188" y="69"/>
                      <a:pt x="188" y="69"/>
                    </a:cubicBezTo>
                    <a:cubicBezTo>
                      <a:pt x="188" y="0"/>
                      <a:pt x="188" y="0"/>
                      <a:pt x="188" y="0"/>
                    </a:cubicBezTo>
                    <a:lnTo>
                      <a:pt x="17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39" name="Rectangle 15"/>
              <p:cNvSpPr>
                <a:spLocks noChangeArrowheads="1"/>
              </p:cNvSpPr>
              <p:nvPr/>
            </p:nvSpPr>
            <p:spPr bwMode="auto">
              <a:xfrm>
                <a:off x="6718301" y="4754563"/>
                <a:ext cx="161925" cy="1698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40" name="Freeform 16"/>
              <p:cNvSpPr>
                <a:spLocks/>
              </p:cNvSpPr>
              <p:nvPr/>
            </p:nvSpPr>
            <p:spPr bwMode="auto">
              <a:xfrm>
                <a:off x="7013576" y="5005388"/>
                <a:ext cx="833438" cy="617538"/>
              </a:xfrm>
              <a:custGeom>
                <a:avLst/>
                <a:gdLst>
                  <a:gd name="T0" fmla="*/ 74 w 93"/>
                  <a:gd name="T1" fmla="*/ 52 h 69"/>
                  <a:gd name="T2" fmla="*/ 74 w 93"/>
                  <a:gd name="T3" fmla="*/ 42 h 69"/>
                  <a:gd name="T4" fmla="*/ 70 w 93"/>
                  <a:gd name="T5" fmla="*/ 23 h 69"/>
                  <a:gd name="T6" fmla="*/ 55 w 93"/>
                  <a:gd name="T7" fmla="*/ 17 h 69"/>
                  <a:gd name="T8" fmla="*/ 41 w 93"/>
                  <a:gd name="T9" fmla="*/ 20 h 69"/>
                  <a:gd name="T10" fmla="*/ 36 w 93"/>
                  <a:gd name="T11" fmla="*/ 3 h 69"/>
                  <a:gd name="T12" fmla="*/ 56 w 93"/>
                  <a:gd name="T13" fmla="*/ 0 h 69"/>
                  <a:gd name="T14" fmla="*/ 84 w 93"/>
                  <a:gd name="T15" fmla="*/ 10 h 69"/>
                  <a:gd name="T16" fmla="*/ 93 w 93"/>
                  <a:gd name="T17" fmla="*/ 40 h 69"/>
                  <a:gd name="T18" fmla="*/ 93 w 93"/>
                  <a:gd name="T19" fmla="*/ 69 h 69"/>
                  <a:gd name="T20" fmla="*/ 0 w 93"/>
                  <a:gd name="T21" fmla="*/ 69 h 69"/>
                  <a:gd name="T22" fmla="*/ 0 w 93"/>
                  <a:gd name="T23" fmla="*/ 52 h 69"/>
                  <a:gd name="T24" fmla="*/ 74 w 93"/>
                  <a:gd name="T25" fmla="*/ 52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3" h="69">
                    <a:moveTo>
                      <a:pt x="74" y="52"/>
                    </a:moveTo>
                    <a:cubicBezTo>
                      <a:pt x="74" y="42"/>
                      <a:pt x="74" y="42"/>
                      <a:pt x="74" y="42"/>
                    </a:cubicBezTo>
                    <a:cubicBezTo>
                      <a:pt x="74" y="34"/>
                      <a:pt x="73" y="27"/>
                      <a:pt x="70" y="23"/>
                    </a:cubicBezTo>
                    <a:cubicBezTo>
                      <a:pt x="66" y="19"/>
                      <a:pt x="61" y="17"/>
                      <a:pt x="55" y="17"/>
                    </a:cubicBezTo>
                    <a:cubicBezTo>
                      <a:pt x="50" y="17"/>
                      <a:pt x="46" y="18"/>
                      <a:pt x="41" y="20"/>
                    </a:cubicBezTo>
                    <a:cubicBezTo>
                      <a:pt x="36" y="3"/>
                      <a:pt x="36" y="3"/>
                      <a:pt x="36" y="3"/>
                    </a:cubicBezTo>
                    <a:cubicBezTo>
                      <a:pt x="42" y="1"/>
                      <a:pt x="49" y="0"/>
                      <a:pt x="56" y="0"/>
                    </a:cubicBezTo>
                    <a:cubicBezTo>
                      <a:pt x="68" y="0"/>
                      <a:pt x="77" y="3"/>
                      <a:pt x="84" y="10"/>
                    </a:cubicBezTo>
                    <a:cubicBezTo>
                      <a:pt x="90" y="17"/>
                      <a:pt x="93" y="27"/>
                      <a:pt x="93" y="40"/>
                    </a:cubicBezTo>
                    <a:cubicBezTo>
                      <a:pt x="93" y="69"/>
                      <a:pt x="93" y="69"/>
                      <a:pt x="93" y="69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52"/>
                      <a:pt x="0" y="52"/>
                      <a:pt x="0" y="52"/>
                    </a:cubicBezTo>
                    <a:lnTo>
                      <a:pt x="74" y="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41" name="Freeform 17"/>
              <p:cNvSpPr>
                <a:spLocks/>
              </p:cNvSpPr>
              <p:nvPr/>
            </p:nvSpPr>
            <p:spPr bwMode="auto">
              <a:xfrm>
                <a:off x="7972426" y="4565650"/>
                <a:ext cx="223838" cy="188913"/>
              </a:xfrm>
              <a:custGeom>
                <a:avLst/>
                <a:gdLst>
                  <a:gd name="T0" fmla="*/ 25 w 25"/>
                  <a:gd name="T1" fmla="*/ 14 h 21"/>
                  <a:gd name="T2" fmla="*/ 25 w 25"/>
                  <a:gd name="T3" fmla="*/ 21 h 21"/>
                  <a:gd name="T4" fmla="*/ 0 w 25"/>
                  <a:gd name="T5" fmla="*/ 21 h 21"/>
                  <a:gd name="T6" fmla="*/ 0 w 25"/>
                  <a:gd name="T7" fmla="*/ 14 h 21"/>
                  <a:gd name="T8" fmla="*/ 3 w 25"/>
                  <a:gd name="T9" fmla="*/ 14 h 21"/>
                  <a:gd name="T10" fmla="*/ 3 w 25"/>
                  <a:gd name="T11" fmla="*/ 10 h 21"/>
                  <a:gd name="T12" fmla="*/ 6 w 25"/>
                  <a:gd name="T13" fmla="*/ 2 h 21"/>
                  <a:gd name="T14" fmla="*/ 14 w 25"/>
                  <a:gd name="T15" fmla="*/ 0 h 21"/>
                  <a:gd name="T16" fmla="*/ 21 w 25"/>
                  <a:gd name="T17" fmla="*/ 2 h 21"/>
                  <a:gd name="T18" fmla="*/ 24 w 25"/>
                  <a:gd name="T19" fmla="*/ 9 h 21"/>
                  <a:gd name="T20" fmla="*/ 18 w 25"/>
                  <a:gd name="T21" fmla="*/ 10 h 21"/>
                  <a:gd name="T22" fmla="*/ 17 w 25"/>
                  <a:gd name="T23" fmla="*/ 7 h 21"/>
                  <a:gd name="T24" fmla="*/ 14 w 25"/>
                  <a:gd name="T25" fmla="*/ 6 h 21"/>
                  <a:gd name="T26" fmla="*/ 10 w 25"/>
                  <a:gd name="T27" fmla="*/ 11 h 21"/>
                  <a:gd name="T28" fmla="*/ 10 w 25"/>
                  <a:gd name="T29" fmla="*/ 14 h 21"/>
                  <a:gd name="T30" fmla="*/ 25 w 25"/>
                  <a:gd name="T31" fmla="*/ 14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5" h="21">
                    <a:moveTo>
                      <a:pt x="25" y="14"/>
                    </a:moveTo>
                    <a:cubicBezTo>
                      <a:pt x="25" y="21"/>
                      <a:pt x="25" y="21"/>
                      <a:pt x="25" y="21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3" y="7"/>
                      <a:pt x="4" y="4"/>
                      <a:pt x="6" y="2"/>
                    </a:cubicBezTo>
                    <a:cubicBezTo>
                      <a:pt x="8" y="1"/>
                      <a:pt x="10" y="0"/>
                      <a:pt x="14" y="0"/>
                    </a:cubicBezTo>
                    <a:cubicBezTo>
                      <a:pt x="17" y="0"/>
                      <a:pt x="20" y="0"/>
                      <a:pt x="21" y="2"/>
                    </a:cubicBezTo>
                    <a:cubicBezTo>
                      <a:pt x="23" y="3"/>
                      <a:pt x="24" y="6"/>
                      <a:pt x="24" y="9"/>
                    </a:cubicBezTo>
                    <a:cubicBezTo>
                      <a:pt x="18" y="10"/>
                      <a:pt x="18" y="10"/>
                      <a:pt x="18" y="10"/>
                    </a:cubicBezTo>
                    <a:cubicBezTo>
                      <a:pt x="18" y="8"/>
                      <a:pt x="17" y="7"/>
                      <a:pt x="17" y="7"/>
                    </a:cubicBezTo>
                    <a:cubicBezTo>
                      <a:pt x="16" y="6"/>
                      <a:pt x="15" y="6"/>
                      <a:pt x="14" y="6"/>
                    </a:cubicBezTo>
                    <a:cubicBezTo>
                      <a:pt x="11" y="6"/>
                      <a:pt x="10" y="7"/>
                      <a:pt x="10" y="11"/>
                    </a:cubicBezTo>
                    <a:cubicBezTo>
                      <a:pt x="10" y="14"/>
                      <a:pt x="10" y="14"/>
                      <a:pt x="10" y="14"/>
                    </a:cubicBezTo>
                    <a:lnTo>
                      <a:pt x="25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42" name="Rectangle 18"/>
              <p:cNvSpPr>
                <a:spLocks noChangeArrowheads="1"/>
              </p:cNvSpPr>
              <p:nvPr/>
            </p:nvSpPr>
            <p:spPr bwMode="auto">
              <a:xfrm>
                <a:off x="7991476" y="4816475"/>
                <a:ext cx="169863" cy="80645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3A65E229-DAA5-4345-AE76-815779D74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026605" y="4402877"/>
            <a:ext cx="2953217" cy="360000"/>
          </a:xfrm>
        </p:spPr>
        <p:txBody>
          <a:bodyPr/>
          <a:lstStyle/>
          <a:p>
            <a:r>
              <a:rPr lang="nl-NL">
                <a:solidFill>
                  <a:srgbClr val="1859A9"/>
                </a:solidFill>
              </a:rPr>
              <a:t>ADNOC Upstream - TotalEnergies - 06/10/2025</a:t>
            </a:r>
            <a:endParaRPr lang="en-GB">
              <a:solidFill>
                <a:srgbClr val="1859A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4621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6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CB26E28-DC1C-47D2-A361-3497C18906A4}"/>
              </a:ext>
            </a:extLst>
          </p:cNvPr>
          <p:cNvSpPr/>
          <p:nvPr userDrawn="1"/>
        </p:nvSpPr>
        <p:spPr>
          <a:xfrm>
            <a:off x="240604" y="239401"/>
            <a:ext cx="11710800" cy="6379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5" tIns="45707" rIns="91415" bIns="45707" rtlCol="0" anchor="ctr"/>
          <a:lstStyle/>
          <a:p>
            <a:pPr algn="ctr" defTabSz="914106"/>
            <a:endParaRPr lang="en-GB" sz="1867">
              <a:solidFill>
                <a:prstClr val="white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4DB259-62B2-468B-9E8E-5B1097662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>
              <a:solidFill>
                <a:srgbClr val="4D5156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3E29DE-0751-4942-AB31-6C2A8C061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41956-BF2E-4170-9809-8254439A8799}" type="slidenum">
              <a:rPr lang="en-GB" smtClean="0">
                <a:solidFill>
                  <a:srgbClr val="1859A9"/>
                </a:solidFill>
              </a:rPr>
              <a:pPr/>
              <a:t>‹#›</a:t>
            </a:fld>
            <a:endParaRPr lang="en-GB">
              <a:solidFill>
                <a:srgbClr val="1859A9"/>
              </a:solidFill>
            </a:endParaRPr>
          </a:p>
        </p:txBody>
      </p:sp>
      <p:grpSp>
        <p:nvGrpSpPr>
          <p:cNvPr id="22" name="Group 21"/>
          <p:cNvGrpSpPr>
            <a:grpSpLocks noChangeAspect="1"/>
          </p:cNvGrpSpPr>
          <p:nvPr userDrawn="1"/>
        </p:nvGrpSpPr>
        <p:grpSpPr>
          <a:xfrm>
            <a:off x="10810891" y="3"/>
            <a:ext cx="658803" cy="1222741"/>
            <a:chOff x="10546428" y="-86005"/>
            <a:chExt cx="923259" cy="1713580"/>
          </a:xfrm>
        </p:grpSpPr>
        <p:sp>
          <p:nvSpPr>
            <p:cNvPr id="23" name="Rectangle 22"/>
            <p:cNvSpPr/>
            <p:nvPr userDrawn="1"/>
          </p:nvSpPr>
          <p:spPr bwMode="white">
            <a:xfrm>
              <a:off x="10546428" y="-86005"/>
              <a:ext cx="923259" cy="17135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06"/>
              <a:endParaRPr lang="en-GB" sz="1867">
                <a:solidFill>
                  <a:prstClr val="white"/>
                </a:solidFill>
              </a:endParaRPr>
            </a:p>
          </p:txBody>
        </p:sp>
        <p:grpSp>
          <p:nvGrpSpPr>
            <p:cNvPr id="24" name="Group 23"/>
            <p:cNvGrpSpPr>
              <a:grpSpLocks noChangeAspect="1"/>
            </p:cNvGrpSpPr>
            <p:nvPr userDrawn="1"/>
          </p:nvGrpSpPr>
          <p:grpSpPr>
            <a:xfrm>
              <a:off x="10639077" y="333830"/>
              <a:ext cx="767941" cy="1201994"/>
              <a:chOff x="3986213" y="0"/>
              <a:chExt cx="4381501" cy="6858001"/>
            </a:xfrm>
            <a:solidFill>
              <a:schemeClr val="tx2"/>
            </a:solidFill>
          </p:grpSpPr>
          <p:sp>
            <p:nvSpPr>
              <p:cNvPr id="25" name="Freeform 5"/>
              <p:cNvSpPr>
                <a:spLocks/>
              </p:cNvSpPr>
              <p:nvPr/>
            </p:nvSpPr>
            <p:spPr bwMode="auto">
              <a:xfrm>
                <a:off x="6521451" y="1746250"/>
                <a:ext cx="1846263" cy="2443163"/>
              </a:xfrm>
              <a:custGeom>
                <a:avLst/>
                <a:gdLst>
                  <a:gd name="T0" fmla="*/ 113 w 206"/>
                  <a:gd name="T1" fmla="*/ 196 h 273"/>
                  <a:gd name="T2" fmla="*/ 70 w 206"/>
                  <a:gd name="T3" fmla="*/ 273 h 273"/>
                  <a:gd name="T4" fmla="*/ 184 w 206"/>
                  <a:gd name="T5" fmla="*/ 273 h 273"/>
                  <a:gd name="T6" fmla="*/ 0 w 206"/>
                  <a:gd name="T7" fmla="*/ 0 h 273"/>
                  <a:gd name="T8" fmla="*/ 113 w 206"/>
                  <a:gd name="T9" fmla="*/ 196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6" h="273">
                    <a:moveTo>
                      <a:pt x="113" y="196"/>
                    </a:moveTo>
                    <a:cubicBezTo>
                      <a:pt x="106" y="226"/>
                      <a:pt x="91" y="252"/>
                      <a:pt x="70" y="273"/>
                    </a:cubicBezTo>
                    <a:cubicBezTo>
                      <a:pt x="184" y="273"/>
                      <a:pt x="184" y="273"/>
                      <a:pt x="184" y="273"/>
                    </a:cubicBezTo>
                    <a:cubicBezTo>
                      <a:pt x="206" y="154"/>
                      <a:pt x="128" y="28"/>
                      <a:pt x="0" y="0"/>
                    </a:cubicBezTo>
                    <a:cubicBezTo>
                      <a:pt x="26" y="7"/>
                      <a:pt x="138" y="60"/>
                      <a:pt x="113" y="196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26" name="Freeform 6"/>
              <p:cNvSpPr>
                <a:spLocks/>
              </p:cNvSpPr>
              <p:nvPr/>
            </p:nvSpPr>
            <p:spPr bwMode="auto">
              <a:xfrm>
                <a:off x="3986213" y="0"/>
                <a:ext cx="4219575" cy="4189413"/>
              </a:xfrm>
              <a:custGeom>
                <a:avLst/>
                <a:gdLst>
                  <a:gd name="T0" fmla="*/ 0 w 471"/>
                  <a:gd name="T1" fmla="*/ 0 h 468"/>
                  <a:gd name="T2" fmla="*/ 0 w 471"/>
                  <a:gd name="T3" fmla="*/ 468 h 468"/>
                  <a:gd name="T4" fmla="*/ 50 w 471"/>
                  <a:gd name="T5" fmla="*/ 468 h 468"/>
                  <a:gd name="T6" fmla="*/ 104 w 471"/>
                  <a:gd name="T7" fmla="*/ 466 h 468"/>
                  <a:gd name="T8" fmla="*/ 247 w 471"/>
                  <a:gd name="T9" fmla="*/ 346 h 468"/>
                  <a:gd name="T10" fmla="*/ 161 w 471"/>
                  <a:gd name="T11" fmla="*/ 219 h 468"/>
                  <a:gd name="T12" fmla="*/ 157 w 471"/>
                  <a:gd name="T13" fmla="*/ 218 h 468"/>
                  <a:gd name="T14" fmla="*/ 100 w 471"/>
                  <a:gd name="T15" fmla="*/ 212 h 468"/>
                  <a:gd name="T16" fmla="*/ 92 w 471"/>
                  <a:gd name="T17" fmla="*/ 243 h 468"/>
                  <a:gd name="T18" fmla="*/ 81 w 471"/>
                  <a:gd name="T19" fmla="*/ 165 h 468"/>
                  <a:gd name="T20" fmla="*/ 124 w 471"/>
                  <a:gd name="T21" fmla="*/ 123 h 468"/>
                  <a:gd name="T22" fmla="*/ 124 w 471"/>
                  <a:gd name="T23" fmla="*/ 122 h 468"/>
                  <a:gd name="T24" fmla="*/ 186 w 471"/>
                  <a:gd name="T25" fmla="*/ 78 h 468"/>
                  <a:gd name="T26" fmla="*/ 259 w 471"/>
                  <a:gd name="T27" fmla="*/ 58 h 468"/>
                  <a:gd name="T28" fmla="*/ 471 w 471"/>
                  <a:gd name="T29" fmla="*/ 151 h 468"/>
                  <a:gd name="T30" fmla="*/ 471 w 471"/>
                  <a:gd name="T31" fmla="*/ 0 h 468"/>
                  <a:gd name="T32" fmla="*/ 0 w 471"/>
                  <a:gd name="T33" fmla="*/ 0 h 4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71" h="468">
                    <a:moveTo>
                      <a:pt x="0" y="0"/>
                    </a:moveTo>
                    <a:cubicBezTo>
                      <a:pt x="0" y="468"/>
                      <a:pt x="0" y="468"/>
                      <a:pt x="0" y="468"/>
                    </a:cubicBezTo>
                    <a:cubicBezTo>
                      <a:pt x="50" y="468"/>
                      <a:pt x="50" y="468"/>
                      <a:pt x="50" y="468"/>
                    </a:cubicBezTo>
                    <a:cubicBezTo>
                      <a:pt x="80" y="468"/>
                      <a:pt x="87" y="468"/>
                      <a:pt x="104" y="466"/>
                    </a:cubicBezTo>
                    <a:cubicBezTo>
                      <a:pt x="175" y="455"/>
                      <a:pt x="240" y="397"/>
                      <a:pt x="247" y="346"/>
                    </a:cubicBezTo>
                    <a:cubicBezTo>
                      <a:pt x="258" y="285"/>
                      <a:pt x="225" y="232"/>
                      <a:pt x="161" y="219"/>
                    </a:cubicBezTo>
                    <a:cubicBezTo>
                      <a:pt x="160" y="219"/>
                      <a:pt x="159" y="218"/>
                      <a:pt x="157" y="218"/>
                    </a:cubicBezTo>
                    <a:cubicBezTo>
                      <a:pt x="155" y="218"/>
                      <a:pt x="124" y="218"/>
                      <a:pt x="100" y="212"/>
                    </a:cubicBezTo>
                    <a:cubicBezTo>
                      <a:pt x="100" y="212"/>
                      <a:pt x="87" y="223"/>
                      <a:pt x="92" y="243"/>
                    </a:cubicBezTo>
                    <a:cubicBezTo>
                      <a:pt x="92" y="243"/>
                      <a:pt x="61" y="210"/>
                      <a:pt x="81" y="165"/>
                    </a:cubicBezTo>
                    <a:cubicBezTo>
                      <a:pt x="81" y="165"/>
                      <a:pt x="90" y="144"/>
                      <a:pt x="124" y="123"/>
                    </a:cubicBezTo>
                    <a:cubicBezTo>
                      <a:pt x="124" y="123"/>
                      <a:pt x="124" y="122"/>
                      <a:pt x="124" y="122"/>
                    </a:cubicBezTo>
                    <a:cubicBezTo>
                      <a:pt x="133" y="111"/>
                      <a:pt x="155" y="93"/>
                      <a:pt x="186" y="78"/>
                    </a:cubicBezTo>
                    <a:cubicBezTo>
                      <a:pt x="201" y="71"/>
                      <a:pt x="228" y="61"/>
                      <a:pt x="259" y="58"/>
                    </a:cubicBezTo>
                    <a:cubicBezTo>
                      <a:pt x="397" y="45"/>
                      <a:pt x="471" y="151"/>
                      <a:pt x="471" y="151"/>
                    </a:cubicBezTo>
                    <a:cubicBezTo>
                      <a:pt x="471" y="0"/>
                      <a:pt x="471" y="0"/>
                      <a:pt x="47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27" name="Freeform 7"/>
              <p:cNvSpPr>
                <a:spLocks/>
              </p:cNvSpPr>
              <p:nvPr/>
            </p:nvSpPr>
            <p:spPr bwMode="auto">
              <a:xfrm>
                <a:off x="5545138" y="939800"/>
                <a:ext cx="2660650" cy="1011238"/>
              </a:xfrm>
              <a:custGeom>
                <a:avLst/>
                <a:gdLst>
                  <a:gd name="T0" fmla="*/ 167 w 297"/>
                  <a:gd name="T1" fmla="*/ 9 h 113"/>
                  <a:gd name="T2" fmla="*/ 0 w 297"/>
                  <a:gd name="T3" fmla="*/ 48 h 113"/>
                  <a:gd name="T4" fmla="*/ 33 w 297"/>
                  <a:gd name="T5" fmla="*/ 33 h 113"/>
                  <a:gd name="T6" fmla="*/ 61 w 297"/>
                  <a:gd name="T7" fmla="*/ 60 h 113"/>
                  <a:gd name="T8" fmla="*/ 103 w 297"/>
                  <a:gd name="T9" fmla="*/ 34 h 113"/>
                  <a:gd name="T10" fmla="*/ 103 w 297"/>
                  <a:gd name="T11" fmla="*/ 20 h 113"/>
                  <a:gd name="T12" fmla="*/ 297 w 297"/>
                  <a:gd name="T13" fmla="*/ 113 h 113"/>
                  <a:gd name="T14" fmla="*/ 297 w 297"/>
                  <a:gd name="T15" fmla="*/ 71 h 113"/>
                  <a:gd name="T16" fmla="*/ 167 w 297"/>
                  <a:gd name="T17" fmla="*/ 9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7" h="113">
                    <a:moveTo>
                      <a:pt x="167" y="9"/>
                    </a:moveTo>
                    <a:cubicBezTo>
                      <a:pt x="100" y="0"/>
                      <a:pt x="44" y="17"/>
                      <a:pt x="0" y="48"/>
                    </a:cubicBezTo>
                    <a:cubicBezTo>
                      <a:pt x="0" y="48"/>
                      <a:pt x="13" y="40"/>
                      <a:pt x="33" y="33"/>
                    </a:cubicBezTo>
                    <a:cubicBezTo>
                      <a:pt x="36" y="46"/>
                      <a:pt x="47" y="57"/>
                      <a:pt x="61" y="60"/>
                    </a:cubicBezTo>
                    <a:cubicBezTo>
                      <a:pt x="81" y="64"/>
                      <a:pt x="100" y="52"/>
                      <a:pt x="103" y="34"/>
                    </a:cubicBezTo>
                    <a:cubicBezTo>
                      <a:pt x="104" y="30"/>
                      <a:pt x="104" y="25"/>
                      <a:pt x="103" y="20"/>
                    </a:cubicBezTo>
                    <a:cubicBezTo>
                      <a:pt x="230" y="16"/>
                      <a:pt x="297" y="113"/>
                      <a:pt x="297" y="113"/>
                    </a:cubicBezTo>
                    <a:cubicBezTo>
                      <a:pt x="297" y="71"/>
                      <a:pt x="297" y="71"/>
                      <a:pt x="297" y="71"/>
                    </a:cubicBezTo>
                    <a:cubicBezTo>
                      <a:pt x="278" y="52"/>
                      <a:pt x="226" y="15"/>
                      <a:pt x="167" y="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28" name="Freeform 8"/>
              <p:cNvSpPr>
                <a:spLocks noEditPoints="1"/>
              </p:cNvSpPr>
              <p:nvPr/>
            </p:nvSpPr>
            <p:spPr bwMode="auto">
              <a:xfrm>
                <a:off x="3986213" y="6007100"/>
                <a:ext cx="796925" cy="833438"/>
              </a:xfrm>
              <a:custGeom>
                <a:avLst/>
                <a:gdLst>
                  <a:gd name="T0" fmla="*/ 310 w 502"/>
                  <a:gd name="T1" fmla="*/ 311 h 525"/>
                  <a:gd name="T2" fmla="*/ 248 w 502"/>
                  <a:gd name="T3" fmla="*/ 124 h 525"/>
                  <a:gd name="T4" fmla="*/ 186 w 502"/>
                  <a:gd name="T5" fmla="*/ 311 h 525"/>
                  <a:gd name="T6" fmla="*/ 310 w 502"/>
                  <a:gd name="T7" fmla="*/ 311 h 525"/>
                  <a:gd name="T8" fmla="*/ 198 w 502"/>
                  <a:gd name="T9" fmla="*/ 0 h 525"/>
                  <a:gd name="T10" fmla="*/ 305 w 502"/>
                  <a:gd name="T11" fmla="*/ 0 h 525"/>
                  <a:gd name="T12" fmla="*/ 502 w 502"/>
                  <a:gd name="T13" fmla="*/ 525 h 525"/>
                  <a:gd name="T14" fmla="*/ 384 w 502"/>
                  <a:gd name="T15" fmla="*/ 525 h 525"/>
                  <a:gd name="T16" fmla="*/ 339 w 502"/>
                  <a:gd name="T17" fmla="*/ 401 h 525"/>
                  <a:gd name="T18" fmla="*/ 158 w 502"/>
                  <a:gd name="T19" fmla="*/ 401 h 525"/>
                  <a:gd name="T20" fmla="*/ 113 w 502"/>
                  <a:gd name="T21" fmla="*/ 525 h 525"/>
                  <a:gd name="T22" fmla="*/ 0 w 502"/>
                  <a:gd name="T23" fmla="*/ 525 h 525"/>
                  <a:gd name="T24" fmla="*/ 198 w 502"/>
                  <a:gd name="T25" fmla="*/ 0 h 5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02" h="525">
                    <a:moveTo>
                      <a:pt x="310" y="311"/>
                    </a:moveTo>
                    <a:lnTo>
                      <a:pt x="248" y="124"/>
                    </a:lnTo>
                    <a:lnTo>
                      <a:pt x="186" y="311"/>
                    </a:lnTo>
                    <a:lnTo>
                      <a:pt x="310" y="311"/>
                    </a:lnTo>
                    <a:close/>
                    <a:moveTo>
                      <a:pt x="198" y="0"/>
                    </a:moveTo>
                    <a:lnTo>
                      <a:pt x="305" y="0"/>
                    </a:lnTo>
                    <a:lnTo>
                      <a:pt x="502" y="525"/>
                    </a:lnTo>
                    <a:lnTo>
                      <a:pt x="384" y="525"/>
                    </a:lnTo>
                    <a:lnTo>
                      <a:pt x="339" y="401"/>
                    </a:lnTo>
                    <a:lnTo>
                      <a:pt x="158" y="401"/>
                    </a:lnTo>
                    <a:lnTo>
                      <a:pt x="113" y="525"/>
                    </a:lnTo>
                    <a:lnTo>
                      <a:pt x="0" y="525"/>
                    </a:lnTo>
                    <a:lnTo>
                      <a:pt x="19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29" name="Freeform 9"/>
              <p:cNvSpPr>
                <a:spLocks noEditPoints="1"/>
              </p:cNvSpPr>
              <p:nvPr/>
            </p:nvSpPr>
            <p:spPr bwMode="auto">
              <a:xfrm>
                <a:off x="4881563" y="6007100"/>
                <a:ext cx="717550" cy="833438"/>
              </a:xfrm>
              <a:custGeom>
                <a:avLst/>
                <a:gdLst>
                  <a:gd name="T0" fmla="*/ 32 w 80"/>
                  <a:gd name="T1" fmla="*/ 76 h 93"/>
                  <a:gd name="T2" fmla="*/ 45 w 80"/>
                  <a:gd name="T3" fmla="*/ 74 h 93"/>
                  <a:gd name="T4" fmla="*/ 53 w 80"/>
                  <a:gd name="T5" fmla="*/ 68 h 93"/>
                  <a:gd name="T6" fmla="*/ 58 w 80"/>
                  <a:gd name="T7" fmla="*/ 58 h 93"/>
                  <a:gd name="T8" fmla="*/ 60 w 80"/>
                  <a:gd name="T9" fmla="*/ 46 h 93"/>
                  <a:gd name="T10" fmla="*/ 59 w 80"/>
                  <a:gd name="T11" fmla="*/ 34 h 93"/>
                  <a:gd name="T12" fmla="*/ 54 w 80"/>
                  <a:gd name="T13" fmla="*/ 24 h 93"/>
                  <a:gd name="T14" fmla="*/ 46 w 80"/>
                  <a:gd name="T15" fmla="*/ 18 h 93"/>
                  <a:gd name="T16" fmla="*/ 35 w 80"/>
                  <a:gd name="T17" fmla="*/ 16 h 93"/>
                  <a:gd name="T18" fmla="*/ 19 w 80"/>
                  <a:gd name="T19" fmla="*/ 16 h 93"/>
                  <a:gd name="T20" fmla="*/ 19 w 80"/>
                  <a:gd name="T21" fmla="*/ 76 h 93"/>
                  <a:gd name="T22" fmla="*/ 32 w 80"/>
                  <a:gd name="T23" fmla="*/ 76 h 93"/>
                  <a:gd name="T24" fmla="*/ 0 w 80"/>
                  <a:gd name="T25" fmla="*/ 0 h 93"/>
                  <a:gd name="T26" fmla="*/ 35 w 80"/>
                  <a:gd name="T27" fmla="*/ 0 h 93"/>
                  <a:gd name="T28" fmla="*/ 68 w 80"/>
                  <a:gd name="T29" fmla="*/ 11 h 93"/>
                  <a:gd name="T30" fmla="*/ 80 w 80"/>
                  <a:gd name="T31" fmla="*/ 46 h 93"/>
                  <a:gd name="T32" fmla="*/ 77 w 80"/>
                  <a:gd name="T33" fmla="*/ 66 h 93"/>
                  <a:gd name="T34" fmla="*/ 67 w 80"/>
                  <a:gd name="T35" fmla="*/ 81 h 93"/>
                  <a:gd name="T36" fmla="*/ 52 w 80"/>
                  <a:gd name="T37" fmla="*/ 90 h 93"/>
                  <a:gd name="T38" fmla="*/ 31 w 80"/>
                  <a:gd name="T39" fmla="*/ 93 h 93"/>
                  <a:gd name="T40" fmla="*/ 0 w 80"/>
                  <a:gd name="T41" fmla="*/ 93 h 93"/>
                  <a:gd name="T42" fmla="*/ 0 w 80"/>
                  <a:gd name="T43" fmla="*/ 0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0" h="93">
                    <a:moveTo>
                      <a:pt x="32" y="76"/>
                    </a:moveTo>
                    <a:cubicBezTo>
                      <a:pt x="37" y="76"/>
                      <a:pt x="41" y="76"/>
                      <a:pt x="45" y="74"/>
                    </a:cubicBezTo>
                    <a:cubicBezTo>
                      <a:pt x="48" y="73"/>
                      <a:pt x="51" y="71"/>
                      <a:pt x="53" y="68"/>
                    </a:cubicBezTo>
                    <a:cubicBezTo>
                      <a:pt x="56" y="65"/>
                      <a:pt x="57" y="62"/>
                      <a:pt x="58" y="58"/>
                    </a:cubicBezTo>
                    <a:cubicBezTo>
                      <a:pt x="59" y="55"/>
                      <a:pt x="60" y="51"/>
                      <a:pt x="60" y="46"/>
                    </a:cubicBezTo>
                    <a:cubicBezTo>
                      <a:pt x="60" y="41"/>
                      <a:pt x="59" y="37"/>
                      <a:pt x="59" y="34"/>
                    </a:cubicBezTo>
                    <a:cubicBezTo>
                      <a:pt x="58" y="30"/>
                      <a:pt x="56" y="27"/>
                      <a:pt x="54" y="24"/>
                    </a:cubicBezTo>
                    <a:cubicBezTo>
                      <a:pt x="52" y="22"/>
                      <a:pt x="50" y="20"/>
                      <a:pt x="46" y="18"/>
                    </a:cubicBezTo>
                    <a:cubicBezTo>
                      <a:pt x="43" y="17"/>
                      <a:pt x="39" y="16"/>
                      <a:pt x="35" y="16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19" y="76"/>
                      <a:pt x="19" y="76"/>
                      <a:pt x="19" y="76"/>
                    </a:cubicBezTo>
                    <a:lnTo>
                      <a:pt x="32" y="76"/>
                    </a:lnTo>
                    <a:close/>
                    <a:moveTo>
                      <a:pt x="0" y="0"/>
                    </a:moveTo>
                    <a:cubicBezTo>
                      <a:pt x="35" y="0"/>
                      <a:pt x="35" y="0"/>
                      <a:pt x="35" y="0"/>
                    </a:cubicBezTo>
                    <a:cubicBezTo>
                      <a:pt x="49" y="0"/>
                      <a:pt x="60" y="4"/>
                      <a:pt x="68" y="11"/>
                    </a:cubicBezTo>
                    <a:cubicBezTo>
                      <a:pt x="76" y="19"/>
                      <a:pt x="80" y="31"/>
                      <a:pt x="80" y="46"/>
                    </a:cubicBezTo>
                    <a:cubicBezTo>
                      <a:pt x="80" y="54"/>
                      <a:pt x="79" y="60"/>
                      <a:pt x="77" y="66"/>
                    </a:cubicBezTo>
                    <a:cubicBezTo>
                      <a:pt x="74" y="72"/>
                      <a:pt x="71" y="77"/>
                      <a:pt x="67" y="81"/>
                    </a:cubicBezTo>
                    <a:cubicBezTo>
                      <a:pt x="63" y="85"/>
                      <a:pt x="58" y="88"/>
                      <a:pt x="52" y="90"/>
                    </a:cubicBezTo>
                    <a:cubicBezTo>
                      <a:pt x="46" y="92"/>
                      <a:pt x="39" y="93"/>
                      <a:pt x="31" y="93"/>
                    </a:cubicBezTo>
                    <a:cubicBezTo>
                      <a:pt x="0" y="93"/>
                      <a:pt x="0" y="93"/>
                      <a:pt x="0" y="93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30" name="Freeform 10"/>
              <p:cNvSpPr>
                <a:spLocks/>
              </p:cNvSpPr>
              <p:nvPr/>
            </p:nvSpPr>
            <p:spPr bwMode="auto">
              <a:xfrm>
                <a:off x="5734051" y="6007100"/>
                <a:ext cx="671513" cy="833438"/>
              </a:xfrm>
              <a:custGeom>
                <a:avLst/>
                <a:gdLst>
                  <a:gd name="T0" fmla="*/ 0 w 423"/>
                  <a:gd name="T1" fmla="*/ 0 h 525"/>
                  <a:gd name="T2" fmla="*/ 101 w 423"/>
                  <a:gd name="T3" fmla="*/ 0 h 525"/>
                  <a:gd name="T4" fmla="*/ 316 w 423"/>
                  <a:gd name="T5" fmla="*/ 344 h 525"/>
                  <a:gd name="T6" fmla="*/ 316 w 423"/>
                  <a:gd name="T7" fmla="*/ 0 h 525"/>
                  <a:gd name="T8" fmla="*/ 423 w 423"/>
                  <a:gd name="T9" fmla="*/ 0 h 525"/>
                  <a:gd name="T10" fmla="*/ 423 w 423"/>
                  <a:gd name="T11" fmla="*/ 525 h 525"/>
                  <a:gd name="T12" fmla="*/ 327 w 423"/>
                  <a:gd name="T13" fmla="*/ 525 h 525"/>
                  <a:gd name="T14" fmla="*/ 107 w 423"/>
                  <a:gd name="T15" fmla="*/ 181 h 525"/>
                  <a:gd name="T16" fmla="*/ 107 w 423"/>
                  <a:gd name="T17" fmla="*/ 525 h 525"/>
                  <a:gd name="T18" fmla="*/ 0 w 423"/>
                  <a:gd name="T19" fmla="*/ 525 h 525"/>
                  <a:gd name="T20" fmla="*/ 0 w 423"/>
                  <a:gd name="T21" fmla="*/ 0 h 5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23" h="525">
                    <a:moveTo>
                      <a:pt x="0" y="0"/>
                    </a:moveTo>
                    <a:lnTo>
                      <a:pt x="101" y="0"/>
                    </a:lnTo>
                    <a:lnTo>
                      <a:pt x="316" y="344"/>
                    </a:lnTo>
                    <a:lnTo>
                      <a:pt x="316" y="0"/>
                    </a:lnTo>
                    <a:lnTo>
                      <a:pt x="423" y="0"/>
                    </a:lnTo>
                    <a:lnTo>
                      <a:pt x="423" y="525"/>
                    </a:lnTo>
                    <a:lnTo>
                      <a:pt x="327" y="525"/>
                    </a:lnTo>
                    <a:lnTo>
                      <a:pt x="107" y="181"/>
                    </a:lnTo>
                    <a:lnTo>
                      <a:pt x="107" y="525"/>
                    </a:lnTo>
                    <a:lnTo>
                      <a:pt x="0" y="52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31" name="Freeform 11"/>
              <p:cNvSpPr>
                <a:spLocks noEditPoints="1"/>
              </p:cNvSpPr>
              <p:nvPr/>
            </p:nvSpPr>
            <p:spPr bwMode="auto">
              <a:xfrm>
                <a:off x="6548438" y="5980113"/>
                <a:ext cx="796925" cy="877888"/>
              </a:xfrm>
              <a:custGeom>
                <a:avLst/>
                <a:gdLst>
                  <a:gd name="T0" fmla="*/ 45 w 89"/>
                  <a:gd name="T1" fmla="*/ 82 h 98"/>
                  <a:gd name="T2" fmla="*/ 63 w 89"/>
                  <a:gd name="T3" fmla="*/ 73 h 98"/>
                  <a:gd name="T4" fmla="*/ 69 w 89"/>
                  <a:gd name="T5" fmla="*/ 49 h 98"/>
                  <a:gd name="T6" fmla="*/ 63 w 89"/>
                  <a:gd name="T7" fmla="*/ 26 h 98"/>
                  <a:gd name="T8" fmla="*/ 45 w 89"/>
                  <a:gd name="T9" fmla="*/ 17 h 98"/>
                  <a:gd name="T10" fmla="*/ 26 w 89"/>
                  <a:gd name="T11" fmla="*/ 26 h 98"/>
                  <a:gd name="T12" fmla="*/ 20 w 89"/>
                  <a:gd name="T13" fmla="*/ 49 h 98"/>
                  <a:gd name="T14" fmla="*/ 26 w 89"/>
                  <a:gd name="T15" fmla="*/ 73 h 98"/>
                  <a:gd name="T16" fmla="*/ 45 w 89"/>
                  <a:gd name="T17" fmla="*/ 82 h 98"/>
                  <a:gd name="T18" fmla="*/ 45 w 89"/>
                  <a:gd name="T19" fmla="*/ 98 h 98"/>
                  <a:gd name="T20" fmla="*/ 26 w 89"/>
                  <a:gd name="T21" fmla="*/ 95 h 98"/>
                  <a:gd name="T22" fmla="*/ 12 w 89"/>
                  <a:gd name="T23" fmla="*/ 85 h 98"/>
                  <a:gd name="T24" fmla="*/ 3 w 89"/>
                  <a:gd name="T25" fmla="*/ 70 h 98"/>
                  <a:gd name="T26" fmla="*/ 0 w 89"/>
                  <a:gd name="T27" fmla="*/ 49 h 98"/>
                  <a:gd name="T28" fmla="*/ 3 w 89"/>
                  <a:gd name="T29" fmla="*/ 29 h 98"/>
                  <a:gd name="T30" fmla="*/ 12 w 89"/>
                  <a:gd name="T31" fmla="*/ 14 h 98"/>
                  <a:gd name="T32" fmla="*/ 26 w 89"/>
                  <a:gd name="T33" fmla="*/ 4 h 98"/>
                  <a:gd name="T34" fmla="*/ 45 w 89"/>
                  <a:gd name="T35" fmla="*/ 0 h 98"/>
                  <a:gd name="T36" fmla="*/ 63 w 89"/>
                  <a:gd name="T37" fmla="*/ 4 h 98"/>
                  <a:gd name="T38" fmla="*/ 77 w 89"/>
                  <a:gd name="T39" fmla="*/ 14 h 98"/>
                  <a:gd name="T40" fmla="*/ 86 w 89"/>
                  <a:gd name="T41" fmla="*/ 29 h 98"/>
                  <a:gd name="T42" fmla="*/ 89 w 89"/>
                  <a:gd name="T43" fmla="*/ 49 h 98"/>
                  <a:gd name="T44" fmla="*/ 86 w 89"/>
                  <a:gd name="T45" fmla="*/ 70 h 98"/>
                  <a:gd name="T46" fmla="*/ 77 w 89"/>
                  <a:gd name="T47" fmla="*/ 85 h 98"/>
                  <a:gd name="T48" fmla="*/ 63 w 89"/>
                  <a:gd name="T49" fmla="*/ 95 h 98"/>
                  <a:gd name="T50" fmla="*/ 45 w 89"/>
                  <a:gd name="T51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89" h="98">
                    <a:moveTo>
                      <a:pt x="45" y="82"/>
                    </a:moveTo>
                    <a:cubicBezTo>
                      <a:pt x="53" y="82"/>
                      <a:pt x="59" y="79"/>
                      <a:pt x="63" y="73"/>
                    </a:cubicBezTo>
                    <a:cubicBezTo>
                      <a:pt x="67" y="68"/>
                      <a:pt x="69" y="60"/>
                      <a:pt x="69" y="49"/>
                    </a:cubicBezTo>
                    <a:cubicBezTo>
                      <a:pt x="69" y="39"/>
                      <a:pt x="67" y="31"/>
                      <a:pt x="63" y="26"/>
                    </a:cubicBezTo>
                    <a:cubicBezTo>
                      <a:pt x="59" y="20"/>
                      <a:pt x="53" y="17"/>
                      <a:pt x="45" y="17"/>
                    </a:cubicBezTo>
                    <a:cubicBezTo>
                      <a:pt x="36" y="17"/>
                      <a:pt x="30" y="20"/>
                      <a:pt x="26" y="26"/>
                    </a:cubicBezTo>
                    <a:cubicBezTo>
                      <a:pt x="22" y="31"/>
                      <a:pt x="20" y="39"/>
                      <a:pt x="20" y="49"/>
                    </a:cubicBezTo>
                    <a:cubicBezTo>
                      <a:pt x="20" y="60"/>
                      <a:pt x="22" y="68"/>
                      <a:pt x="26" y="73"/>
                    </a:cubicBezTo>
                    <a:cubicBezTo>
                      <a:pt x="30" y="79"/>
                      <a:pt x="36" y="82"/>
                      <a:pt x="45" y="82"/>
                    </a:cubicBezTo>
                    <a:moveTo>
                      <a:pt x="45" y="98"/>
                    </a:moveTo>
                    <a:cubicBezTo>
                      <a:pt x="38" y="98"/>
                      <a:pt x="31" y="97"/>
                      <a:pt x="26" y="95"/>
                    </a:cubicBezTo>
                    <a:cubicBezTo>
                      <a:pt x="21" y="93"/>
                      <a:pt x="16" y="89"/>
                      <a:pt x="12" y="85"/>
                    </a:cubicBezTo>
                    <a:cubicBezTo>
                      <a:pt x="8" y="81"/>
                      <a:pt x="5" y="76"/>
                      <a:pt x="3" y="70"/>
                    </a:cubicBezTo>
                    <a:cubicBezTo>
                      <a:pt x="1" y="64"/>
                      <a:pt x="0" y="57"/>
                      <a:pt x="0" y="49"/>
                    </a:cubicBezTo>
                    <a:cubicBezTo>
                      <a:pt x="0" y="42"/>
                      <a:pt x="1" y="35"/>
                      <a:pt x="3" y="29"/>
                    </a:cubicBezTo>
                    <a:cubicBezTo>
                      <a:pt x="5" y="23"/>
                      <a:pt x="8" y="18"/>
                      <a:pt x="12" y="14"/>
                    </a:cubicBezTo>
                    <a:cubicBezTo>
                      <a:pt x="16" y="9"/>
                      <a:pt x="21" y="6"/>
                      <a:pt x="26" y="4"/>
                    </a:cubicBezTo>
                    <a:cubicBezTo>
                      <a:pt x="32" y="2"/>
                      <a:pt x="38" y="0"/>
                      <a:pt x="45" y="0"/>
                    </a:cubicBezTo>
                    <a:cubicBezTo>
                      <a:pt x="52" y="0"/>
                      <a:pt x="58" y="2"/>
                      <a:pt x="63" y="4"/>
                    </a:cubicBezTo>
                    <a:cubicBezTo>
                      <a:pt x="69" y="6"/>
                      <a:pt x="73" y="9"/>
                      <a:pt x="77" y="14"/>
                    </a:cubicBezTo>
                    <a:cubicBezTo>
                      <a:pt x="81" y="18"/>
                      <a:pt x="84" y="23"/>
                      <a:pt x="86" y="29"/>
                    </a:cubicBezTo>
                    <a:cubicBezTo>
                      <a:pt x="88" y="35"/>
                      <a:pt x="89" y="42"/>
                      <a:pt x="89" y="49"/>
                    </a:cubicBezTo>
                    <a:cubicBezTo>
                      <a:pt x="89" y="57"/>
                      <a:pt x="88" y="64"/>
                      <a:pt x="86" y="70"/>
                    </a:cubicBezTo>
                    <a:cubicBezTo>
                      <a:pt x="84" y="76"/>
                      <a:pt x="81" y="81"/>
                      <a:pt x="77" y="85"/>
                    </a:cubicBezTo>
                    <a:cubicBezTo>
                      <a:pt x="74" y="89"/>
                      <a:pt x="69" y="93"/>
                      <a:pt x="63" y="95"/>
                    </a:cubicBezTo>
                    <a:cubicBezTo>
                      <a:pt x="58" y="97"/>
                      <a:pt x="52" y="98"/>
                      <a:pt x="45" y="9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32" name="Freeform 12"/>
              <p:cNvSpPr>
                <a:spLocks/>
              </p:cNvSpPr>
              <p:nvPr/>
            </p:nvSpPr>
            <p:spPr bwMode="auto">
              <a:xfrm>
                <a:off x="7453313" y="5980113"/>
                <a:ext cx="742950" cy="877888"/>
              </a:xfrm>
              <a:custGeom>
                <a:avLst/>
                <a:gdLst>
                  <a:gd name="T0" fmla="*/ 83 w 83"/>
                  <a:gd name="T1" fmla="*/ 64 h 98"/>
                  <a:gd name="T2" fmla="*/ 79 w 83"/>
                  <a:gd name="T3" fmla="*/ 77 h 98"/>
                  <a:gd name="T4" fmla="*/ 71 w 83"/>
                  <a:gd name="T5" fmla="*/ 88 h 98"/>
                  <a:gd name="T6" fmla="*/ 59 w 83"/>
                  <a:gd name="T7" fmla="*/ 96 h 98"/>
                  <a:gd name="T8" fmla="*/ 43 w 83"/>
                  <a:gd name="T9" fmla="*/ 98 h 98"/>
                  <a:gd name="T10" fmla="*/ 24 w 83"/>
                  <a:gd name="T11" fmla="*/ 95 h 98"/>
                  <a:gd name="T12" fmla="*/ 11 w 83"/>
                  <a:gd name="T13" fmla="*/ 85 h 98"/>
                  <a:gd name="T14" fmla="*/ 3 w 83"/>
                  <a:gd name="T15" fmla="*/ 69 h 98"/>
                  <a:gd name="T16" fmla="*/ 0 w 83"/>
                  <a:gd name="T17" fmla="*/ 49 h 98"/>
                  <a:gd name="T18" fmla="*/ 3 w 83"/>
                  <a:gd name="T19" fmla="*/ 29 h 98"/>
                  <a:gd name="T20" fmla="*/ 12 w 83"/>
                  <a:gd name="T21" fmla="*/ 14 h 98"/>
                  <a:gd name="T22" fmla="*/ 25 w 83"/>
                  <a:gd name="T23" fmla="*/ 4 h 98"/>
                  <a:gd name="T24" fmla="*/ 43 w 83"/>
                  <a:gd name="T25" fmla="*/ 0 h 98"/>
                  <a:gd name="T26" fmla="*/ 59 w 83"/>
                  <a:gd name="T27" fmla="*/ 3 h 98"/>
                  <a:gd name="T28" fmla="*/ 70 w 83"/>
                  <a:gd name="T29" fmla="*/ 9 h 98"/>
                  <a:gd name="T30" fmla="*/ 77 w 83"/>
                  <a:gd name="T31" fmla="*/ 19 h 98"/>
                  <a:gd name="T32" fmla="*/ 81 w 83"/>
                  <a:gd name="T33" fmla="*/ 32 h 98"/>
                  <a:gd name="T34" fmla="*/ 62 w 83"/>
                  <a:gd name="T35" fmla="*/ 35 h 98"/>
                  <a:gd name="T36" fmla="*/ 56 w 83"/>
                  <a:gd name="T37" fmla="*/ 22 h 98"/>
                  <a:gd name="T38" fmla="*/ 43 w 83"/>
                  <a:gd name="T39" fmla="*/ 17 h 98"/>
                  <a:gd name="T40" fmla="*/ 26 w 83"/>
                  <a:gd name="T41" fmla="*/ 26 h 98"/>
                  <a:gd name="T42" fmla="*/ 20 w 83"/>
                  <a:gd name="T43" fmla="*/ 49 h 98"/>
                  <a:gd name="T44" fmla="*/ 27 w 83"/>
                  <a:gd name="T45" fmla="*/ 73 h 98"/>
                  <a:gd name="T46" fmla="*/ 43 w 83"/>
                  <a:gd name="T47" fmla="*/ 82 h 98"/>
                  <a:gd name="T48" fmla="*/ 56 w 83"/>
                  <a:gd name="T49" fmla="*/ 77 h 98"/>
                  <a:gd name="T50" fmla="*/ 62 w 83"/>
                  <a:gd name="T51" fmla="*/ 64 h 98"/>
                  <a:gd name="T52" fmla="*/ 83 w 83"/>
                  <a:gd name="T53" fmla="*/ 6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3" h="98">
                    <a:moveTo>
                      <a:pt x="83" y="64"/>
                    </a:moveTo>
                    <a:cubicBezTo>
                      <a:pt x="82" y="69"/>
                      <a:pt x="81" y="73"/>
                      <a:pt x="79" y="77"/>
                    </a:cubicBezTo>
                    <a:cubicBezTo>
                      <a:pt x="77" y="82"/>
                      <a:pt x="75" y="85"/>
                      <a:pt x="71" y="88"/>
                    </a:cubicBezTo>
                    <a:cubicBezTo>
                      <a:pt x="68" y="91"/>
                      <a:pt x="64" y="94"/>
                      <a:pt x="59" y="96"/>
                    </a:cubicBezTo>
                    <a:cubicBezTo>
                      <a:pt x="55" y="97"/>
                      <a:pt x="49" y="98"/>
                      <a:pt x="43" y="98"/>
                    </a:cubicBezTo>
                    <a:cubicBezTo>
                      <a:pt x="36" y="98"/>
                      <a:pt x="30" y="97"/>
                      <a:pt x="24" y="95"/>
                    </a:cubicBezTo>
                    <a:cubicBezTo>
                      <a:pt x="19" y="92"/>
                      <a:pt x="15" y="89"/>
                      <a:pt x="11" y="85"/>
                    </a:cubicBezTo>
                    <a:cubicBezTo>
                      <a:pt x="7" y="81"/>
                      <a:pt x="5" y="75"/>
                      <a:pt x="3" y="69"/>
                    </a:cubicBezTo>
                    <a:cubicBezTo>
                      <a:pt x="1" y="63"/>
                      <a:pt x="0" y="57"/>
                      <a:pt x="0" y="49"/>
                    </a:cubicBezTo>
                    <a:cubicBezTo>
                      <a:pt x="0" y="42"/>
                      <a:pt x="1" y="35"/>
                      <a:pt x="3" y="29"/>
                    </a:cubicBezTo>
                    <a:cubicBezTo>
                      <a:pt x="5" y="23"/>
                      <a:pt x="8" y="18"/>
                      <a:pt x="12" y="14"/>
                    </a:cubicBezTo>
                    <a:cubicBezTo>
                      <a:pt x="15" y="9"/>
                      <a:pt x="20" y="6"/>
                      <a:pt x="25" y="4"/>
                    </a:cubicBezTo>
                    <a:cubicBezTo>
                      <a:pt x="31" y="2"/>
                      <a:pt x="37" y="0"/>
                      <a:pt x="43" y="0"/>
                    </a:cubicBezTo>
                    <a:cubicBezTo>
                      <a:pt x="49" y="0"/>
                      <a:pt x="54" y="1"/>
                      <a:pt x="59" y="3"/>
                    </a:cubicBezTo>
                    <a:cubicBezTo>
                      <a:pt x="63" y="4"/>
                      <a:pt x="67" y="6"/>
                      <a:pt x="70" y="9"/>
                    </a:cubicBezTo>
                    <a:cubicBezTo>
                      <a:pt x="73" y="12"/>
                      <a:pt x="75" y="15"/>
                      <a:pt x="77" y="19"/>
                    </a:cubicBezTo>
                    <a:cubicBezTo>
                      <a:pt x="79" y="23"/>
                      <a:pt x="80" y="27"/>
                      <a:pt x="81" y="32"/>
                    </a:cubicBezTo>
                    <a:cubicBezTo>
                      <a:pt x="62" y="35"/>
                      <a:pt x="62" y="35"/>
                      <a:pt x="62" y="35"/>
                    </a:cubicBezTo>
                    <a:cubicBezTo>
                      <a:pt x="61" y="29"/>
                      <a:pt x="59" y="25"/>
                      <a:pt x="56" y="22"/>
                    </a:cubicBezTo>
                    <a:cubicBezTo>
                      <a:pt x="53" y="19"/>
                      <a:pt x="49" y="17"/>
                      <a:pt x="43" y="17"/>
                    </a:cubicBezTo>
                    <a:cubicBezTo>
                      <a:pt x="36" y="17"/>
                      <a:pt x="30" y="20"/>
                      <a:pt x="26" y="26"/>
                    </a:cubicBezTo>
                    <a:cubicBezTo>
                      <a:pt x="22" y="31"/>
                      <a:pt x="20" y="39"/>
                      <a:pt x="20" y="49"/>
                    </a:cubicBezTo>
                    <a:cubicBezTo>
                      <a:pt x="20" y="60"/>
                      <a:pt x="23" y="68"/>
                      <a:pt x="27" y="73"/>
                    </a:cubicBezTo>
                    <a:cubicBezTo>
                      <a:pt x="31" y="79"/>
                      <a:pt x="36" y="82"/>
                      <a:pt x="43" y="82"/>
                    </a:cubicBezTo>
                    <a:cubicBezTo>
                      <a:pt x="49" y="82"/>
                      <a:pt x="54" y="80"/>
                      <a:pt x="56" y="77"/>
                    </a:cubicBezTo>
                    <a:cubicBezTo>
                      <a:pt x="59" y="74"/>
                      <a:pt x="61" y="69"/>
                      <a:pt x="62" y="64"/>
                    </a:cubicBezTo>
                    <a:lnTo>
                      <a:pt x="83" y="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33" name="Freeform 13"/>
              <p:cNvSpPr>
                <a:spLocks noEditPoints="1"/>
              </p:cNvSpPr>
              <p:nvPr/>
            </p:nvSpPr>
            <p:spPr bwMode="auto">
              <a:xfrm>
                <a:off x="3986213" y="4735513"/>
                <a:ext cx="1066800" cy="887413"/>
              </a:xfrm>
              <a:custGeom>
                <a:avLst/>
                <a:gdLst>
                  <a:gd name="T0" fmla="*/ 82 w 119"/>
                  <a:gd name="T1" fmla="*/ 40 h 99"/>
                  <a:gd name="T2" fmla="*/ 82 w 119"/>
                  <a:gd name="T3" fmla="*/ 47 h 99"/>
                  <a:gd name="T4" fmla="*/ 57 w 119"/>
                  <a:gd name="T5" fmla="*/ 47 h 99"/>
                  <a:gd name="T6" fmla="*/ 57 w 119"/>
                  <a:gd name="T7" fmla="*/ 40 h 99"/>
                  <a:gd name="T8" fmla="*/ 60 w 119"/>
                  <a:gd name="T9" fmla="*/ 40 h 99"/>
                  <a:gd name="T10" fmla="*/ 60 w 119"/>
                  <a:gd name="T11" fmla="*/ 36 h 99"/>
                  <a:gd name="T12" fmla="*/ 63 w 119"/>
                  <a:gd name="T13" fmla="*/ 28 h 99"/>
                  <a:gd name="T14" fmla="*/ 71 w 119"/>
                  <a:gd name="T15" fmla="*/ 25 h 99"/>
                  <a:gd name="T16" fmla="*/ 78 w 119"/>
                  <a:gd name="T17" fmla="*/ 28 h 99"/>
                  <a:gd name="T18" fmla="*/ 81 w 119"/>
                  <a:gd name="T19" fmla="*/ 35 h 99"/>
                  <a:gd name="T20" fmla="*/ 75 w 119"/>
                  <a:gd name="T21" fmla="*/ 36 h 99"/>
                  <a:gd name="T22" fmla="*/ 74 w 119"/>
                  <a:gd name="T23" fmla="*/ 32 h 99"/>
                  <a:gd name="T24" fmla="*/ 71 w 119"/>
                  <a:gd name="T25" fmla="*/ 32 h 99"/>
                  <a:gd name="T26" fmla="*/ 67 w 119"/>
                  <a:gd name="T27" fmla="*/ 36 h 99"/>
                  <a:gd name="T28" fmla="*/ 67 w 119"/>
                  <a:gd name="T29" fmla="*/ 40 h 99"/>
                  <a:gd name="T30" fmla="*/ 82 w 119"/>
                  <a:gd name="T31" fmla="*/ 40 h 99"/>
                  <a:gd name="T32" fmla="*/ 100 w 119"/>
                  <a:gd name="T33" fmla="*/ 82 h 99"/>
                  <a:gd name="T34" fmla="*/ 100 w 119"/>
                  <a:gd name="T35" fmla="*/ 0 h 99"/>
                  <a:gd name="T36" fmla="*/ 119 w 119"/>
                  <a:gd name="T37" fmla="*/ 0 h 99"/>
                  <a:gd name="T38" fmla="*/ 119 w 119"/>
                  <a:gd name="T39" fmla="*/ 99 h 99"/>
                  <a:gd name="T40" fmla="*/ 38 w 119"/>
                  <a:gd name="T41" fmla="*/ 99 h 99"/>
                  <a:gd name="T42" fmla="*/ 10 w 119"/>
                  <a:gd name="T43" fmla="*/ 91 h 99"/>
                  <a:gd name="T44" fmla="*/ 0 w 119"/>
                  <a:gd name="T45" fmla="*/ 65 h 99"/>
                  <a:gd name="T46" fmla="*/ 4 w 119"/>
                  <a:gd name="T47" fmla="*/ 49 h 99"/>
                  <a:gd name="T48" fmla="*/ 16 w 119"/>
                  <a:gd name="T49" fmla="*/ 37 h 99"/>
                  <a:gd name="T50" fmla="*/ 34 w 119"/>
                  <a:gd name="T51" fmla="*/ 33 h 99"/>
                  <a:gd name="T52" fmla="*/ 36 w 119"/>
                  <a:gd name="T53" fmla="*/ 49 h 99"/>
                  <a:gd name="T54" fmla="*/ 23 w 119"/>
                  <a:gd name="T55" fmla="*/ 54 h 99"/>
                  <a:gd name="T56" fmla="*/ 19 w 119"/>
                  <a:gd name="T57" fmla="*/ 65 h 99"/>
                  <a:gd name="T58" fmla="*/ 23 w 119"/>
                  <a:gd name="T59" fmla="*/ 78 h 99"/>
                  <a:gd name="T60" fmla="*/ 38 w 119"/>
                  <a:gd name="T61" fmla="*/ 82 h 99"/>
                  <a:gd name="T62" fmla="*/ 100 w 119"/>
                  <a:gd name="T63" fmla="*/ 82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19" h="99">
                    <a:moveTo>
                      <a:pt x="82" y="40"/>
                    </a:moveTo>
                    <a:cubicBezTo>
                      <a:pt x="82" y="47"/>
                      <a:pt x="82" y="47"/>
                      <a:pt x="82" y="47"/>
                    </a:cubicBezTo>
                    <a:cubicBezTo>
                      <a:pt x="57" y="47"/>
                      <a:pt x="57" y="47"/>
                      <a:pt x="57" y="47"/>
                    </a:cubicBezTo>
                    <a:cubicBezTo>
                      <a:pt x="57" y="40"/>
                      <a:pt x="57" y="40"/>
                      <a:pt x="57" y="40"/>
                    </a:cubicBezTo>
                    <a:cubicBezTo>
                      <a:pt x="60" y="40"/>
                      <a:pt x="60" y="40"/>
                      <a:pt x="60" y="40"/>
                    </a:cubicBezTo>
                    <a:cubicBezTo>
                      <a:pt x="60" y="36"/>
                      <a:pt x="60" y="36"/>
                      <a:pt x="60" y="36"/>
                    </a:cubicBezTo>
                    <a:cubicBezTo>
                      <a:pt x="60" y="33"/>
                      <a:pt x="61" y="30"/>
                      <a:pt x="63" y="28"/>
                    </a:cubicBezTo>
                    <a:cubicBezTo>
                      <a:pt x="65" y="26"/>
                      <a:pt x="67" y="25"/>
                      <a:pt x="71" y="25"/>
                    </a:cubicBezTo>
                    <a:cubicBezTo>
                      <a:pt x="74" y="25"/>
                      <a:pt x="77" y="26"/>
                      <a:pt x="78" y="28"/>
                    </a:cubicBezTo>
                    <a:cubicBezTo>
                      <a:pt x="80" y="29"/>
                      <a:pt x="81" y="31"/>
                      <a:pt x="81" y="35"/>
                    </a:cubicBezTo>
                    <a:cubicBezTo>
                      <a:pt x="75" y="36"/>
                      <a:pt x="75" y="36"/>
                      <a:pt x="75" y="36"/>
                    </a:cubicBezTo>
                    <a:cubicBezTo>
                      <a:pt x="75" y="34"/>
                      <a:pt x="75" y="33"/>
                      <a:pt x="74" y="32"/>
                    </a:cubicBezTo>
                    <a:cubicBezTo>
                      <a:pt x="74" y="32"/>
                      <a:pt x="73" y="32"/>
                      <a:pt x="71" y="32"/>
                    </a:cubicBezTo>
                    <a:cubicBezTo>
                      <a:pt x="68" y="32"/>
                      <a:pt x="67" y="33"/>
                      <a:pt x="67" y="36"/>
                    </a:cubicBezTo>
                    <a:cubicBezTo>
                      <a:pt x="67" y="40"/>
                      <a:pt x="67" y="40"/>
                      <a:pt x="67" y="40"/>
                    </a:cubicBezTo>
                    <a:lnTo>
                      <a:pt x="82" y="40"/>
                    </a:lnTo>
                    <a:close/>
                    <a:moveTo>
                      <a:pt x="100" y="82"/>
                    </a:moveTo>
                    <a:cubicBezTo>
                      <a:pt x="100" y="0"/>
                      <a:pt x="100" y="0"/>
                      <a:pt x="100" y="0"/>
                    </a:cubicBezTo>
                    <a:cubicBezTo>
                      <a:pt x="119" y="0"/>
                      <a:pt x="119" y="0"/>
                      <a:pt x="119" y="0"/>
                    </a:cubicBezTo>
                    <a:cubicBezTo>
                      <a:pt x="119" y="99"/>
                      <a:pt x="119" y="99"/>
                      <a:pt x="119" y="99"/>
                    </a:cubicBezTo>
                    <a:cubicBezTo>
                      <a:pt x="38" y="99"/>
                      <a:pt x="38" y="99"/>
                      <a:pt x="38" y="99"/>
                    </a:cubicBezTo>
                    <a:cubicBezTo>
                      <a:pt x="25" y="99"/>
                      <a:pt x="16" y="96"/>
                      <a:pt x="10" y="91"/>
                    </a:cubicBezTo>
                    <a:cubicBezTo>
                      <a:pt x="3" y="85"/>
                      <a:pt x="0" y="77"/>
                      <a:pt x="0" y="65"/>
                    </a:cubicBezTo>
                    <a:cubicBezTo>
                      <a:pt x="0" y="59"/>
                      <a:pt x="2" y="54"/>
                      <a:pt x="4" y="49"/>
                    </a:cubicBezTo>
                    <a:cubicBezTo>
                      <a:pt x="7" y="44"/>
                      <a:pt x="11" y="40"/>
                      <a:pt x="16" y="37"/>
                    </a:cubicBezTo>
                    <a:cubicBezTo>
                      <a:pt x="21" y="34"/>
                      <a:pt x="27" y="33"/>
                      <a:pt x="34" y="33"/>
                    </a:cubicBezTo>
                    <a:cubicBezTo>
                      <a:pt x="36" y="49"/>
                      <a:pt x="36" y="49"/>
                      <a:pt x="36" y="49"/>
                    </a:cubicBezTo>
                    <a:cubicBezTo>
                      <a:pt x="30" y="50"/>
                      <a:pt x="25" y="51"/>
                      <a:pt x="23" y="54"/>
                    </a:cubicBezTo>
                    <a:cubicBezTo>
                      <a:pt x="20" y="56"/>
                      <a:pt x="19" y="60"/>
                      <a:pt x="19" y="65"/>
                    </a:cubicBezTo>
                    <a:cubicBezTo>
                      <a:pt x="19" y="71"/>
                      <a:pt x="20" y="76"/>
                      <a:pt x="23" y="78"/>
                    </a:cubicBezTo>
                    <a:cubicBezTo>
                      <a:pt x="26" y="81"/>
                      <a:pt x="31" y="82"/>
                      <a:pt x="38" y="82"/>
                    </a:cubicBezTo>
                    <a:lnTo>
                      <a:pt x="100" y="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34" name="Freeform 14"/>
              <p:cNvSpPr>
                <a:spLocks noEditPoints="1"/>
              </p:cNvSpPr>
              <p:nvPr/>
            </p:nvSpPr>
            <p:spPr bwMode="auto">
              <a:xfrm>
                <a:off x="5195888" y="5005388"/>
                <a:ext cx="1684338" cy="903288"/>
              </a:xfrm>
              <a:custGeom>
                <a:avLst/>
                <a:gdLst>
                  <a:gd name="T0" fmla="*/ 44 w 188"/>
                  <a:gd name="T1" fmla="*/ 52 h 101"/>
                  <a:gd name="T2" fmla="*/ 38 w 188"/>
                  <a:gd name="T3" fmla="*/ 52 h 101"/>
                  <a:gd name="T4" fmla="*/ 19 w 188"/>
                  <a:gd name="T5" fmla="*/ 32 h 101"/>
                  <a:gd name="T6" fmla="*/ 22 w 188"/>
                  <a:gd name="T7" fmla="*/ 20 h 101"/>
                  <a:gd name="T8" fmla="*/ 32 w 188"/>
                  <a:gd name="T9" fmla="*/ 16 h 101"/>
                  <a:gd name="T10" fmla="*/ 39 w 188"/>
                  <a:gd name="T11" fmla="*/ 17 h 101"/>
                  <a:gd name="T12" fmla="*/ 43 w 188"/>
                  <a:gd name="T13" fmla="*/ 23 h 101"/>
                  <a:gd name="T14" fmla="*/ 44 w 188"/>
                  <a:gd name="T15" fmla="*/ 37 h 101"/>
                  <a:gd name="T16" fmla="*/ 44 w 188"/>
                  <a:gd name="T17" fmla="*/ 52 h 101"/>
                  <a:gd name="T18" fmla="*/ 170 w 188"/>
                  <a:gd name="T19" fmla="*/ 0 h 101"/>
                  <a:gd name="T20" fmla="*/ 170 w 188"/>
                  <a:gd name="T21" fmla="*/ 52 h 101"/>
                  <a:gd name="T22" fmla="*/ 63 w 188"/>
                  <a:gd name="T23" fmla="*/ 52 h 101"/>
                  <a:gd name="T24" fmla="*/ 63 w 188"/>
                  <a:gd name="T25" fmla="*/ 32 h 101"/>
                  <a:gd name="T26" fmla="*/ 55 w 188"/>
                  <a:gd name="T27" fmla="*/ 8 h 101"/>
                  <a:gd name="T28" fmla="*/ 32 w 188"/>
                  <a:gd name="T29" fmla="*/ 0 h 101"/>
                  <a:gd name="T30" fmla="*/ 8 w 188"/>
                  <a:gd name="T31" fmla="*/ 9 h 101"/>
                  <a:gd name="T32" fmla="*/ 0 w 188"/>
                  <a:gd name="T33" fmla="*/ 32 h 101"/>
                  <a:gd name="T34" fmla="*/ 11 w 188"/>
                  <a:gd name="T35" fmla="*/ 60 h 101"/>
                  <a:gd name="T36" fmla="*/ 42 w 188"/>
                  <a:gd name="T37" fmla="*/ 69 h 101"/>
                  <a:gd name="T38" fmla="*/ 44 w 188"/>
                  <a:gd name="T39" fmla="*/ 69 h 101"/>
                  <a:gd name="T40" fmla="*/ 44 w 188"/>
                  <a:gd name="T41" fmla="*/ 72 h 101"/>
                  <a:gd name="T42" fmla="*/ 41 w 188"/>
                  <a:gd name="T43" fmla="*/ 86 h 101"/>
                  <a:gd name="T44" fmla="*/ 51 w 188"/>
                  <a:gd name="T45" fmla="*/ 101 h 101"/>
                  <a:gd name="T46" fmla="*/ 55 w 188"/>
                  <a:gd name="T47" fmla="*/ 97 h 101"/>
                  <a:gd name="T48" fmla="*/ 63 w 188"/>
                  <a:gd name="T49" fmla="*/ 69 h 101"/>
                  <a:gd name="T50" fmla="*/ 188 w 188"/>
                  <a:gd name="T51" fmla="*/ 69 h 101"/>
                  <a:gd name="T52" fmla="*/ 188 w 188"/>
                  <a:gd name="T53" fmla="*/ 0 h 101"/>
                  <a:gd name="T54" fmla="*/ 170 w 188"/>
                  <a:gd name="T55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88" h="101">
                    <a:moveTo>
                      <a:pt x="44" y="52"/>
                    </a:moveTo>
                    <a:cubicBezTo>
                      <a:pt x="38" y="52"/>
                      <a:pt x="38" y="52"/>
                      <a:pt x="38" y="52"/>
                    </a:cubicBezTo>
                    <a:cubicBezTo>
                      <a:pt x="25" y="52"/>
                      <a:pt x="19" y="45"/>
                      <a:pt x="19" y="32"/>
                    </a:cubicBezTo>
                    <a:cubicBezTo>
                      <a:pt x="19" y="27"/>
                      <a:pt x="20" y="23"/>
                      <a:pt x="22" y="20"/>
                    </a:cubicBezTo>
                    <a:cubicBezTo>
                      <a:pt x="24" y="17"/>
                      <a:pt x="27" y="16"/>
                      <a:pt x="32" y="16"/>
                    </a:cubicBezTo>
                    <a:cubicBezTo>
                      <a:pt x="35" y="16"/>
                      <a:pt x="37" y="16"/>
                      <a:pt x="39" y="17"/>
                    </a:cubicBezTo>
                    <a:cubicBezTo>
                      <a:pt x="41" y="19"/>
                      <a:pt x="42" y="20"/>
                      <a:pt x="43" y="23"/>
                    </a:cubicBezTo>
                    <a:cubicBezTo>
                      <a:pt x="44" y="26"/>
                      <a:pt x="44" y="32"/>
                      <a:pt x="44" y="37"/>
                    </a:cubicBezTo>
                    <a:lnTo>
                      <a:pt x="44" y="52"/>
                    </a:lnTo>
                    <a:close/>
                    <a:moveTo>
                      <a:pt x="170" y="0"/>
                    </a:moveTo>
                    <a:cubicBezTo>
                      <a:pt x="170" y="52"/>
                      <a:pt x="170" y="52"/>
                      <a:pt x="170" y="52"/>
                    </a:cubicBezTo>
                    <a:cubicBezTo>
                      <a:pt x="63" y="52"/>
                      <a:pt x="63" y="52"/>
                      <a:pt x="63" y="52"/>
                    </a:cubicBezTo>
                    <a:cubicBezTo>
                      <a:pt x="63" y="32"/>
                      <a:pt x="63" y="32"/>
                      <a:pt x="63" y="32"/>
                    </a:cubicBezTo>
                    <a:cubicBezTo>
                      <a:pt x="63" y="22"/>
                      <a:pt x="60" y="13"/>
                      <a:pt x="55" y="8"/>
                    </a:cubicBezTo>
                    <a:cubicBezTo>
                      <a:pt x="50" y="3"/>
                      <a:pt x="42" y="0"/>
                      <a:pt x="32" y="0"/>
                    </a:cubicBezTo>
                    <a:cubicBezTo>
                      <a:pt x="22" y="0"/>
                      <a:pt x="14" y="3"/>
                      <a:pt x="8" y="9"/>
                    </a:cubicBezTo>
                    <a:cubicBezTo>
                      <a:pt x="3" y="14"/>
                      <a:pt x="0" y="22"/>
                      <a:pt x="0" y="32"/>
                    </a:cubicBezTo>
                    <a:cubicBezTo>
                      <a:pt x="0" y="44"/>
                      <a:pt x="3" y="54"/>
                      <a:pt x="11" y="60"/>
                    </a:cubicBezTo>
                    <a:cubicBezTo>
                      <a:pt x="18" y="66"/>
                      <a:pt x="28" y="69"/>
                      <a:pt x="42" y="69"/>
                    </a:cubicBezTo>
                    <a:cubicBezTo>
                      <a:pt x="44" y="69"/>
                      <a:pt x="44" y="69"/>
                      <a:pt x="44" y="69"/>
                    </a:cubicBezTo>
                    <a:cubicBezTo>
                      <a:pt x="44" y="72"/>
                      <a:pt x="44" y="72"/>
                      <a:pt x="44" y="72"/>
                    </a:cubicBezTo>
                    <a:cubicBezTo>
                      <a:pt x="44" y="79"/>
                      <a:pt x="43" y="83"/>
                      <a:pt x="41" y="86"/>
                    </a:cubicBezTo>
                    <a:cubicBezTo>
                      <a:pt x="51" y="101"/>
                      <a:pt x="51" y="101"/>
                      <a:pt x="51" y="101"/>
                    </a:cubicBezTo>
                    <a:cubicBezTo>
                      <a:pt x="53" y="100"/>
                      <a:pt x="54" y="99"/>
                      <a:pt x="55" y="97"/>
                    </a:cubicBezTo>
                    <a:cubicBezTo>
                      <a:pt x="60" y="92"/>
                      <a:pt x="63" y="80"/>
                      <a:pt x="63" y="69"/>
                    </a:cubicBezTo>
                    <a:cubicBezTo>
                      <a:pt x="188" y="69"/>
                      <a:pt x="188" y="69"/>
                      <a:pt x="188" y="69"/>
                    </a:cubicBezTo>
                    <a:cubicBezTo>
                      <a:pt x="188" y="0"/>
                      <a:pt x="188" y="0"/>
                      <a:pt x="188" y="0"/>
                    </a:cubicBezTo>
                    <a:lnTo>
                      <a:pt x="17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35" name="Rectangle 15"/>
              <p:cNvSpPr>
                <a:spLocks noChangeArrowheads="1"/>
              </p:cNvSpPr>
              <p:nvPr/>
            </p:nvSpPr>
            <p:spPr bwMode="auto">
              <a:xfrm>
                <a:off x="6718301" y="4754563"/>
                <a:ext cx="161925" cy="1698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36" name="Freeform 16"/>
              <p:cNvSpPr>
                <a:spLocks/>
              </p:cNvSpPr>
              <p:nvPr/>
            </p:nvSpPr>
            <p:spPr bwMode="auto">
              <a:xfrm>
                <a:off x="7013576" y="5005388"/>
                <a:ext cx="833438" cy="617538"/>
              </a:xfrm>
              <a:custGeom>
                <a:avLst/>
                <a:gdLst>
                  <a:gd name="T0" fmla="*/ 74 w 93"/>
                  <a:gd name="T1" fmla="*/ 52 h 69"/>
                  <a:gd name="T2" fmla="*/ 74 w 93"/>
                  <a:gd name="T3" fmla="*/ 42 h 69"/>
                  <a:gd name="T4" fmla="*/ 70 w 93"/>
                  <a:gd name="T5" fmla="*/ 23 h 69"/>
                  <a:gd name="T6" fmla="*/ 55 w 93"/>
                  <a:gd name="T7" fmla="*/ 17 h 69"/>
                  <a:gd name="T8" fmla="*/ 41 w 93"/>
                  <a:gd name="T9" fmla="*/ 20 h 69"/>
                  <a:gd name="T10" fmla="*/ 36 w 93"/>
                  <a:gd name="T11" fmla="*/ 3 h 69"/>
                  <a:gd name="T12" fmla="*/ 56 w 93"/>
                  <a:gd name="T13" fmla="*/ 0 h 69"/>
                  <a:gd name="T14" fmla="*/ 84 w 93"/>
                  <a:gd name="T15" fmla="*/ 10 h 69"/>
                  <a:gd name="T16" fmla="*/ 93 w 93"/>
                  <a:gd name="T17" fmla="*/ 40 h 69"/>
                  <a:gd name="T18" fmla="*/ 93 w 93"/>
                  <a:gd name="T19" fmla="*/ 69 h 69"/>
                  <a:gd name="T20" fmla="*/ 0 w 93"/>
                  <a:gd name="T21" fmla="*/ 69 h 69"/>
                  <a:gd name="T22" fmla="*/ 0 w 93"/>
                  <a:gd name="T23" fmla="*/ 52 h 69"/>
                  <a:gd name="T24" fmla="*/ 74 w 93"/>
                  <a:gd name="T25" fmla="*/ 52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3" h="69">
                    <a:moveTo>
                      <a:pt x="74" y="52"/>
                    </a:moveTo>
                    <a:cubicBezTo>
                      <a:pt x="74" y="42"/>
                      <a:pt x="74" y="42"/>
                      <a:pt x="74" y="42"/>
                    </a:cubicBezTo>
                    <a:cubicBezTo>
                      <a:pt x="74" y="34"/>
                      <a:pt x="73" y="27"/>
                      <a:pt x="70" y="23"/>
                    </a:cubicBezTo>
                    <a:cubicBezTo>
                      <a:pt x="66" y="19"/>
                      <a:pt x="61" y="17"/>
                      <a:pt x="55" y="17"/>
                    </a:cubicBezTo>
                    <a:cubicBezTo>
                      <a:pt x="50" y="17"/>
                      <a:pt x="46" y="18"/>
                      <a:pt x="41" y="20"/>
                    </a:cubicBezTo>
                    <a:cubicBezTo>
                      <a:pt x="36" y="3"/>
                      <a:pt x="36" y="3"/>
                      <a:pt x="36" y="3"/>
                    </a:cubicBezTo>
                    <a:cubicBezTo>
                      <a:pt x="42" y="1"/>
                      <a:pt x="49" y="0"/>
                      <a:pt x="56" y="0"/>
                    </a:cubicBezTo>
                    <a:cubicBezTo>
                      <a:pt x="68" y="0"/>
                      <a:pt x="77" y="3"/>
                      <a:pt x="84" y="10"/>
                    </a:cubicBezTo>
                    <a:cubicBezTo>
                      <a:pt x="90" y="17"/>
                      <a:pt x="93" y="27"/>
                      <a:pt x="93" y="40"/>
                    </a:cubicBezTo>
                    <a:cubicBezTo>
                      <a:pt x="93" y="69"/>
                      <a:pt x="93" y="69"/>
                      <a:pt x="93" y="69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52"/>
                      <a:pt x="0" y="52"/>
                      <a:pt x="0" y="52"/>
                    </a:cubicBezTo>
                    <a:lnTo>
                      <a:pt x="74" y="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37" name="Freeform 17"/>
              <p:cNvSpPr>
                <a:spLocks/>
              </p:cNvSpPr>
              <p:nvPr/>
            </p:nvSpPr>
            <p:spPr bwMode="auto">
              <a:xfrm>
                <a:off x="7972426" y="4565650"/>
                <a:ext cx="223838" cy="188913"/>
              </a:xfrm>
              <a:custGeom>
                <a:avLst/>
                <a:gdLst>
                  <a:gd name="T0" fmla="*/ 25 w 25"/>
                  <a:gd name="T1" fmla="*/ 14 h 21"/>
                  <a:gd name="T2" fmla="*/ 25 w 25"/>
                  <a:gd name="T3" fmla="*/ 21 h 21"/>
                  <a:gd name="T4" fmla="*/ 0 w 25"/>
                  <a:gd name="T5" fmla="*/ 21 h 21"/>
                  <a:gd name="T6" fmla="*/ 0 w 25"/>
                  <a:gd name="T7" fmla="*/ 14 h 21"/>
                  <a:gd name="T8" fmla="*/ 3 w 25"/>
                  <a:gd name="T9" fmla="*/ 14 h 21"/>
                  <a:gd name="T10" fmla="*/ 3 w 25"/>
                  <a:gd name="T11" fmla="*/ 10 h 21"/>
                  <a:gd name="T12" fmla="*/ 6 w 25"/>
                  <a:gd name="T13" fmla="*/ 2 h 21"/>
                  <a:gd name="T14" fmla="*/ 14 w 25"/>
                  <a:gd name="T15" fmla="*/ 0 h 21"/>
                  <a:gd name="T16" fmla="*/ 21 w 25"/>
                  <a:gd name="T17" fmla="*/ 2 h 21"/>
                  <a:gd name="T18" fmla="*/ 24 w 25"/>
                  <a:gd name="T19" fmla="*/ 9 h 21"/>
                  <a:gd name="T20" fmla="*/ 18 w 25"/>
                  <a:gd name="T21" fmla="*/ 10 h 21"/>
                  <a:gd name="T22" fmla="*/ 17 w 25"/>
                  <a:gd name="T23" fmla="*/ 7 h 21"/>
                  <a:gd name="T24" fmla="*/ 14 w 25"/>
                  <a:gd name="T25" fmla="*/ 6 h 21"/>
                  <a:gd name="T26" fmla="*/ 10 w 25"/>
                  <a:gd name="T27" fmla="*/ 11 h 21"/>
                  <a:gd name="T28" fmla="*/ 10 w 25"/>
                  <a:gd name="T29" fmla="*/ 14 h 21"/>
                  <a:gd name="T30" fmla="*/ 25 w 25"/>
                  <a:gd name="T31" fmla="*/ 14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5" h="21">
                    <a:moveTo>
                      <a:pt x="25" y="14"/>
                    </a:moveTo>
                    <a:cubicBezTo>
                      <a:pt x="25" y="21"/>
                      <a:pt x="25" y="21"/>
                      <a:pt x="25" y="21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3" y="7"/>
                      <a:pt x="4" y="4"/>
                      <a:pt x="6" y="2"/>
                    </a:cubicBezTo>
                    <a:cubicBezTo>
                      <a:pt x="8" y="1"/>
                      <a:pt x="10" y="0"/>
                      <a:pt x="14" y="0"/>
                    </a:cubicBezTo>
                    <a:cubicBezTo>
                      <a:pt x="17" y="0"/>
                      <a:pt x="20" y="0"/>
                      <a:pt x="21" y="2"/>
                    </a:cubicBezTo>
                    <a:cubicBezTo>
                      <a:pt x="23" y="3"/>
                      <a:pt x="24" y="6"/>
                      <a:pt x="24" y="9"/>
                    </a:cubicBezTo>
                    <a:cubicBezTo>
                      <a:pt x="18" y="10"/>
                      <a:pt x="18" y="10"/>
                      <a:pt x="18" y="10"/>
                    </a:cubicBezTo>
                    <a:cubicBezTo>
                      <a:pt x="18" y="8"/>
                      <a:pt x="17" y="7"/>
                      <a:pt x="17" y="7"/>
                    </a:cubicBezTo>
                    <a:cubicBezTo>
                      <a:pt x="16" y="6"/>
                      <a:pt x="15" y="6"/>
                      <a:pt x="14" y="6"/>
                    </a:cubicBezTo>
                    <a:cubicBezTo>
                      <a:pt x="11" y="6"/>
                      <a:pt x="10" y="7"/>
                      <a:pt x="10" y="11"/>
                    </a:cubicBezTo>
                    <a:cubicBezTo>
                      <a:pt x="10" y="14"/>
                      <a:pt x="10" y="14"/>
                      <a:pt x="10" y="14"/>
                    </a:cubicBezTo>
                    <a:lnTo>
                      <a:pt x="25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  <p:sp>
            <p:nvSpPr>
              <p:cNvPr id="38" name="Rectangle 18"/>
              <p:cNvSpPr>
                <a:spLocks noChangeArrowheads="1"/>
              </p:cNvSpPr>
              <p:nvPr/>
            </p:nvSpPr>
            <p:spPr bwMode="auto">
              <a:xfrm>
                <a:off x="7991476" y="4816475"/>
                <a:ext cx="169863" cy="80645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14106"/>
                <a:endParaRPr lang="en-GB" sz="1867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39" name="Footer Placeholder 4">
            <a:extLst>
              <a:ext uri="{FF2B5EF4-FFF2-40B4-BE49-F238E27FC236}">
                <a16:creationId xmlns:a16="http://schemas.microsoft.com/office/drawing/2014/main" id="{3A65E229-DAA5-4345-AE76-815779D74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026605" y="4402877"/>
            <a:ext cx="2953217" cy="360000"/>
          </a:xfrm>
        </p:spPr>
        <p:txBody>
          <a:bodyPr/>
          <a:lstStyle/>
          <a:p>
            <a:r>
              <a:rPr lang="nl-NL">
                <a:solidFill>
                  <a:srgbClr val="1859A9"/>
                </a:solidFill>
              </a:rPr>
              <a:t>ADNOC Upstream - TotalEnergies - 06/10/2025</a:t>
            </a:r>
            <a:endParaRPr lang="en-GB">
              <a:solidFill>
                <a:srgbClr val="1859A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2136555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ption N°1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>
            <a:extLst>
              <a:ext uri="{FF2B5EF4-FFF2-40B4-BE49-F238E27FC236}">
                <a16:creationId xmlns:a16="http://schemas.microsoft.com/office/drawing/2014/main" id="{40DC9AC8-422B-445F-B045-79F986D08E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4401" y="231117"/>
            <a:ext cx="2788867" cy="2205948"/>
          </a:xfrm>
          <a:prstGeom prst="rect">
            <a:avLst/>
          </a:prstGeom>
          <a:ln>
            <a:noFill/>
          </a:ln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50C5EE01-F973-4120-91B8-34CAA765DB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4400" y="2288392"/>
            <a:ext cx="8640000" cy="2160000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200" b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0AEA671-FC71-4FFA-B81F-CABE73D6E4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4400" y="4520416"/>
            <a:ext cx="8640000" cy="468000"/>
          </a:xfrm>
        </p:spPr>
        <p:txBody>
          <a:bodyPr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7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3458929-8E1A-4632-B75F-4975DF8FBB0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4400" y="5084504"/>
            <a:ext cx="8640000" cy="720000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108000" indent="0">
              <a:buNone/>
              <a:defRPr/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097186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ption N°2 Cover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pour une image  2">
            <a:extLst>
              <a:ext uri="{FF2B5EF4-FFF2-40B4-BE49-F238E27FC236}">
                <a16:creationId xmlns:a16="http://schemas.microsoft.com/office/drawing/2014/main" id="{3161ED2A-2241-4A52-8E2E-B973EB0C4E44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0" y="1"/>
            <a:ext cx="6093760" cy="6857999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Photo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DAAE4607-2A2E-45AF-81C6-9691F876AD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4401" y="231117"/>
            <a:ext cx="2788867" cy="2205948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50C5EE01-F973-4120-91B8-34CAA765DB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61200" y="2469600"/>
            <a:ext cx="5400000" cy="1980000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200" b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0AEA671-FC71-4FFA-B81F-CABE73D6E4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61200" y="4521600"/>
            <a:ext cx="5400000" cy="828000"/>
          </a:xfrm>
        </p:spPr>
        <p:txBody>
          <a:bodyPr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7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8" name="Espace réservé du texte 4">
            <a:extLst>
              <a:ext uri="{FF2B5EF4-FFF2-40B4-BE49-F238E27FC236}">
                <a16:creationId xmlns:a16="http://schemas.microsoft.com/office/drawing/2014/main" id="{BF23DB5D-4428-47C6-AAAD-CF435EDAD1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61200" y="5446800"/>
            <a:ext cx="5400000" cy="720000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108000" indent="0">
              <a:buNone/>
              <a:defRPr/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95125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4BCD4C5B-CD44-4B48-93FD-F44EED8D1E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4401" y="231117"/>
            <a:ext cx="2788867" cy="2205948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8934B7DA-FA75-4149-8676-64791F4D6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4400" y="1987200"/>
            <a:ext cx="5400000" cy="720000"/>
          </a:xfrm>
        </p:spPr>
        <p:txBody>
          <a:bodyPr>
            <a:noAutofit/>
          </a:bodyPr>
          <a:lstStyle>
            <a:lvl1pPr>
              <a:defRPr sz="4200" b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the title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476F1D12-C6FB-4ED9-B1EA-2AF1415447D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64400" y="2876400"/>
            <a:ext cx="5400000" cy="3240000"/>
          </a:xfrm>
        </p:spPr>
        <p:txBody>
          <a:bodyPr>
            <a:noAutofit/>
          </a:bodyPr>
          <a:lstStyle>
            <a:lvl1pPr marL="432000" indent="-432000">
              <a:spcBef>
                <a:spcPts val="600"/>
              </a:spcBef>
              <a:buFont typeface="+mj-lt"/>
              <a:buAutoNum type="arabicPeriod"/>
              <a:defRPr sz="20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97821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tion N°1 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34B7DA-FA75-4149-8676-64791F4D6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742" y="3430800"/>
            <a:ext cx="11160000" cy="1152000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900" b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BF3A9F-5739-4B40-A377-C403E92DB70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89741" y="4662000"/>
            <a:ext cx="11160000" cy="504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742" y="1490400"/>
            <a:ext cx="3960000" cy="1872000"/>
          </a:xfrm>
        </p:spPr>
        <p:txBody>
          <a:bodyPr>
            <a:noAutofit/>
          </a:bodyPr>
          <a:lstStyle>
            <a:lvl1pPr marL="0" indent="0">
              <a:buNone/>
              <a:defRPr sz="13500" b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noProof="0"/>
              <a:t>NN.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84489D0-046B-4DA8-828E-D1EDDC72FA8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27B8392-9F0D-47B8-8F1D-D057C53A97D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a-DK" noProof="0"/>
              <a:t>ADNOC Upstream - TotalEnergies - 06/10/2025</a:t>
            </a:r>
            <a:endParaRPr lang="en-US" noProof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C4EDA01-DE85-4E9D-A6E0-28AA131E78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6829413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tion N°2 Chapter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pour une image  2">
            <a:extLst>
              <a:ext uri="{FF2B5EF4-FFF2-40B4-BE49-F238E27FC236}">
                <a16:creationId xmlns:a16="http://schemas.microsoft.com/office/drawing/2014/main" id="{DEC6A7FF-A1FA-4490-9CC7-51078FF84353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1"/>
            <a:ext cx="6093760" cy="6857999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Photo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934B7DA-FA75-4149-8676-64791F4D6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61200" y="3430800"/>
            <a:ext cx="5400000" cy="1152000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900" b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BF3A9F-5739-4B40-A377-C403E92DB70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61200" y="4662000"/>
            <a:ext cx="5400000" cy="90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61200" y="1490400"/>
            <a:ext cx="5400000" cy="1872000"/>
          </a:xfrm>
        </p:spPr>
        <p:txBody>
          <a:bodyPr>
            <a:noAutofit/>
          </a:bodyPr>
          <a:lstStyle>
            <a:lvl1pPr marL="0" indent="0">
              <a:buNone/>
              <a:defRPr sz="13500" b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noProof="0"/>
              <a:t>NN.</a:t>
            </a:r>
          </a:p>
        </p:txBody>
      </p:sp>
      <p:sp>
        <p:nvSpPr>
          <p:cNvPr id="16" name="Espace réservé du texte 8">
            <a:extLst>
              <a:ext uri="{FF2B5EF4-FFF2-40B4-BE49-F238E27FC236}">
                <a16:creationId xmlns:a16="http://schemas.microsoft.com/office/drawing/2014/main" id="{19FE5F0F-1A19-4580-B09D-11BAB259543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5578" y="6523200"/>
            <a:ext cx="10800" cy="100800"/>
          </a:xfrm>
          <a:solidFill>
            <a:schemeClr val="bg1"/>
          </a:solidFill>
        </p:spPr>
        <p:txBody>
          <a:bodyPr lIns="0" tIns="0" rIns="0" bIns="0"/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 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AF82D43-4E1B-4274-AC55-C533B8C0465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7AF283-CD1F-4E50-9456-6BD3B772A11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a-DK" noProof="0"/>
              <a:t>ADNOC Upstream - TotalEnergies - 06/10/2025</a:t>
            </a:r>
            <a:endParaRPr lang="en-US" noProof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72A83F9-605B-451F-81C4-4DB3BD64BF2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75A587B-5814-4D9B-9598-FE9CB954CB01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790397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7BC41F0E-EC30-4D2A-AA16-7B987E32A1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C292072E-287F-4875-8FDB-C22CF04365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000" b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0DE2FB5-2CE4-44D5-9167-5E9A54E4AAB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9ED68ED-4BAB-426E-AC8B-79F072DDCF3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a-DK" noProof="0"/>
              <a:t>ADNOC Upstream - TotalEnergies - 06/10/2025</a:t>
            </a:r>
            <a:endParaRPr lang="en-US" noProof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18ECF392-ABEC-45C0-9399-5BB17B364A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190605451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pour une image  2">
            <a:extLst>
              <a:ext uri="{FF2B5EF4-FFF2-40B4-BE49-F238E27FC236}">
                <a16:creationId xmlns:a16="http://schemas.microsoft.com/office/drawing/2014/main" id="{3FA18DAD-43C7-439C-AEB4-182FDEF42A93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0" y="1"/>
            <a:ext cx="6093760" cy="6857999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Photo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7BC41F0E-EC30-4D2A-AA16-7B987E32A1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61200" y="1371600"/>
            <a:ext cx="5472000" cy="486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Espace réservé du texte 8">
            <a:extLst>
              <a:ext uri="{FF2B5EF4-FFF2-40B4-BE49-F238E27FC236}">
                <a16:creationId xmlns:a16="http://schemas.microsoft.com/office/drawing/2014/main" id="{90C7237F-FD39-40C9-B915-D4BC62A3BE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5578" y="6523200"/>
            <a:ext cx="10800" cy="100800"/>
          </a:xfrm>
          <a:solidFill>
            <a:schemeClr val="bg1"/>
          </a:solidFill>
        </p:spPr>
        <p:txBody>
          <a:bodyPr lIns="0" tIns="0" rIns="0" bIns="0"/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 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A95F48EF-CBAD-4F80-B069-72AECAEC07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61199" y="242844"/>
            <a:ext cx="3960000" cy="1008000"/>
          </a:xfrm>
        </p:spPr>
        <p:txBody>
          <a:bodyPr/>
          <a:lstStyle>
            <a:lvl1pPr>
              <a:defRPr sz="2000" b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45A3821-9C55-4E10-844A-98E6FB07D68C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26B9FA6-E4DB-4B15-BD57-BEC5F537E3A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a-DK" noProof="0"/>
              <a:t>ADNOC Upstream - TotalEnergies - 06/10/2025</a:t>
            </a:r>
            <a:endParaRPr lang="en-US" noProof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FE6001F-97CC-4008-B22A-EFA29A13779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75A587B-5814-4D9B-9598-FE9CB954CB01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1457117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7BC41F0E-EC30-4D2A-AA16-7B987E32A1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879" y="3820350"/>
            <a:ext cx="11133952" cy="241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spcBef>
                <a:spcPts val="400"/>
              </a:spcBef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2" name="Espace réservé du tableau 2">
            <a:extLst>
              <a:ext uri="{FF2B5EF4-FFF2-40B4-BE49-F238E27FC236}">
                <a16:creationId xmlns:a16="http://schemas.microsoft.com/office/drawing/2014/main" id="{3EADC01A-12BC-4330-8A1C-A4DCE63F4D5F}"/>
              </a:ext>
            </a:extLst>
          </p:cNvPr>
          <p:cNvSpPr>
            <a:spLocks noGrp="1"/>
          </p:cNvSpPr>
          <p:nvPr>
            <p:ph type="tbl" sz="quarter" idx="17" hasCustomPrompt="1"/>
          </p:nvPr>
        </p:nvSpPr>
        <p:spPr>
          <a:xfrm>
            <a:off x="589752" y="1372349"/>
            <a:ext cx="11014079" cy="2304000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Table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F7BED8F5-8DF4-41F4-9FBF-3FC3EFF478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000" b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4A5DB8F-F9F5-4D34-AD2B-20A401276C3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F448ABE-6518-42E7-86CB-17EBD972C87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a-DK" noProof="0"/>
              <a:t>ADNOC Upstream - TotalEnergies - 06/10/2025</a:t>
            </a:r>
            <a:endParaRPr lang="en-US" noProof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BF92594-638F-42B7-B983-EDCA45116F84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818048115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7BC41F0E-EC30-4D2A-AA16-7B987E32A1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879" y="1371600"/>
            <a:ext cx="5472000" cy="486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3" name="Espace réservé du graphique 2">
            <a:extLst>
              <a:ext uri="{FF2B5EF4-FFF2-40B4-BE49-F238E27FC236}">
                <a16:creationId xmlns:a16="http://schemas.microsoft.com/office/drawing/2014/main" id="{36B54297-76AA-4A3B-A34F-53F1E4289CC7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6229879" y="1371600"/>
            <a:ext cx="5508000" cy="4860000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Chart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7AE7569B-B080-4146-A11F-1E61AF63D6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9879" y="242844"/>
            <a:ext cx="9720000" cy="1008000"/>
          </a:xfrm>
        </p:spPr>
        <p:txBody>
          <a:bodyPr/>
          <a:lstStyle>
            <a:lvl1pPr>
              <a:defRPr sz="2000" b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1A8B2399-CA73-45EA-BE18-9A20282E60B2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78D64F63-31B3-46AB-8995-E4EAED1967B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a-DK" noProof="0"/>
              <a:t>ADNOC Upstream - TotalEnergies - 06/10/2025</a:t>
            </a:r>
            <a:endParaRPr lang="en-US" noProof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DB398A68-6D32-4A8D-8EF8-C3BF7CEF61A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144531107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s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6684C25F-7F00-41C3-A7CD-0A38D6BB6A4B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469879" y="1501200"/>
            <a:ext cx="1980000" cy="1188000"/>
          </a:xfrm>
        </p:spPr>
        <p:txBody>
          <a:bodyPr anchor="ctr">
            <a:noAutofit/>
          </a:bodyPr>
          <a:lstStyle>
            <a:lvl1pPr marL="0" indent="0">
              <a:buNone/>
              <a:defRPr sz="81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NN</a:t>
            </a:r>
          </a:p>
        </p:txBody>
      </p:sp>
      <p:sp>
        <p:nvSpPr>
          <p:cNvPr id="15" name="Espace réservé du texte 10">
            <a:extLst>
              <a:ext uri="{FF2B5EF4-FFF2-40B4-BE49-F238E27FC236}">
                <a16:creationId xmlns:a16="http://schemas.microsoft.com/office/drawing/2014/main" id="{FFEA4E96-A4C5-404E-84EB-0DA2FDAD3E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40699" y="1501200"/>
            <a:ext cx="8497179" cy="1188000"/>
          </a:xfrm>
        </p:spPr>
        <p:txBody>
          <a:bodyPr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180000" indent="-18000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431124CF-D305-4637-B02D-7916DC40094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469879" y="2656800"/>
            <a:ext cx="1980000" cy="1188000"/>
          </a:xfrm>
        </p:spPr>
        <p:txBody>
          <a:bodyPr anchor="ctr">
            <a:noAutofit/>
          </a:bodyPr>
          <a:lstStyle>
            <a:lvl1pPr marL="0" indent="0">
              <a:buNone/>
              <a:defRPr sz="81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NN</a:t>
            </a:r>
          </a:p>
        </p:txBody>
      </p:sp>
      <p:sp>
        <p:nvSpPr>
          <p:cNvPr id="17" name="Espace réservé du texte 10">
            <a:extLst>
              <a:ext uri="{FF2B5EF4-FFF2-40B4-BE49-F238E27FC236}">
                <a16:creationId xmlns:a16="http://schemas.microsoft.com/office/drawing/2014/main" id="{F7F54A8A-B912-4DCA-A7A6-D2FE7A31E0B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40699" y="2656800"/>
            <a:ext cx="8497179" cy="1188000"/>
          </a:xfrm>
        </p:spPr>
        <p:txBody>
          <a:bodyPr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180000" indent="-18000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0F9ED843-C44A-45CC-9B1D-C837E4DDCE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8" name="Espace réservé du texte 2">
            <a:extLst>
              <a:ext uri="{FF2B5EF4-FFF2-40B4-BE49-F238E27FC236}">
                <a16:creationId xmlns:a16="http://schemas.microsoft.com/office/drawing/2014/main" id="{322CE313-0A26-4E99-9C93-6C3FC888A8DE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469879" y="3812400"/>
            <a:ext cx="1980000" cy="1188000"/>
          </a:xfrm>
        </p:spPr>
        <p:txBody>
          <a:bodyPr anchor="ctr">
            <a:noAutofit/>
          </a:bodyPr>
          <a:lstStyle>
            <a:lvl1pPr marL="0" indent="0">
              <a:buNone/>
              <a:defRPr sz="8100" b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NN</a:t>
            </a:r>
          </a:p>
        </p:txBody>
      </p:sp>
      <p:sp>
        <p:nvSpPr>
          <p:cNvPr id="19" name="Espace réservé du texte 10">
            <a:extLst>
              <a:ext uri="{FF2B5EF4-FFF2-40B4-BE49-F238E27FC236}">
                <a16:creationId xmlns:a16="http://schemas.microsoft.com/office/drawing/2014/main" id="{EB31187B-F91F-44EB-9CB5-1BF3730F762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40699" y="3812400"/>
            <a:ext cx="8497179" cy="1188000"/>
          </a:xfrm>
        </p:spPr>
        <p:txBody>
          <a:bodyPr anchor="ctr">
            <a:no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180000" indent="-18000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31" name="Espace réservé du texte 21">
            <a:extLst>
              <a:ext uri="{FF2B5EF4-FFF2-40B4-BE49-F238E27FC236}">
                <a16:creationId xmlns:a16="http://schemas.microsoft.com/office/drawing/2014/main" id="{6FD92059-A22C-433B-8494-343CBC88ADC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601913" y="1809450"/>
            <a:ext cx="324867" cy="571500"/>
          </a:xfrm>
          <a:custGeom>
            <a:avLst/>
            <a:gdLst>
              <a:gd name="connsiteX0" fmla="*/ 58341 w 388938"/>
              <a:gd name="connsiteY0" fmla="*/ 0 h 684213"/>
              <a:gd name="connsiteX1" fmla="*/ 377270 w 388938"/>
              <a:gd name="connsiteY1" fmla="*/ 313438 h 684213"/>
              <a:gd name="connsiteX2" fmla="*/ 388938 w 388938"/>
              <a:gd name="connsiteY2" fmla="*/ 344018 h 684213"/>
              <a:gd name="connsiteX3" fmla="*/ 377270 w 388938"/>
              <a:gd name="connsiteY3" fmla="*/ 370775 h 684213"/>
              <a:gd name="connsiteX4" fmla="*/ 58341 w 388938"/>
              <a:gd name="connsiteY4" fmla="*/ 684213 h 684213"/>
              <a:gd name="connsiteX5" fmla="*/ 0 w 388938"/>
              <a:gd name="connsiteY5" fmla="*/ 626877 h 684213"/>
              <a:gd name="connsiteX6" fmla="*/ 287814 w 388938"/>
              <a:gd name="connsiteY6" fmla="*/ 344018 h 684213"/>
              <a:gd name="connsiteX7" fmla="*/ 0 w 388938"/>
              <a:gd name="connsiteY7" fmla="*/ 57336 h 684213"/>
              <a:gd name="connsiteX8" fmla="*/ 58341 w 388938"/>
              <a:gd name="connsiteY8" fmla="*/ 0 h 684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8938" h="684213">
                <a:moveTo>
                  <a:pt x="58341" y="0"/>
                </a:moveTo>
                <a:cubicBezTo>
                  <a:pt x="377270" y="313438"/>
                  <a:pt x="377270" y="313438"/>
                  <a:pt x="377270" y="313438"/>
                </a:cubicBezTo>
                <a:cubicBezTo>
                  <a:pt x="385049" y="321083"/>
                  <a:pt x="388938" y="332550"/>
                  <a:pt x="388938" y="344018"/>
                </a:cubicBezTo>
                <a:cubicBezTo>
                  <a:pt x="388938" y="351663"/>
                  <a:pt x="385049" y="363130"/>
                  <a:pt x="377270" y="370775"/>
                </a:cubicBezTo>
                <a:lnTo>
                  <a:pt x="58341" y="684213"/>
                </a:lnTo>
                <a:cubicBezTo>
                  <a:pt x="0" y="626877"/>
                  <a:pt x="0" y="626877"/>
                  <a:pt x="0" y="626877"/>
                </a:cubicBezTo>
                <a:cubicBezTo>
                  <a:pt x="287814" y="344018"/>
                  <a:pt x="287814" y="344018"/>
                  <a:pt x="287814" y="344018"/>
                </a:cubicBezTo>
                <a:cubicBezTo>
                  <a:pt x="0" y="57336"/>
                  <a:pt x="0" y="57336"/>
                  <a:pt x="0" y="57336"/>
                </a:cubicBezTo>
                <a:cubicBezTo>
                  <a:pt x="58341" y="0"/>
                  <a:pt x="58341" y="0"/>
                  <a:pt x="58341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800" b="1"/>
            </a:lvl1pPr>
            <a:lvl2pPr marL="126000" indent="144463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tabLst/>
              <a:defRPr/>
            </a:lvl2pPr>
          </a:lstStyle>
          <a:p>
            <a:pPr lvl="0"/>
            <a:r>
              <a:rPr lang="en-US" noProof="0"/>
              <a:t> </a:t>
            </a:r>
          </a:p>
        </p:txBody>
      </p:sp>
      <p:sp>
        <p:nvSpPr>
          <p:cNvPr id="32" name="Espace réservé du texte 21">
            <a:extLst>
              <a:ext uri="{FF2B5EF4-FFF2-40B4-BE49-F238E27FC236}">
                <a16:creationId xmlns:a16="http://schemas.microsoft.com/office/drawing/2014/main" id="{2487A579-BB10-4B9C-8037-89848E4EB31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601913" y="2965050"/>
            <a:ext cx="324867" cy="571500"/>
          </a:xfrm>
          <a:custGeom>
            <a:avLst/>
            <a:gdLst>
              <a:gd name="connsiteX0" fmla="*/ 58341 w 388938"/>
              <a:gd name="connsiteY0" fmla="*/ 0 h 684213"/>
              <a:gd name="connsiteX1" fmla="*/ 377270 w 388938"/>
              <a:gd name="connsiteY1" fmla="*/ 313438 h 684213"/>
              <a:gd name="connsiteX2" fmla="*/ 388938 w 388938"/>
              <a:gd name="connsiteY2" fmla="*/ 344018 h 684213"/>
              <a:gd name="connsiteX3" fmla="*/ 377270 w 388938"/>
              <a:gd name="connsiteY3" fmla="*/ 370775 h 684213"/>
              <a:gd name="connsiteX4" fmla="*/ 58341 w 388938"/>
              <a:gd name="connsiteY4" fmla="*/ 684213 h 684213"/>
              <a:gd name="connsiteX5" fmla="*/ 0 w 388938"/>
              <a:gd name="connsiteY5" fmla="*/ 626877 h 684213"/>
              <a:gd name="connsiteX6" fmla="*/ 287814 w 388938"/>
              <a:gd name="connsiteY6" fmla="*/ 344018 h 684213"/>
              <a:gd name="connsiteX7" fmla="*/ 0 w 388938"/>
              <a:gd name="connsiteY7" fmla="*/ 57336 h 684213"/>
              <a:gd name="connsiteX8" fmla="*/ 58341 w 388938"/>
              <a:gd name="connsiteY8" fmla="*/ 0 h 684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8938" h="684213">
                <a:moveTo>
                  <a:pt x="58341" y="0"/>
                </a:moveTo>
                <a:cubicBezTo>
                  <a:pt x="377270" y="313438"/>
                  <a:pt x="377270" y="313438"/>
                  <a:pt x="377270" y="313438"/>
                </a:cubicBezTo>
                <a:cubicBezTo>
                  <a:pt x="385049" y="321083"/>
                  <a:pt x="388938" y="332550"/>
                  <a:pt x="388938" y="344018"/>
                </a:cubicBezTo>
                <a:cubicBezTo>
                  <a:pt x="388938" y="351663"/>
                  <a:pt x="385049" y="363130"/>
                  <a:pt x="377270" y="370775"/>
                </a:cubicBezTo>
                <a:lnTo>
                  <a:pt x="58341" y="684213"/>
                </a:lnTo>
                <a:cubicBezTo>
                  <a:pt x="0" y="626877"/>
                  <a:pt x="0" y="626877"/>
                  <a:pt x="0" y="626877"/>
                </a:cubicBezTo>
                <a:cubicBezTo>
                  <a:pt x="287814" y="344018"/>
                  <a:pt x="287814" y="344018"/>
                  <a:pt x="287814" y="344018"/>
                </a:cubicBezTo>
                <a:cubicBezTo>
                  <a:pt x="0" y="57336"/>
                  <a:pt x="0" y="57336"/>
                  <a:pt x="0" y="57336"/>
                </a:cubicBezTo>
                <a:cubicBezTo>
                  <a:pt x="58341" y="0"/>
                  <a:pt x="58341" y="0"/>
                  <a:pt x="58341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>
            <a:lvl1pPr marL="0" indent="0">
              <a:buNone/>
              <a:defRPr sz="1800" b="1"/>
            </a:lvl1pPr>
            <a:lvl2pPr marL="126000" indent="144463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tabLst/>
              <a:defRPr/>
            </a:lvl2pPr>
          </a:lstStyle>
          <a:p>
            <a:pPr lvl="0"/>
            <a:r>
              <a:rPr lang="en-US" noProof="0"/>
              <a:t> </a:t>
            </a:r>
          </a:p>
        </p:txBody>
      </p:sp>
      <p:sp>
        <p:nvSpPr>
          <p:cNvPr id="33" name="Espace réservé du texte 21">
            <a:extLst>
              <a:ext uri="{FF2B5EF4-FFF2-40B4-BE49-F238E27FC236}">
                <a16:creationId xmlns:a16="http://schemas.microsoft.com/office/drawing/2014/main" id="{C0B0C0AB-7256-484A-8EF0-3BC6851D748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601913" y="4120650"/>
            <a:ext cx="324867" cy="571500"/>
          </a:xfrm>
          <a:custGeom>
            <a:avLst/>
            <a:gdLst>
              <a:gd name="connsiteX0" fmla="*/ 58341 w 388938"/>
              <a:gd name="connsiteY0" fmla="*/ 0 h 684213"/>
              <a:gd name="connsiteX1" fmla="*/ 377270 w 388938"/>
              <a:gd name="connsiteY1" fmla="*/ 313438 h 684213"/>
              <a:gd name="connsiteX2" fmla="*/ 388938 w 388938"/>
              <a:gd name="connsiteY2" fmla="*/ 344018 h 684213"/>
              <a:gd name="connsiteX3" fmla="*/ 377270 w 388938"/>
              <a:gd name="connsiteY3" fmla="*/ 370775 h 684213"/>
              <a:gd name="connsiteX4" fmla="*/ 58341 w 388938"/>
              <a:gd name="connsiteY4" fmla="*/ 684213 h 684213"/>
              <a:gd name="connsiteX5" fmla="*/ 0 w 388938"/>
              <a:gd name="connsiteY5" fmla="*/ 626877 h 684213"/>
              <a:gd name="connsiteX6" fmla="*/ 287814 w 388938"/>
              <a:gd name="connsiteY6" fmla="*/ 344018 h 684213"/>
              <a:gd name="connsiteX7" fmla="*/ 0 w 388938"/>
              <a:gd name="connsiteY7" fmla="*/ 57336 h 684213"/>
              <a:gd name="connsiteX8" fmla="*/ 58341 w 388938"/>
              <a:gd name="connsiteY8" fmla="*/ 0 h 684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8938" h="684213">
                <a:moveTo>
                  <a:pt x="58341" y="0"/>
                </a:moveTo>
                <a:cubicBezTo>
                  <a:pt x="377270" y="313438"/>
                  <a:pt x="377270" y="313438"/>
                  <a:pt x="377270" y="313438"/>
                </a:cubicBezTo>
                <a:cubicBezTo>
                  <a:pt x="385049" y="321083"/>
                  <a:pt x="388938" y="332550"/>
                  <a:pt x="388938" y="344018"/>
                </a:cubicBezTo>
                <a:cubicBezTo>
                  <a:pt x="388938" y="351663"/>
                  <a:pt x="385049" y="363130"/>
                  <a:pt x="377270" y="370775"/>
                </a:cubicBezTo>
                <a:lnTo>
                  <a:pt x="58341" y="684213"/>
                </a:lnTo>
                <a:cubicBezTo>
                  <a:pt x="0" y="626877"/>
                  <a:pt x="0" y="626877"/>
                  <a:pt x="0" y="626877"/>
                </a:cubicBezTo>
                <a:cubicBezTo>
                  <a:pt x="287814" y="344018"/>
                  <a:pt x="287814" y="344018"/>
                  <a:pt x="287814" y="344018"/>
                </a:cubicBezTo>
                <a:cubicBezTo>
                  <a:pt x="0" y="57336"/>
                  <a:pt x="0" y="57336"/>
                  <a:pt x="0" y="57336"/>
                </a:cubicBezTo>
                <a:cubicBezTo>
                  <a:pt x="58341" y="0"/>
                  <a:pt x="58341" y="0"/>
                  <a:pt x="58341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 marL="0" indent="0">
              <a:buNone/>
              <a:defRPr sz="1800" b="1"/>
            </a:lvl1pPr>
            <a:lvl2pPr marL="126000" indent="144463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tabLst/>
              <a:defRPr/>
            </a:lvl2pPr>
          </a:lstStyle>
          <a:p>
            <a:pPr lvl="0"/>
            <a:r>
              <a:rPr lang="en-US" noProof="0"/>
              <a:t> 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5997647-8494-4CC4-948F-29A8D49CBCEB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2B4AC02-49D4-4738-A9B4-B3DA90016A7F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a-DK" noProof="0"/>
              <a:t>ADNOC Upstream - TotalEnergies - 06/10/2025</a:t>
            </a:r>
            <a:endParaRPr lang="en-US" noProof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8EE574D-092E-4259-81EB-81EA91E97CDA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189528147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41BBE8-1E54-415C-B10D-F6342B80F0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000" b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E830942-5133-4F54-8414-98EC08DAA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03D30D6-5712-44A8-87A9-67750D407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a-DK" noProof="0"/>
              <a:t>ADNOC Upstream - TotalEnergies - 06/10/2025</a:t>
            </a:r>
            <a:endParaRPr lang="en-US" noProof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72F511C-AE30-47A8-8C9B-F0B33753C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908246365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9B47C71-F46D-4EA0-AF6A-4962453CD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0495B091-68ED-45A4-957C-92BBA7548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a-DK" noProof="0"/>
              <a:t>ADNOC Upstream - TotalEnergies - 06/10/2025</a:t>
            </a:r>
            <a:endParaRPr lang="en-US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A4361BE1-6536-48FB-BC11-166BC54BD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830016616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34B7DA-FA75-4149-8676-64791F4D6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742" y="2845977"/>
            <a:ext cx="11160000" cy="1440000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5000">
                <a:solidFill>
                  <a:srgbClr val="FF0000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9E24192-EBCA-4782-93A3-6134ECDB2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627768F-E755-49AE-BDD4-F22B941EE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a-DK" noProof="0"/>
              <a:t>ADNOC Upstream - TotalEnergies - 06/10/2025</a:t>
            </a:r>
            <a:endParaRPr lang="en-US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79213C8-C608-4F8F-B3E7-6893ECEEC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1533102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9FB4134C-1D6E-45C5-A0CB-6875E698A7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4401" y="231117"/>
            <a:ext cx="2788867" cy="2205948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9A50C95A-056C-429F-A1B6-8B1CDC140D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16000" y="2845977"/>
            <a:ext cx="7560000" cy="828000"/>
          </a:xfrm>
        </p:spPr>
        <p:txBody>
          <a:bodyPr anchor="t">
            <a:noAutofit/>
          </a:bodyPr>
          <a:lstStyle>
            <a:lvl1pPr algn="ctr">
              <a:defRPr sz="43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78740262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00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fr-FR" noProof="0"/>
              <a:t>Cliquez pour modifier le style du titre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a-DK" noProof="0"/>
              <a:t>ADNOC Upstream - TotalEnergies - 06/10/2025</a:t>
            </a:r>
            <a:endParaRPr lang="fr-FR" noProof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1F90BE8-D879-4F46-ACF9-7BCC67DCFB75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2"/>
          </p:nvPr>
        </p:nvSpPr>
        <p:spPr>
          <a:xfrm>
            <a:off x="609600" y="1125539"/>
            <a:ext cx="10958400" cy="5040311"/>
          </a:xfrm>
        </p:spPr>
        <p:txBody>
          <a:bodyPr/>
          <a:lstStyle>
            <a:lvl5pPr marL="1260000">
              <a:buNone/>
              <a:defRPr/>
            </a:lvl5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11856640" y="0"/>
            <a:ext cx="33536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800"/>
          </a:p>
        </p:txBody>
      </p:sp>
    </p:spTree>
    <p:extLst>
      <p:ext uri="{BB962C8B-B14F-4D97-AF65-F5344CB8AC3E}">
        <p14:creationId xmlns:p14="http://schemas.microsoft.com/office/powerpoint/2010/main" val="1671134815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Option N°2 Ouverture de chapitre avec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pour une image  2">
            <a:extLst>
              <a:ext uri="{FF2B5EF4-FFF2-40B4-BE49-F238E27FC236}">
                <a16:creationId xmlns:a16="http://schemas.microsoft.com/office/drawing/2014/main" id="{DEC6A7FF-A1FA-4490-9CC7-51078FF84353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098240" y="3"/>
            <a:ext cx="6093760" cy="6857999"/>
          </a:xfrm>
          <a:solidFill>
            <a:schemeClr val="tx2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200">
                <a:solidFill>
                  <a:schemeClr val="tx2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fr-FR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E05C12A-6D66-4BD5-8AA3-E181C54F9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D9927BF-3057-4ED9-A027-6ED3E5944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a-DK"/>
              <a:t>ADNOC Upstream - TotalEnergies - 06/10/2025</a:t>
            </a:r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E748F74-A8DF-40EA-847A-446CF8437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16" name="Espace réservé du texte 8">
            <a:extLst>
              <a:ext uri="{FF2B5EF4-FFF2-40B4-BE49-F238E27FC236}">
                <a16:creationId xmlns:a16="http://schemas.microsoft.com/office/drawing/2014/main" id="{19FE5F0F-1A19-4580-B09D-11BAB259543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260388" y="6327084"/>
            <a:ext cx="10800" cy="97200"/>
          </a:xfrm>
          <a:solidFill>
            <a:schemeClr val="bg1"/>
          </a:solidFill>
        </p:spPr>
        <p:txBody>
          <a:bodyPr lIns="0" tIns="0" rIns="0" bIns="0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fr-FR"/>
              <a:t> </a:t>
            </a:r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37FAC502-9FCA-4DA4-85DD-BFCFA27E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3522663"/>
            <a:ext cx="5424000" cy="1008000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00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15" name="Espace réservé du texte 2">
            <a:extLst>
              <a:ext uri="{FF2B5EF4-FFF2-40B4-BE49-F238E27FC236}">
                <a16:creationId xmlns:a16="http://schemas.microsoft.com/office/drawing/2014/main" id="{F168EBA2-6445-4E29-8C43-F672A103784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80000" y="4621213"/>
            <a:ext cx="5424000" cy="72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7" name="Espace réservé du texte 10">
            <a:extLst>
              <a:ext uri="{FF2B5EF4-FFF2-40B4-BE49-F238E27FC236}">
                <a16:creationId xmlns:a16="http://schemas.microsoft.com/office/drawing/2014/main" id="{CD2C6649-068F-44B3-AB70-33E633B0FB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000" y="1600201"/>
            <a:ext cx="5424000" cy="1872000"/>
          </a:xfrm>
        </p:spPr>
        <p:txBody>
          <a:bodyPr>
            <a:noAutofit/>
          </a:bodyPr>
          <a:lstStyle>
            <a:lvl1pPr marL="0" indent="0">
              <a:buNone/>
              <a:defRPr sz="12800" b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fr-FR"/>
              <a:t>NN.</a:t>
            </a:r>
          </a:p>
        </p:txBody>
      </p:sp>
      <p:pic>
        <p:nvPicPr>
          <p:cNvPr id="11" name="Image 11">
            <a:extLst>
              <a:ext uri="{FF2B5EF4-FFF2-40B4-BE49-F238E27FC236}">
                <a16:creationId xmlns:a16="http://schemas.microsoft.com/office/drawing/2014/main" id="{5B7D7821-C693-46C9-8000-242F44F925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4576" y="137664"/>
            <a:ext cx="1369602" cy="108333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27982630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57984" cy="320040"/>
          </a:xfrm>
        </p:spPr>
        <p:txBody>
          <a:bodyPr/>
          <a:lstStyle>
            <a:lvl1pPr>
              <a:defRPr sz="200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fr-FR" noProof="0"/>
              <a:t>Cliquez pour modifier le style du titre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a-DK">
                <a:solidFill>
                  <a:prstClr val="black"/>
                </a:solidFill>
              </a:rPr>
              <a:t>ADNOC Upstream - TotalEnergies - 06/10/2025</a:t>
            </a:r>
            <a:endParaRPr lang="fr-FR">
              <a:solidFill>
                <a:prstClr val="black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1F90BE8-D879-4F46-ACF9-7BCC67DCFB7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2"/>
          </p:nvPr>
        </p:nvSpPr>
        <p:spPr>
          <a:xfrm>
            <a:off x="609600" y="1125538"/>
            <a:ext cx="10958400" cy="5029200"/>
          </a:xfrm>
        </p:spPr>
        <p:txBody>
          <a:bodyPr/>
          <a:lstStyle>
            <a:lvl5pPr marL="1260000">
              <a:buNone/>
              <a:defRPr/>
            </a:lvl5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609600" y="603504"/>
            <a:ext cx="10960608" cy="320040"/>
          </a:xfrm>
        </p:spPr>
        <p:txBody>
          <a:bodyPr tIns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200" b="1" i="1" cap="all" baseline="0"/>
            </a:lvl1pPr>
            <a:lvl2pPr>
              <a:defRPr sz="1200" b="1" i="1"/>
            </a:lvl2pPr>
            <a:lvl3pPr>
              <a:defRPr sz="1200" b="1" i="1"/>
            </a:lvl3pPr>
            <a:lvl4pPr>
              <a:defRPr sz="1200" b="1" i="1"/>
            </a:lvl4pPr>
            <a:lvl5pPr>
              <a:defRPr sz="1200" b="1" i="1"/>
            </a:lvl5pPr>
          </a:lstStyle>
          <a:p>
            <a:pPr lvl="0"/>
            <a:r>
              <a:rPr lang="en-US"/>
              <a:t>Click to edit Master text styles</a:t>
            </a:r>
            <a:endParaRPr lang="en-GB"/>
          </a:p>
        </p:txBody>
      </p:sp>
      <p:sp>
        <p:nvSpPr>
          <p:cNvPr id="7" name="Rectangle 6"/>
          <p:cNvSpPr/>
          <p:nvPr userDrawn="1"/>
        </p:nvSpPr>
        <p:spPr>
          <a:xfrm>
            <a:off x="11856640" y="0"/>
            <a:ext cx="33536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800"/>
          </a:p>
        </p:txBody>
      </p:sp>
    </p:spTree>
    <p:extLst>
      <p:ext uri="{BB962C8B-B14F-4D97-AF65-F5344CB8AC3E}">
        <p14:creationId xmlns:p14="http://schemas.microsoft.com/office/powerpoint/2010/main" val="3854759471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7BC41F0E-EC30-4D2A-AA16-7B987E32A1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>
                    <a:lumMod val="75000"/>
                  </a:schemeClr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C292072E-287F-4875-8FDB-C22CF0436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000" b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0DE2FB5-2CE4-44D5-9167-5E9A54E4AAB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9ED68ED-4BAB-426E-AC8B-79F072DDCF3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a-DK"/>
              <a:t>ADNOC Upstream - TotalEnergies - 06/10/2025</a:t>
            </a:r>
            <a:endParaRPr lang="fr-FR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18ECF392-ABEC-45C0-9399-5BB17B364A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2303710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Option N°1 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C5EE01-F973-4120-91B8-34CAA765DB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1168" y="1722071"/>
            <a:ext cx="5760000" cy="1800000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2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0AEA671-FC71-4FFA-B81F-CABE73D6E4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41168" y="3594095"/>
            <a:ext cx="5760000" cy="720000"/>
          </a:xfrm>
        </p:spPr>
        <p:txBody>
          <a:bodyPr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2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3458929-8E1A-4632-B75F-4975DF8FBB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41168" y="4367734"/>
            <a:ext cx="5760000" cy="6120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810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Image 11">
            <a:extLst>
              <a:ext uri="{FF2B5EF4-FFF2-40B4-BE49-F238E27FC236}">
                <a16:creationId xmlns:a16="http://schemas.microsoft.com/office/drawing/2014/main" id="{3D9B0179-96AA-4866-AB9D-21E58B3381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726" y="85943"/>
            <a:ext cx="2788867" cy="220594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915366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41BBE8-1E54-415C-B10D-F6342B80F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000" b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E830942-5133-4F54-8414-98EC08DAA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03D30D6-5712-44A8-87A9-67750D407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a-DK"/>
              <a:t>ADNOC Upstream - TotalEnergies - 06/10/2025</a:t>
            </a:r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72F511C-AE30-47A8-8C9B-F0B33753C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2484172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97A9D-E2DA-462E-8894-5A7495768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000" b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3AFEB-741A-CF6E-ACFD-3261E89F5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D91E1-4656-B4BB-EA1D-F11C09CFC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F42A8-134E-8D67-60F8-5C8E896A7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ADNOC Upstream - TotalEnergies - 06/10/2025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870E2-7F2F-555F-4A7B-1AF2256BB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DA815-2960-403E-98A9-369230A645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2534837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nne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34B7DA-FA75-4149-8676-64791F4D6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2340000"/>
            <a:ext cx="11184000" cy="144000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E05C12A-6D66-4BD5-8AA3-E181C54F9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D9927BF-3057-4ED9-A027-6ED3E5944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da-DK"/>
              <a:t>ADNOC Upstream - TotalEnergies - 06/10/2025</a:t>
            </a:r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E748F74-A8DF-40EA-847A-446CF8437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7888B71D-5294-4B91-ABB4-684A059BCA46}"/>
              </a:ext>
            </a:extLst>
          </p:cNvPr>
          <p:cNvCxnSpPr>
            <a:cxnSpLocks/>
          </p:cNvCxnSpPr>
          <p:nvPr userDrawn="1"/>
        </p:nvCxnSpPr>
        <p:spPr>
          <a:xfrm>
            <a:off x="11260388" y="6327084"/>
            <a:ext cx="0" cy="100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1" name="Image 11">
            <a:extLst>
              <a:ext uri="{FF2B5EF4-FFF2-40B4-BE49-F238E27FC236}">
                <a16:creationId xmlns:a16="http://schemas.microsoft.com/office/drawing/2014/main" id="{42369FCB-51B9-443C-A2B9-F4D89D9CB5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252" y="154917"/>
            <a:ext cx="1369602" cy="108333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5855830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609600" y="274638"/>
            <a:ext cx="10957984" cy="635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fr-FR" noProof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609600" y="1125538"/>
            <a:ext cx="10957984" cy="4896000"/>
          </a:xfrm>
          <a:prstGeom prst="rect">
            <a:avLst/>
          </a:prstGeom>
        </p:spPr>
        <p:txBody>
          <a:bodyPr anchor="t" anchorCtr="0"/>
          <a:lstStyle>
            <a:lvl1pPr>
              <a:defRPr/>
            </a:lvl1pPr>
          </a:lstStyle>
          <a:p>
            <a:pPr lvl="0"/>
            <a:r>
              <a:rPr lang="fr-FR"/>
              <a:t>Table</a:t>
            </a:r>
          </a:p>
        </p:txBody>
      </p:sp>
      <p:sp>
        <p:nvSpPr>
          <p:cNvPr id="7" name="Espace réservé du texte 8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1" y="6021388"/>
            <a:ext cx="4237567" cy="2159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Font typeface="Arial" pitchFamily="34" charset="0"/>
              <a:buNone/>
              <a:defRPr sz="900"/>
            </a:lvl1pPr>
            <a:lvl2pPr marL="0" indent="0"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Font typeface="Arial" pitchFamily="34" charset="0"/>
              <a:buNone/>
              <a:defRPr/>
            </a:lvl5pPr>
          </a:lstStyle>
          <a:p>
            <a:pPr lvl="0"/>
            <a:r>
              <a:rPr lang="fr-FR"/>
              <a:t>Source</a:t>
            </a:r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600267" y="6188080"/>
            <a:ext cx="967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Helvetica"/>
              </a:defRPr>
            </a:lvl1pPr>
          </a:lstStyle>
          <a:p>
            <a:fld id="{21F90BE8-D879-4F46-ACF9-7BCC67DCFB75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9330277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9ED68ED-4BAB-426E-AC8B-79F072DDCF3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a-DK"/>
              <a:t>ADNOC Upstream - TotalEnergies - 06/10/2025</a:t>
            </a:r>
            <a:endParaRPr lang="fr-FR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18ECF392-ABEC-45C0-9399-5BB17B364A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C7BEC468-C575-6547-CBE9-50D6030295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8485" y="156017"/>
            <a:ext cx="8592872" cy="886397"/>
          </a:xfrm>
        </p:spPr>
        <p:txBody>
          <a:bodyPr/>
          <a:lstStyle>
            <a:lvl1pPr>
              <a:defRPr>
                <a:gradFill>
                  <a:gsLst>
                    <a:gs pos="90000">
                      <a:schemeClr val="accent1"/>
                    </a:gs>
                    <a:gs pos="0">
                      <a:schemeClr val="tx2"/>
                    </a:gs>
                  </a:gsLst>
                  <a:lin ang="0" scaled="0"/>
                </a:gradFill>
              </a:defRPr>
            </a:lvl1pPr>
          </a:lstStyle>
          <a:p>
            <a:r>
              <a:rPr lang="fr-FR"/>
              <a:t>TITRE DE LA SLIDE </a:t>
            </a:r>
            <a:br>
              <a:rPr lang="fr-FR"/>
            </a:br>
            <a:r>
              <a:rPr lang="fr-FR"/>
              <a:t>SUR DEUX LIGNES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43DF27EE-8808-31DF-4024-9404540B001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7052" y="1649730"/>
            <a:ext cx="11077573" cy="4624070"/>
          </a:xfrm>
        </p:spPr>
        <p:txBody>
          <a:bodyPr/>
          <a:lstStyle>
            <a:lvl1pPr>
              <a:defRPr>
                <a:gradFill>
                  <a:gsLst>
                    <a:gs pos="0">
                      <a:schemeClr val="tx2"/>
                    </a:gs>
                    <a:gs pos="100000">
                      <a:schemeClr val="accent1"/>
                    </a:gs>
                  </a:gsLst>
                  <a:lin ang="0" scaled="0"/>
                </a:gradFill>
              </a:defRPr>
            </a:lvl1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/>
            </a:lvl4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49F437DB-EA74-12A4-916E-122C0DEAB627}"/>
              </a:ext>
            </a:extLst>
          </p:cNvPr>
          <p:cNvGrpSpPr/>
          <p:nvPr userDrawn="1"/>
        </p:nvGrpSpPr>
        <p:grpSpPr>
          <a:xfrm>
            <a:off x="294412" y="196268"/>
            <a:ext cx="379430" cy="763776"/>
            <a:chOff x="587375" y="520699"/>
            <a:chExt cx="379430" cy="763776"/>
          </a:xfrm>
        </p:grpSpPr>
        <p:sp>
          <p:nvSpPr>
            <p:cNvPr id="15" name="Rectangle : coins arrondis 14">
              <a:extLst>
                <a:ext uri="{FF2B5EF4-FFF2-40B4-BE49-F238E27FC236}">
                  <a16:creationId xmlns:a16="http://schemas.microsoft.com/office/drawing/2014/main" id="{1161E399-3638-002A-8D0D-578F86D755B5}"/>
                </a:ext>
              </a:extLst>
            </p:cNvPr>
            <p:cNvSpPr/>
            <p:nvPr/>
          </p:nvSpPr>
          <p:spPr>
            <a:xfrm rot="10800000">
              <a:off x="587375" y="520699"/>
              <a:ext cx="379430" cy="763776"/>
            </a:xfrm>
            <a:prstGeom prst="roundRect">
              <a:avLst>
                <a:gd name="adj" fmla="val 50000"/>
              </a:avLst>
            </a:prstGeom>
            <a:gradFill>
              <a:gsLst>
                <a:gs pos="15000">
                  <a:schemeClr val="tx2"/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97FAD90E-6C95-A730-D949-AC9D1697435D}"/>
                </a:ext>
              </a:extLst>
            </p:cNvPr>
            <p:cNvSpPr/>
            <p:nvPr/>
          </p:nvSpPr>
          <p:spPr>
            <a:xfrm rot="5400000">
              <a:off x="623413" y="562117"/>
              <a:ext cx="307352" cy="307352"/>
            </a:xfrm>
            <a:custGeom>
              <a:avLst/>
              <a:gdLst>
                <a:gd name="connsiteX0" fmla="*/ 171450 w 171450"/>
                <a:gd name="connsiteY0" fmla="*/ 85725 h 171450"/>
                <a:gd name="connsiteX1" fmla="*/ 85725 w 171450"/>
                <a:gd name="connsiteY1" fmla="*/ 171450 h 171450"/>
                <a:gd name="connsiteX2" fmla="*/ 0 w 171450"/>
                <a:gd name="connsiteY2" fmla="*/ 85725 h 171450"/>
                <a:gd name="connsiteX3" fmla="*/ 85725 w 171450"/>
                <a:gd name="connsiteY3" fmla="*/ 0 h 171450"/>
                <a:gd name="connsiteX4" fmla="*/ 171450 w 171450"/>
                <a:gd name="connsiteY4" fmla="*/ 8572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1450" h="171450">
                  <a:moveTo>
                    <a:pt x="171450" y="85725"/>
                  </a:moveTo>
                  <a:cubicBezTo>
                    <a:pt x="171450" y="133070"/>
                    <a:pt x="133070" y="171450"/>
                    <a:pt x="85725" y="171450"/>
                  </a:cubicBezTo>
                  <a:cubicBezTo>
                    <a:pt x="38380" y="171450"/>
                    <a:pt x="0" y="133070"/>
                    <a:pt x="0" y="85725"/>
                  </a:cubicBezTo>
                  <a:cubicBezTo>
                    <a:pt x="0" y="38380"/>
                    <a:pt x="38380" y="0"/>
                    <a:pt x="85725" y="0"/>
                  </a:cubicBezTo>
                  <a:cubicBezTo>
                    <a:pt x="133070" y="0"/>
                    <a:pt x="171450" y="38380"/>
                    <a:pt x="171450" y="85725"/>
                  </a:cubicBezTo>
                  <a:close/>
                </a:path>
              </a:pathLst>
            </a:custGeom>
            <a:solidFill>
              <a:srgbClr val="F5F6F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8" name="Graphique 16">
              <a:extLst>
                <a:ext uri="{FF2B5EF4-FFF2-40B4-BE49-F238E27FC236}">
                  <a16:creationId xmlns:a16="http://schemas.microsoft.com/office/drawing/2014/main" id="{09D64C65-FE74-A20E-23B5-FC604DF6C355}"/>
                </a:ext>
              </a:extLst>
            </p:cNvPr>
            <p:cNvSpPr/>
            <p:nvPr userDrawn="1"/>
          </p:nvSpPr>
          <p:spPr>
            <a:xfrm>
              <a:off x="692802" y="632527"/>
              <a:ext cx="168574" cy="166533"/>
            </a:xfrm>
            <a:custGeom>
              <a:avLst/>
              <a:gdLst>
                <a:gd name="connsiteX0" fmla="*/ 61090 w 168574"/>
                <a:gd name="connsiteY0" fmla="*/ 105784 h 166533"/>
                <a:gd name="connsiteX1" fmla="*/ 22517 w 168574"/>
                <a:gd name="connsiteY1" fmla="*/ 105784 h 166533"/>
                <a:gd name="connsiteX2" fmla="*/ 0 w 168574"/>
                <a:gd name="connsiteY2" fmla="*/ 83267 h 166533"/>
                <a:gd name="connsiteX3" fmla="*/ 22517 w 168574"/>
                <a:gd name="connsiteY3" fmla="*/ 60749 h 166533"/>
                <a:gd name="connsiteX4" fmla="*/ 61090 w 168574"/>
                <a:gd name="connsiteY4" fmla="*/ 60749 h 166533"/>
                <a:gd name="connsiteX5" fmla="*/ 61090 w 168574"/>
                <a:gd name="connsiteY5" fmla="*/ 23198 h 166533"/>
                <a:gd name="connsiteX6" fmla="*/ 84287 w 168574"/>
                <a:gd name="connsiteY6" fmla="*/ 0 h 166533"/>
                <a:gd name="connsiteX7" fmla="*/ 107485 w 168574"/>
                <a:gd name="connsiteY7" fmla="*/ 23198 h 166533"/>
                <a:gd name="connsiteX8" fmla="*/ 107485 w 168574"/>
                <a:gd name="connsiteY8" fmla="*/ 60749 h 166533"/>
                <a:gd name="connsiteX9" fmla="*/ 146057 w 168574"/>
                <a:gd name="connsiteY9" fmla="*/ 60749 h 166533"/>
                <a:gd name="connsiteX10" fmla="*/ 168574 w 168574"/>
                <a:gd name="connsiteY10" fmla="*/ 83267 h 166533"/>
                <a:gd name="connsiteX11" fmla="*/ 146057 w 168574"/>
                <a:gd name="connsiteY11" fmla="*/ 105784 h 166533"/>
                <a:gd name="connsiteX12" fmla="*/ 107485 w 168574"/>
                <a:gd name="connsiteY12" fmla="*/ 105784 h 166533"/>
                <a:gd name="connsiteX13" fmla="*/ 107485 w 168574"/>
                <a:gd name="connsiteY13" fmla="*/ 143336 h 166533"/>
                <a:gd name="connsiteX14" fmla="*/ 84287 w 168574"/>
                <a:gd name="connsiteY14" fmla="*/ 166533 h 166533"/>
                <a:gd name="connsiteX15" fmla="*/ 61090 w 168574"/>
                <a:gd name="connsiteY15" fmla="*/ 143336 h 166533"/>
                <a:gd name="connsiteX16" fmla="*/ 61090 w 168574"/>
                <a:gd name="connsiteY16" fmla="*/ 105784 h 166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8574" h="166533">
                  <a:moveTo>
                    <a:pt x="61090" y="105784"/>
                  </a:moveTo>
                  <a:lnTo>
                    <a:pt x="22517" y="105784"/>
                  </a:lnTo>
                  <a:cubicBezTo>
                    <a:pt x="10136" y="105784"/>
                    <a:pt x="0" y="95648"/>
                    <a:pt x="0" y="83267"/>
                  </a:cubicBezTo>
                  <a:cubicBezTo>
                    <a:pt x="0" y="70886"/>
                    <a:pt x="10136" y="60749"/>
                    <a:pt x="22517" y="60749"/>
                  </a:cubicBezTo>
                  <a:lnTo>
                    <a:pt x="61090" y="60749"/>
                  </a:lnTo>
                  <a:lnTo>
                    <a:pt x="61090" y="23198"/>
                  </a:lnTo>
                  <a:cubicBezTo>
                    <a:pt x="61090" y="10476"/>
                    <a:pt x="71566" y="0"/>
                    <a:pt x="84287" y="0"/>
                  </a:cubicBezTo>
                  <a:cubicBezTo>
                    <a:pt x="97009" y="0"/>
                    <a:pt x="107485" y="10476"/>
                    <a:pt x="107485" y="23198"/>
                  </a:cubicBezTo>
                  <a:lnTo>
                    <a:pt x="107485" y="60749"/>
                  </a:lnTo>
                  <a:lnTo>
                    <a:pt x="146057" y="60749"/>
                  </a:lnTo>
                  <a:cubicBezTo>
                    <a:pt x="158438" y="60749"/>
                    <a:pt x="168574" y="70886"/>
                    <a:pt x="168574" y="83267"/>
                  </a:cubicBezTo>
                  <a:cubicBezTo>
                    <a:pt x="168574" y="95648"/>
                    <a:pt x="158438" y="105784"/>
                    <a:pt x="146057" y="105784"/>
                  </a:cubicBezTo>
                  <a:lnTo>
                    <a:pt x="107485" y="105784"/>
                  </a:lnTo>
                  <a:lnTo>
                    <a:pt x="107485" y="143336"/>
                  </a:lnTo>
                  <a:cubicBezTo>
                    <a:pt x="107485" y="156057"/>
                    <a:pt x="97009" y="166533"/>
                    <a:pt x="84287" y="166533"/>
                  </a:cubicBezTo>
                  <a:cubicBezTo>
                    <a:pt x="71566" y="166533"/>
                    <a:pt x="61090" y="156057"/>
                    <a:pt x="61090" y="143336"/>
                  </a:cubicBezTo>
                  <a:lnTo>
                    <a:pt x="61090" y="105784"/>
                  </a:lnTo>
                  <a:close/>
                </a:path>
              </a:pathLst>
            </a:custGeom>
            <a:solidFill>
              <a:schemeClr val="tx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grpSp>
        <p:nvGrpSpPr>
          <p:cNvPr id="2" name="Groupe 1">
            <a:extLst>
              <a:ext uri="{FF2B5EF4-FFF2-40B4-BE49-F238E27FC236}">
                <a16:creationId xmlns:a16="http://schemas.microsoft.com/office/drawing/2014/main" id="{1D75D8BE-7231-643A-AF68-12539B997834}"/>
              </a:ext>
            </a:extLst>
          </p:cNvPr>
          <p:cNvGrpSpPr/>
          <p:nvPr userDrawn="1"/>
        </p:nvGrpSpPr>
        <p:grpSpPr>
          <a:xfrm rot="4875370" flipH="1">
            <a:off x="-203591" y="6151235"/>
            <a:ext cx="667260" cy="667258"/>
            <a:chOff x="751760" y="5112007"/>
            <a:chExt cx="1035732" cy="1035732"/>
          </a:xfrm>
        </p:grpSpPr>
        <p:sp>
          <p:nvSpPr>
            <p:cNvPr id="3" name="Arc 2">
              <a:extLst>
                <a:ext uri="{FF2B5EF4-FFF2-40B4-BE49-F238E27FC236}">
                  <a16:creationId xmlns:a16="http://schemas.microsoft.com/office/drawing/2014/main" id="{B425F73E-167F-C7BD-F38B-FE749510D4D6}"/>
                </a:ext>
              </a:extLst>
            </p:cNvPr>
            <p:cNvSpPr/>
            <p:nvPr/>
          </p:nvSpPr>
          <p:spPr>
            <a:xfrm>
              <a:off x="861840" y="5222087"/>
              <a:ext cx="815573" cy="815573"/>
            </a:xfrm>
            <a:prstGeom prst="arc">
              <a:avLst>
                <a:gd name="adj1" fmla="val 12683123"/>
                <a:gd name="adj2" fmla="val 1112035"/>
              </a:avLst>
            </a:prstGeom>
            <a:noFill/>
            <a:ln w="19050" cap="rnd">
              <a:gradFill>
                <a:gsLst>
                  <a:gs pos="0">
                    <a:schemeClr val="tx2"/>
                  </a:gs>
                  <a:gs pos="100000">
                    <a:schemeClr val="accent1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" name="Arc 3">
              <a:extLst>
                <a:ext uri="{FF2B5EF4-FFF2-40B4-BE49-F238E27FC236}">
                  <a16:creationId xmlns:a16="http://schemas.microsoft.com/office/drawing/2014/main" id="{E82916F9-9C39-0E16-E3DE-DD973AC59AAB}"/>
                </a:ext>
              </a:extLst>
            </p:cNvPr>
            <p:cNvSpPr/>
            <p:nvPr/>
          </p:nvSpPr>
          <p:spPr>
            <a:xfrm rot="4500000">
              <a:off x="751760" y="5112007"/>
              <a:ext cx="1035732" cy="1035732"/>
            </a:xfrm>
            <a:prstGeom prst="arc">
              <a:avLst>
                <a:gd name="adj1" fmla="val 11930674"/>
                <a:gd name="adj2" fmla="val 17954320"/>
              </a:avLst>
            </a:prstGeom>
            <a:noFill/>
            <a:ln w="19050" cap="rnd">
              <a:gradFill>
                <a:gsLst>
                  <a:gs pos="0">
                    <a:schemeClr val="tx2"/>
                  </a:gs>
                  <a:gs pos="100000">
                    <a:schemeClr val="accent1"/>
                  </a:gs>
                </a:gsLst>
                <a:lin ang="0" scaled="0"/>
              </a:gradFill>
              <a:round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3746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604739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37.xml"/><Relationship Id="rId15" Type="http://schemas.openxmlformats.org/officeDocument/2006/relationships/theme" Target="../theme/theme2.xml"/><Relationship Id="rId16" Type="http://schemas.openxmlformats.org/officeDocument/2006/relationships/image" Target="../media/image1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9.xml"/><Relationship Id="rId3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1.xml"/><Relationship Id="rId5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4.xml"/><Relationship Id="rId8" Type="http://schemas.openxmlformats.org/officeDocument/2006/relationships/slideLayout" Target="../slideLayouts/slideLayout45.xml"/><Relationship Id="rId9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49.xml"/><Relationship Id="rId13" Type="http://schemas.openxmlformats.org/officeDocument/2006/relationships/slideLayout" Target="../slideLayouts/slideLayout50.xml"/><Relationship Id="rId14" Type="http://schemas.openxmlformats.org/officeDocument/2006/relationships/slideLayout" Target="../slideLayouts/slideLayout51.xml"/><Relationship Id="rId15" Type="http://schemas.openxmlformats.org/officeDocument/2006/relationships/theme" Target="../theme/theme3.xml"/><Relationship Id="rId16" Type="http://schemas.openxmlformats.org/officeDocument/2006/relationships/image" Target="../media/image1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slideLayout" Target="../slideLayouts/slideLayout53.xml"/><Relationship Id="rId3" Type="http://schemas.openxmlformats.org/officeDocument/2006/relationships/slideLayout" Target="../slideLayouts/slideLayout54.xml"/><Relationship Id="rId4" Type="http://schemas.openxmlformats.org/officeDocument/2006/relationships/slideLayout" Target="../slideLayouts/slideLayout55.xml"/><Relationship Id="rId5" Type="http://schemas.openxmlformats.org/officeDocument/2006/relationships/slideLayout" Target="../slideLayouts/slideLayout56.xml"/><Relationship Id="rId6" Type="http://schemas.openxmlformats.org/officeDocument/2006/relationships/slideLayout" Target="../slideLayouts/slideLayout57.xml"/><Relationship Id="rId7" Type="http://schemas.openxmlformats.org/officeDocument/2006/relationships/slideLayout" Target="../slideLayouts/slideLayout58.xml"/><Relationship Id="rId8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3.xml"/><Relationship Id="rId13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5.xml"/><Relationship Id="rId15" Type="http://schemas.openxmlformats.org/officeDocument/2006/relationships/theme" Target="../theme/theme4.xml"/><Relationship Id="rId16" Type="http://schemas.openxmlformats.org/officeDocument/2006/relationships/image" Target="../media/image1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9.xml"/><Relationship Id="rId5" Type="http://schemas.openxmlformats.org/officeDocument/2006/relationships/slideLayout" Target="../slideLayouts/slideLayout70.xml"/><Relationship Id="rId6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2.xml"/><Relationship Id="rId8" Type="http://schemas.openxmlformats.org/officeDocument/2006/relationships/slideLayout" Target="../slideLayouts/slideLayout73.xml"/><Relationship Id="rId9" Type="http://schemas.openxmlformats.org/officeDocument/2006/relationships/slideLayout" Target="../slideLayouts/slideLayout74.xml"/><Relationship Id="rId10" Type="http://schemas.openxmlformats.org/officeDocument/2006/relationships/slideLayout" Target="../slideLayouts/slideLayout75.xml"/><Relationship Id="rId11" Type="http://schemas.openxmlformats.org/officeDocument/2006/relationships/slideLayout" Target="../slideLayouts/slideLayout76.xml"/><Relationship Id="rId12" Type="http://schemas.openxmlformats.org/officeDocument/2006/relationships/slideLayout" Target="../slideLayouts/slideLayout77.xml"/><Relationship Id="rId13" Type="http://schemas.openxmlformats.org/officeDocument/2006/relationships/slideLayout" Target="../slideLayouts/slideLayout78.xml"/><Relationship Id="rId14" Type="http://schemas.openxmlformats.org/officeDocument/2006/relationships/slideLayout" Target="../slideLayouts/slideLayout79.xml"/><Relationship Id="rId15" Type="http://schemas.openxmlformats.org/officeDocument/2006/relationships/slideLayout" Target="../slideLayouts/slideLayout80.xml"/><Relationship Id="rId16" Type="http://schemas.openxmlformats.org/officeDocument/2006/relationships/slideLayout" Target="../slideLayouts/slideLayout81.xml"/><Relationship Id="rId17" Type="http://schemas.openxmlformats.org/officeDocument/2006/relationships/slideLayout" Target="../slideLayouts/slideLayout82.xml"/><Relationship Id="rId18" Type="http://schemas.openxmlformats.org/officeDocument/2006/relationships/slideLayout" Target="../slideLayouts/slideLayout83.xml"/><Relationship Id="rId19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8.xml"/><Relationship Id="rId6" Type="http://schemas.openxmlformats.org/officeDocument/2006/relationships/slideLayout" Target="../slideLayouts/slideLayout89.xml"/><Relationship Id="rId7" Type="http://schemas.openxmlformats.org/officeDocument/2006/relationships/slideLayout" Target="../slideLayouts/slideLayout90.xml"/><Relationship Id="rId8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2.xml"/><Relationship Id="rId10" Type="http://schemas.openxmlformats.org/officeDocument/2006/relationships/slideLayout" Target="../slideLayouts/slideLayout93.xml"/><Relationship Id="rId11" Type="http://schemas.openxmlformats.org/officeDocument/2006/relationships/slideLayout" Target="../slideLayouts/slideLayout94.xml"/><Relationship Id="rId12" Type="http://schemas.openxmlformats.org/officeDocument/2006/relationships/slideLayout" Target="../slideLayouts/slideLayout95.xml"/><Relationship Id="rId13" Type="http://schemas.openxmlformats.org/officeDocument/2006/relationships/slideLayout" Target="../slideLayouts/slideLayout96.xml"/><Relationship Id="rId14" Type="http://schemas.openxmlformats.org/officeDocument/2006/relationships/slideLayout" Target="../slideLayouts/slideLayout97.xml"/><Relationship Id="rId15" Type="http://schemas.openxmlformats.org/officeDocument/2006/relationships/slideLayout" Target="../slideLayouts/slideLayout98.xml"/><Relationship Id="rId16" Type="http://schemas.openxmlformats.org/officeDocument/2006/relationships/slideLayout" Target="../slideLayouts/slideLayout99.xml"/><Relationship Id="rId17" Type="http://schemas.openxmlformats.org/officeDocument/2006/relationships/slideLayout" Target="../slideLayouts/slideLayout100.xml"/><Relationship Id="rId18" Type="http://schemas.openxmlformats.org/officeDocument/2006/relationships/slideLayout" Target="../slideLayouts/slideLayout101.xml"/><Relationship Id="rId19" Type="http://schemas.openxmlformats.org/officeDocument/2006/relationships/slideLayout" Target="../slideLayouts/slideLayout102.xml"/><Relationship Id="rId20" Type="http://schemas.openxmlformats.org/officeDocument/2006/relationships/slideLayout" Target="../slideLayouts/slideLayout103.xml"/><Relationship Id="rId21" Type="http://schemas.openxmlformats.org/officeDocument/2006/relationships/slideLayout" Target="../slideLayouts/slideLayout104.xml"/><Relationship Id="rId22" Type="http://schemas.openxmlformats.org/officeDocument/2006/relationships/slideLayout" Target="../slideLayouts/slideLayout105.xml"/><Relationship Id="rId23" Type="http://schemas.openxmlformats.org/officeDocument/2006/relationships/slideLayout" Target="../slideLayouts/slideLayout106.xml"/><Relationship Id="rId24" Type="http://schemas.openxmlformats.org/officeDocument/2006/relationships/slideLayout" Target="../slideLayouts/slideLayout107.xml"/><Relationship Id="rId25" Type="http://schemas.openxmlformats.org/officeDocument/2006/relationships/theme" Target="../theme/theme6.xml"/><Relationship Id="rId26" Type="http://schemas.openxmlformats.org/officeDocument/2006/relationships/tags" Target="../tags/tag3.xml"/><Relationship Id="rId27" Type="http://schemas.openxmlformats.org/officeDocument/2006/relationships/oleObject" Target="../embeddings/oleObject2.bin"/><Relationship Id="rId28" Type="http://schemas.openxmlformats.org/officeDocument/2006/relationships/image" Target="../media/image5.emf"/><Relationship Id="rId2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>
            <a:extLst>
              <a:ext uri="{FF2B5EF4-FFF2-40B4-BE49-F238E27FC236}">
                <a16:creationId xmlns:a16="http://schemas.microsoft.com/office/drawing/2014/main" id="{B1118175-1072-407B-A6EC-436CFF5BD944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02755" y="150003"/>
            <a:ext cx="1474442" cy="1165838"/>
          </a:xfrm>
          <a:prstGeom prst="rect">
            <a:avLst/>
          </a:prstGeom>
          <a:ln>
            <a:noFill/>
          </a:ln>
        </p:spPr>
      </p:pic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782D8575-B917-4E3D-B2EB-ADC2EF0D7594}"/>
              </a:ext>
            </a:extLst>
          </p:cNvPr>
          <p:cNvCxnSpPr>
            <a:cxnSpLocks/>
          </p:cNvCxnSpPr>
          <p:nvPr userDrawn="1"/>
        </p:nvCxnSpPr>
        <p:spPr>
          <a:xfrm>
            <a:off x="825578" y="6524419"/>
            <a:ext cx="0" cy="100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F798E53-107F-468D-A86A-B9E27C8FB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879" y="242844"/>
            <a:ext cx="9720000" cy="1008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3116353-A2DB-400D-836D-10B770C82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879" y="1372351"/>
            <a:ext cx="11268000" cy="486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9" name="Espace réservé de la date 3">
            <a:extLst>
              <a:ext uri="{FF2B5EF4-FFF2-40B4-BE49-F238E27FC236}">
                <a16:creationId xmlns:a16="http://schemas.microsoft.com/office/drawing/2014/main" id="{4A65FE1E-2200-449D-88E8-D8D4A09B8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1695" y="6449983"/>
            <a:ext cx="1440000" cy="25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10" name="Espace réservé du pied de page 4">
            <a:extLst>
              <a:ext uri="{FF2B5EF4-FFF2-40B4-BE49-F238E27FC236}">
                <a16:creationId xmlns:a16="http://schemas.microsoft.com/office/drawing/2014/main" id="{3BAFF6D6-D321-4A5A-B742-C1924762B0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56680" y="6449983"/>
            <a:ext cx="3600000" cy="25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cap="none" baseline="0">
                <a:solidFill>
                  <a:schemeClr val="tx1"/>
                </a:solidFill>
              </a:defRPr>
            </a:lvl1pPr>
          </a:lstStyle>
          <a:p>
            <a:r>
              <a:rPr lang="nl-NL"/>
              <a:t>ADNOC Upstream - TotalEnergies - 06/10/2025</a:t>
            </a:r>
            <a:endParaRPr lang="fr-FR"/>
          </a:p>
        </p:txBody>
      </p:sp>
      <p:sp>
        <p:nvSpPr>
          <p:cNvPr id="11" name="Espace réservé du numéro de diapositive 5">
            <a:extLst>
              <a:ext uri="{FF2B5EF4-FFF2-40B4-BE49-F238E27FC236}">
                <a16:creationId xmlns:a16="http://schemas.microsoft.com/office/drawing/2014/main" id="{21051C9B-F9F2-4B86-849F-4391216C82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9008" y="6449983"/>
            <a:ext cx="576000" cy="25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701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66" r:id="rId6"/>
    <p:sldLayoutId id="2147483680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81" r:id="rId13"/>
    <p:sldLayoutId id="2147483682" r:id="rId14"/>
    <p:sldLayoutId id="2147483729" r:id="rId15"/>
    <p:sldLayoutId id="2147483730" r:id="rId16"/>
    <p:sldLayoutId id="2147483755" r:id="rId17"/>
    <p:sldLayoutId id="2147483757" r:id="rId18"/>
    <p:sldLayoutId id="2147483804" r:id="rId19"/>
    <p:sldLayoutId id="2147483806" r:id="rId20"/>
    <p:sldLayoutId id="2147483807" r:id="rId21"/>
    <p:sldLayoutId id="2147483805" r:id="rId22"/>
    <p:sldLayoutId id="2147483833" r:id="rId23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000" kern="1200" cap="none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88000" indent="0" algn="l" defTabSz="914400" rtl="0" eaLnBrk="1" latinLnBrk="0" hangingPunct="1">
        <a:lnSpc>
          <a:spcPct val="100000"/>
        </a:lnSpc>
        <a:spcBef>
          <a:spcPts val="1300"/>
        </a:spcBef>
        <a:buFont typeface="Arial" panose="020B0604020202020204" pitchFamily="34" charset="0"/>
        <a:buNone/>
        <a:defRPr sz="1400" kern="1200">
          <a:solidFill>
            <a:schemeClr val="tx1">
              <a:lumMod val="7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>
            <a:extLst>
              <a:ext uri="{FF2B5EF4-FFF2-40B4-BE49-F238E27FC236}">
                <a16:creationId xmlns:a16="http://schemas.microsoft.com/office/drawing/2014/main" id="{B1118175-1072-407B-A6EC-436CFF5BD944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95939" y="150003"/>
            <a:ext cx="1474442" cy="1165838"/>
          </a:xfrm>
          <a:prstGeom prst="rect">
            <a:avLst/>
          </a:prstGeom>
          <a:ln>
            <a:noFill/>
          </a:ln>
        </p:spPr>
      </p:pic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782D8575-B917-4E3D-B2EB-ADC2EF0D7594}"/>
              </a:ext>
            </a:extLst>
          </p:cNvPr>
          <p:cNvCxnSpPr>
            <a:cxnSpLocks/>
          </p:cNvCxnSpPr>
          <p:nvPr userDrawn="1"/>
        </p:nvCxnSpPr>
        <p:spPr>
          <a:xfrm>
            <a:off x="825578" y="6524419"/>
            <a:ext cx="0" cy="100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F798E53-107F-468D-A86A-B9E27C8FB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879" y="242844"/>
            <a:ext cx="9720000" cy="1008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3116353-A2DB-400D-836D-10B770C82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879" y="1372351"/>
            <a:ext cx="11268000" cy="486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9" name="Espace réservé de la date 3">
            <a:extLst>
              <a:ext uri="{FF2B5EF4-FFF2-40B4-BE49-F238E27FC236}">
                <a16:creationId xmlns:a16="http://schemas.microsoft.com/office/drawing/2014/main" id="{4A65FE1E-2200-449D-88E8-D8D4A09B8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1695" y="6449983"/>
            <a:ext cx="1440000" cy="25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10" name="Espace réservé du pied de page 4">
            <a:extLst>
              <a:ext uri="{FF2B5EF4-FFF2-40B4-BE49-F238E27FC236}">
                <a16:creationId xmlns:a16="http://schemas.microsoft.com/office/drawing/2014/main" id="{3BAFF6D6-D321-4A5A-B742-C1924762B0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56680" y="6449983"/>
            <a:ext cx="3600000" cy="25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cap="none" baseline="0">
                <a:solidFill>
                  <a:schemeClr val="tx1"/>
                </a:solidFill>
              </a:defRPr>
            </a:lvl1pPr>
          </a:lstStyle>
          <a:p>
            <a:r>
              <a:rPr lang="nl-NL"/>
              <a:t>ADNOC Upstream - TotalEnergies - 06/10/2025</a:t>
            </a:r>
            <a:endParaRPr lang="fr-FR"/>
          </a:p>
        </p:txBody>
      </p:sp>
      <p:sp>
        <p:nvSpPr>
          <p:cNvPr id="11" name="Espace réservé du numéro de diapositive 5">
            <a:extLst>
              <a:ext uri="{FF2B5EF4-FFF2-40B4-BE49-F238E27FC236}">
                <a16:creationId xmlns:a16="http://schemas.microsoft.com/office/drawing/2014/main" id="{21051C9B-F9F2-4B86-849F-4391216C82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9008" y="6449983"/>
            <a:ext cx="576000" cy="25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BC4422-0CAE-2083-3BE8-8FE2166045E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6986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E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ADNOC Classification: Restricted</a:t>
            </a:r>
          </a:p>
        </p:txBody>
      </p:sp>
    </p:spTree>
    <p:extLst>
      <p:ext uri="{BB962C8B-B14F-4D97-AF65-F5344CB8AC3E}">
        <p14:creationId xmlns:p14="http://schemas.microsoft.com/office/powerpoint/2010/main" val="1797941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000" kern="1200" cap="none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88000" indent="0" algn="l" defTabSz="914400" rtl="0" eaLnBrk="1" latinLnBrk="0" hangingPunct="1">
        <a:lnSpc>
          <a:spcPct val="100000"/>
        </a:lnSpc>
        <a:spcBef>
          <a:spcPts val="1300"/>
        </a:spcBef>
        <a:buFont typeface="Arial" panose="020B0604020202020204" pitchFamily="34" charset="0"/>
        <a:buNone/>
        <a:defRPr sz="1400" kern="1200">
          <a:solidFill>
            <a:schemeClr val="tx1">
              <a:lumMod val="7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>
            <a:extLst>
              <a:ext uri="{FF2B5EF4-FFF2-40B4-BE49-F238E27FC236}">
                <a16:creationId xmlns:a16="http://schemas.microsoft.com/office/drawing/2014/main" id="{B1118175-1072-407B-A6EC-436CFF5BD944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95939" y="150003"/>
            <a:ext cx="1474442" cy="1165838"/>
          </a:xfrm>
          <a:prstGeom prst="rect">
            <a:avLst/>
          </a:prstGeom>
          <a:ln>
            <a:noFill/>
          </a:ln>
        </p:spPr>
      </p:pic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782D8575-B917-4E3D-B2EB-ADC2EF0D7594}"/>
              </a:ext>
            </a:extLst>
          </p:cNvPr>
          <p:cNvCxnSpPr>
            <a:cxnSpLocks/>
          </p:cNvCxnSpPr>
          <p:nvPr userDrawn="1"/>
        </p:nvCxnSpPr>
        <p:spPr>
          <a:xfrm>
            <a:off x="825578" y="6524419"/>
            <a:ext cx="0" cy="100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F798E53-107F-468D-A86A-B9E27C8FB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879" y="242844"/>
            <a:ext cx="9720000" cy="1008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3116353-A2DB-400D-836D-10B770C82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879" y="1372351"/>
            <a:ext cx="11268000" cy="486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9" name="Espace réservé de la date 3">
            <a:extLst>
              <a:ext uri="{FF2B5EF4-FFF2-40B4-BE49-F238E27FC236}">
                <a16:creationId xmlns:a16="http://schemas.microsoft.com/office/drawing/2014/main" id="{4A65FE1E-2200-449D-88E8-D8D4A09B8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1695" y="6449983"/>
            <a:ext cx="1440000" cy="25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10" name="Espace réservé du pied de page 4">
            <a:extLst>
              <a:ext uri="{FF2B5EF4-FFF2-40B4-BE49-F238E27FC236}">
                <a16:creationId xmlns:a16="http://schemas.microsoft.com/office/drawing/2014/main" id="{3BAFF6D6-D321-4A5A-B742-C1924762B0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56680" y="6449983"/>
            <a:ext cx="3600000" cy="25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cap="none" baseline="0">
                <a:solidFill>
                  <a:schemeClr val="tx1"/>
                </a:solidFill>
              </a:defRPr>
            </a:lvl1pPr>
          </a:lstStyle>
          <a:p>
            <a:r>
              <a:rPr lang="nl-NL"/>
              <a:t>ADNOC Upstream - TotalEnergies - 06/10/2025</a:t>
            </a:r>
            <a:endParaRPr lang="fr-FR"/>
          </a:p>
        </p:txBody>
      </p:sp>
      <p:sp>
        <p:nvSpPr>
          <p:cNvPr id="11" name="Espace réservé du numéro de diapositive 5">
            <a:extLst>
              <a:ext uri="{FF2B5EF4-FFF2-40B4-BE49-F238E27FC236}">
                <a16:creationId xmlns:a16="http://schemas.microsoft.com/office/drawing/2014/main" id="{21051C9B-F9F2-4B86-849F-4391216C82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9008" y="6449983"/>
            <a:ext cx="576000" cy="25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1EFF1C-5F6C-6593-D1F0-AB9817DE022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6986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E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ADNOC Classification: Restricted</a:t>
            </a:r>
          </a:p>
        </p:txBody>
      </p:sp>
    </p:spTree>
    <p:extLst>
      <p:ext uri="{BB962C8B-B14F-4D97-AF65-F5344CB8AC3E}">
        <p14:creationId xmlns:p14="http://schemas.microsoft.com/office/powerpoint/2010/main" val="84008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000" kern="1200" cap="none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88000" indent="0" algn="l" defTabSz="914400" rtl="0" eaLnBrk="1" latinLnBrk="0" hangingPunct="1">
        <a:lnSpc>
          <a:spcPct val="100000"/>
        </a:lnSpc>
        <a:spcBef>
          <a:spcPts val="1300"/>
        </a:spcBef>
        <a:buFont typeface="Arial" panose="020B0604020202020204" pitchFamily="34" charset="0"/>
        <a:buNone/>
        <a:defRPr sz="1400" kern="1200">
          <a:solidFill>
            <a:schemeClr val="tx1">
              <a:lumMod val="7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>
            <a:extLst>
              <a:ext uri="{FF2B5EF4-FFF2-40B4-BE49-F238E27FC236}">
                <a16:creationId xmlns:a16="http://schemas.microsoft.com/office/drawing/2014/main" id="{B1118175-1072-407B-A6EC-436CFF5BD944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95939" y="150003"/>
            <a:ext cx="1474442" cy="1165838"/>
          </a:xfrm>
          <a:prstGeom prst="rect">
            <a:avLst/>
          </a:prstGeom>
          <a:ln>
            <a:noFill/>
          </a:ln>
        </p:spPr>
      </p:pic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782D8575-B917-4E3D-B2EB-ADC2EF0D7594}"/>
              </a:ext>
            </a:extLst>
          </p:cNvPr>
          <p:cNvCxnSpPr>
            <a:cxnSpLocks/>
          </p:cNvCxnSpPr>
          <p:nvPr userDrawn="1"/>
        </p:nvCxnSpPr>
        <p:spPr>
          <a:xfrm>
            <a:off x="825578" y="6524419"/>
            <a:ext cx="0" cy="100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F798E53-107F-468D-A86A-B9E27C8FB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879" y="242844"/>
            <a:ext cx="9720000" cy="1008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3116353-A2DB-400D-836D-10B770C82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879" y="1372351"/>
            <a:ext cx="11268000" cy="486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9" name="Espace réservé de la date 3">
            <a:extLst>
              <a:ext uri="{FF2B5EF4-FFF2-40B4-BE49-F238E27FC236}">
                <a16:creationId xmlns:a16="http://schemas.microsoft.com/office/drawing/2014/main" id="{4A65FE1E-2200-449D-88E8-D8D4A09B8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1695" y="6449983"/>
            <a:ext cx="1440000" cy="25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10" name="Espace réservé du pied de page 4">
            <a:extLst>
              <a:ext uri="{FF2B5EF4-FFF2-40B4-BE49-F238E27FC236}">
                <a16:creationId xmlns:a16="http://schemas.microsoft.com/office/drawing/2014/main" id="{3BAFF6D6-D321-4A5A-B742-C1924762B0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56680" y="6449983"/>
            <a:ext cx="3600000" cy="25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cap="none" baseline="0">
                <a:solidFill>
                  <a:schemeClr val="tx1"/>
                </a:solidFill>
              </a:defRPr>
            </a:lvl1pPr>
          </a:lstStyle>
          <a:p>
            <a:r>
              <a:rPr lang="nl-NL"/>
              <a:t>ADNOC Upstream - TotalEnergies - 06/10/2025</a:t>
            </a:r>
            <a:endParaRPr lang="fr-FR"/>
          </a:p>
        </p:txBody>
      </p:sp>
      <p:sp>
        <p:nvSpPr>
          <p:cNvPr id="11" name="Espace réservé du numéro de diapositive 5">
            <a:extLst>
              <a:ext uri="{FF2B5EF4-FFF2-40B4-BE49-F238E27FC236}">
                <a16:creationId xmlns:a16="http://schemas.microsoft.com/office/drawing/2014/main" id="{21051C9B-F9F2-4B86-849F-4391216C82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9008" y="6449983"/>
            <a:ext cx="576000" cy="25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69C57B-0A62-5344-5027-A0C8C1460CB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6986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E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ADNOC Classification: Restricted</a:t>
            </a:r>
          </a:p>
        </p:txBody>
      </p:sp>
    </p:spTree>
    <p:extLst>
      <p:ext uri="{BB962C8B-B14F-4D97-AF65-F5344CB8AC3E}">
        <p14:creationId xmlns:p14="http://schemas.microsoft.com/office/powerpoint/2010/main" val="3005561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000" kern="1200" cap="none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88000" indent="0" algn="l" defTabSz="914400" rtl="0" eaLnBrk="1" latinLnBrk="0" hangingPunct="1">
        <a:lnSpc>
          <a:spcPct val="100000"/>
        </a:lnSpc>
        <a:spcBef>
          <a:spcPts val="1300"/>
        </a:spcBef>
        <a:buFont typeface="Arial" panose="020B0604020202020204" pitchFamily="34" charset="0"/>
        <a:buNone/>
        <a:defRPr sz="1400" kern="1200">
          <a:solidFill>
            <a:schemeClr val="tx1">
              <a:lumMod val="7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82B419-AF65-4480-A5DE-4224A457C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741" y="441329"/>
            <a:ext cx="5364164" cy="10924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9CFFEF-9746-4F2E-BBC7-516A08DA2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7743" y="2060580"/>
            <a:ext cx="5148261" cy="399891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E4ED1-3F0A-4AD8-9AE9-B0E4BCF2EE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7743" y="6325199"/>
            <a:ext cx="5148261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800">
                <a:solidFill>
                  <a:schemeClr val="accent4"/>
                </a:solidFill>
              </a:defRPr>
            </a:lvl1pPr>
          </a:lstStyle>
          <a:p>
            <a:pPr defTabSz="914106"/>
            <a:endParaRPr lang="en-GB">
              <a:solidFill>
                <a:srgbClr val="4D5156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E7D2D-3B3D-4500-9D64-915233A864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026605" y="4402877"/>
            <a:ext cx="2953217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sz="933" cap="all" baseline="0">
                <a:solidFill>
                  <a:schemeClr val="tx2"/>
                </a:solidFill>
              </a:defRPr>
            </a:lvl1pPr>
          </a:lstStyle>
          <a:p>
            <a:pPr defTabSz="914106"/>
            <a:r>
              <a:rPr lang="nl-NL">
                <a:solidFill>
                  <a:srgbClr val="1859A9"/>
                </a:solidFill>
              </a:rPr>
              <a:t>ADNOC Upstream - TotalEnergies - 06/10/2025</a:t>
            </a:r>
            <a:endParaRPr lang="en-GB">
              <a:solidFill>
                <a:srgbClr val="1859A9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2931A-D08B-4921-A722-14DB5879D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0000" y="6325199"/>
            <a:ext cx="36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ctr">
              <a:defRPr sz="800">
                <a:solidFill>
                  <a:schemeClr val="tx2"/>
                </a:solidFill>
              </a:defRPr>
            </a:lvl1pPr>
          </a:lstStyle>
          <a:p>
            <a:pPr defTabSz="914106"/>
            <a:fld id="{F7641956-BF2E-4170-9809-8254439A8799}" type="slidenum">
              <a:rPr lang="en-GB" smtClean="0">
                <a:solidFill>
                  <a:srgbClr val="1859A9"/>
                </a:solidFill>
              </a:rPr>
              <a:pPr defTabSz="914106"/>
              <a:t>‹#›</a:t>
            </a:fld>
            <a:endParaRPr lang="en-GB">
              <a:solidFill>
                <a:srgbClr val="1859A9"/>
              </a:solidFill>
            </a:endParaRPr>
          </a:p>
        </p:txBody>
      </p:sp>
      <p:sp>
        <p:nvSpPr>
          <p:cNvPr id="7" name="MSIPCMContentMarking" descr="{&quot;HashCode&quot;:-1120608593,&quot;Placement&quot;:&quot;Header&quot;}"/>
          <p:cNvSpPr txBox="1"/>
          <p:nvPr userDrawn="1"/>
        </p:nvSpPr>
        <p:spPr>
          <a:xfrm>
            <a:off x="1" y="0"/>
            <a:ext cx="2732089" cy="33226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333">
                <a:solidFill>
                  <a:srgbClr val="737373"/>
                </a:solidFill>
                <a:latin typeface="arial" panose="020B0604020202020204" pitchFamily="34" charset="0"/>
              </a:rPr>
              <a:t>ADNOC Classification: Internal</a:t>
            </a:r>
          </a:p>
        </p:txBody>
      </p:sp>
    </p:spTree>
    <p:extLst>
      <p:ext uri="{BB962C8B-B14F-4D97-AF65-F5344CB8AC3E}">
        <p14:creationId xmlns:p14="http://schemas.microsoft.com/office/powerpoint/2010/main" val="3707803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  <p:sldLayoutId id="2147483797" r:id="rId12"/>
    <p:sldLayoutId id="2147483798" r:id="rId13"/>
    <p:sldLayoutId id="2147483799" r:id="rId14"/>
    <p:sldLayoutId id="2147483800" r:id="rId15"/>
    <p:sldLayoutId id="2147483801" r:id="rId16"/>
    <p:sldLayoutId id="2147483802" r:id="rId17"/>
    <p:sldLayoutId id="2147483803" r:id="rId18"/>
  </p:sldLayoutIdLst>
  <p:hf hdr="0" dt="0"/>
  <p:txStyles>
    <p:titleStyle>
      <a:lvl1pPr algn="l" defTabSz="914106" rtl="0" eaLnBrk="1" latinLnBrk="0" hangingPunct="1">
        <a:lnSpc>
          <a:spcPct val="80000"/>
        </a:lnSpc>
        <a:spcBef>
          <a:spcPct val="0"/>
        </a:spcBef>
        <a:buNone/>
        <a:defRPr sz="4267" b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106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600" kern="1200">
          <a:solidFill>
            <a:schemeClr val="accent4"/>
          </a:solidFill>
          <a:latin typeface="+mn-lt"/>
          <a:ea typeface="+mn-ea"/>
          <a:cs typeface="+mn-cs"/>
        </a:defRPr>
      </a:lvl1pPr>
      <a:lvl2pPr marL="169146" indent="-169146" algn="l" defTabSz="914106" rtl="0" eaLnBrk="1" latinLnBrk="0" hangingPunct="1">
        <a:lnSpc>
          <a:spcPct val="100000"/>
        </a:lnSpc>
        <a:spcBef>
          <a:spcPts val="800"/>
        </a:spcBef>
        <a:buSzPct val="55000"/>
        <a:buFont typeface="Wingdings" panose="05000000000000000000" pitchFamily="2" charset="2"/>
        <a:buChar char="n"/>
        <a:defRPr sz="1600" kern="1200">
          <a:solidFill>
            <a:schemeClr val="accent4"/>
          </a:solidFill>
          <a:latin typeface="+mn-lt"/>
          <a:ea typeface="+mn-ea"/>
          <a:cs typeface="+mn-cs"/>
        </a:defRPr>
      </a:lvl2pPr>
      <a:lvl3pPr marL="338292" indent="-169146" algn="l" defTabSz="914106" rtl="0" eaLnBrk="1" latinLnBrk="0" hangingPunct="1">
        <a:lnSpc>
          <a:spcPct val="100000"/>
        </a:lnSpc>
        <a:spcBef>
          <a:spcPts val="800"/>
        </a:spcBef>
        <a:buSzPct val="55000"/>
        <a:buFont typeface="Wingdings" panose="05000000000000000000" pitchFamily="2" charset="2"/>
        <a:buChar char="n"/>
        <a:defRPr sz="1600" kern="1200">
          <a:solidFill>
            <a:schemeClr val="accent4"/>
          </a:solidFill>
          <a:latin typeface="+mn-lt"/>
          <a:ea typeface="+mn-ea"/>
          <a:cs typeface="+mn-cs"/>
        </a:defRPr>
      </a:lvl3pPr>
      <a:lvl4pPr marL="507435" indent="-169146" algn="l" defTabSz="914106" rtl="0" eaLnBrk="1" latinLnBrk="0" hangingPunct="1">
        <a:lnSpc>
          <a:spcPct val="100000"/>
        </a:lnSpc>
        <a:spcBef>
          <a:spcPts val="800"/>
        </a:spcBef>
        <a:buSzPct val="55000"/>
        <a:buFont typeface="Wingdings" panose="05000000000000000000" pitchFamily="2" charset="2"/>
        <a:buChar char="n"/>
        <a:defRPr sz="1600" kern="1200">
          <a:solidFill>
            <a:schemeClr val="accent4"/>
          </a:solidFill>
          <a:latin typeface="+mn-lt"/>
          <a:ea typeface="+mn-ea"/>
          <a:cs typeface="+mn-cs"/>
        </a:defRPr>
      </a:lvl4pPr>
      <a:lvl5pPr marL="676582" indent="-169146" algn="l" defTabSz="914106" rtl="0" eaLnBrk="1" latinLnBrk="0" hangingPunct="1">
        <a:lnSpc>
          <a:spcPct val="100000"/>
        </a:lnSpc>
        <a:spcBef>
          <a:spcPts val="800"/>
        </a:spcBef>
        <a:buSzPct val="55000"/>
        <a:buFont typeface="Wingdings" panose="05000000000000000000" pitchFamily="2" charset="2"/>
        <a:buChar char="n"/>
        <a:defRPr sz="1600" kern="1200">
          <a:solidFill>
            <a:schemeClr val="accent4"/>
          </a:solidFill>
          <a:latin typeface="+mn-lt"/>
          <a:ea typeface="+mn-ea"/>
          <a:cs typeface="+mn-cs"/>
        </a:defRPr>
      </a:lvl5pPr>
      <a:lvl6pPr marL="2513788" indent="-228528" algn="l" defTabSz="91410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970839" indent="-228528" algn="l" defTabSz="91410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427890" indent="-228528" algn="l" defTabSz="91410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884944" indent="-228528" algn="l" defTabSz="91410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06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053" algn="l" defTabSz="914106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106" algn="l" defTabSz="914106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156" algn="l" defTabSz="914106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209" algn="l" defTabSz="914106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262" algn="l" defTabSz="914106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2311" algn="l" defTabSz="914106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199364" algn="l" defTabSz="914106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6418" algn="l" defTabSz="914106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597">
          <p15:clr>
            <a:srgbClr val="F26B43"/>
          </p15:clr>
        </p15:guide>
        <p15:guide id="4" orient="horz" pos="278">
          <p15:clr>
            <a:srgbClr val="F26B43"/>
          </p15:clr>
        </p15:guide>
        <p15:guide id="5" orient="horz" pos="1298">
          <p15:clr>
            <a:srgbClr val="F26B43"/>
          </p15:clr>
        </p15:guide>
        <p15:guide id="6" pos="7225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691D8806-D165-F94C-88F6-A12BB6BE70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6"/>
            </p:custDataLst>
            <p:extLst>
              <p:ext uri="{D42A27DB-BD31-4B8C-83A1-F6EECF244321}">
                <p14:modId xmlns:p14="http://schemas.microsoft.com/office/powerpoint/2010/main" val="39399095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7" imgW="360" imgH="360" progId="TCLayout.ActiveDocument.1">
                  <p:embed/>
                </p:oleObj>
              </mc:Choice>
              <mc:Fallback>
                <p:oleObj name="think-cell Slide" r:id="rId27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91D8806-D165-F94C-88F6-A12BB6BE70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Image 12">
            <a:extLst>
              <a:ext uri="{FF2B5EF4-FFF2-40B4-BE49-F238E27FC236}">
                <a16:creationId xmlns:a16="http://schemas.microsoft.com/office/drawing/2014/main" id="{B1118175-1072-407B-A6EC-436CFF5BD944}"/>
              </a:ext>
            </a:extLst>
          </p:cNvPr>
          <p:cNvPicPr>
            <a:picLocks noChangeAspect="1"/>
          </p:cNvPicPr>
          <p:nvPr userDrawn="1"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95939" y="150003"/>
            <a:ext cx="1474442" cy="1165838"/>
          </a:xfrm>
          <a:prstGeom prst="rect">
            <a:avLst/>
          </a:prstGeom>
          <a:ln>
            <a:noFill/>
          </a:ln>
        </p:spPr>
      </p:pic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782D8575-B917-4E3D-B2EB-ADC2EF0D7594}"/>
              </a:ext>
            </a:extLst>
          </p:cNvPr>
          <p:cNvCxnSpPr>
            <a:cxnSpLocks/>
          </p:cNvCxnSpPr>
          <p:nvPr userDrawn="1"/>
        </p:nvCxnSpPr>
        <p:spPr>
          <a:xfrm>
            <a:off x="825578" y="6524419"/>
            <a:ext cx="0" cy="100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F798E53-107F-468D-A86A-B9E27C8FB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879" y="242844"/>
            <a:ext cx="9720000" cy="1008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 noProof="0"/>
              <a:t>Modifiez le style du titre</a:t>
            </a:r>
            <a:endParaRPr lang="en-US" noProof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3116353-A2DB-400D-836D-10B770C82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879" y="1372351"/>
            <a:ext cx="11268000" cy="486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9" name="Espace réservé de la date 3">
            <a:extLst>
              <a:ext uri="{FF2B5EF4-FFF2-40B4-BE49-F238E27FC236}">
                <a16:creationId xmlns:a16="http://schemas.microsoft.com/office/drawing/2014/main" id="{4A65FE1E-2200-449D-88E8-D8D4A09B8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1695" y="6449983"/>
            <a:ext cx="1440000" cy="25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10" name="Espace réservé du pied de page 4">
            <a:extLst>
              <a:ext uri="{FF2B5EF4-FFF2-40B4-BE49-F238E27FC236}">
                <a16:creationId xmlns:a16="http://schemas.microsoft.com/office/drawing/2014/main" id="{3BAFF6D6-D321-4A5A-B742-C1924762B0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56680" y="6449983"/>
            <a:ext cx="3600000" cy="25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cap="none" baseline="0">
                <a:solidFill>
                  <a:schemeClr val="tx1"/>
                </a:solidFill>
              </a:defRPr>
            </a:lvl1pPr>
          </a:lstStyle>
          <a:p>
            <a:r>
              <a:rPr lang="da-DK" noProof="0"/>
              <a:t>ADNOC Upstream - TotalEnergies - 06/10/2025</a:t>
            </a:r>
            <a:endParaRPr lang="en-US" noProof="0"/>
          </a:p>
        </p:txBody>
      </p:sp>
      <p:sp>
        <p:nvSpPr>
          <p:cNvPr id="11" name="Espace réservé du numéro de diapositive 5">
            <a:extLst>
              <a:ext uri="{FF2B5EF4-FFF2-40B4-BE49-F238E27FC236}">
                <a16:creationId xmlns:a16="http://schemas.microsoft.com/office/drawing/2014/main" id="{21051C9B-F9F2-4B86-849F-4391216C82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9008" y="6449983"/>
            <a:ext cx="576000" cy="25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fld id="{975A587B-5814-4D9B-9598-FE9CB954CB01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108195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  <p:sldLayoutId id="2147483820" r:id="rId12"/>
    <p:sldLayoutId id="2147483821" r:id="rId13"/>
    <p:sldLayoutId id="2147483822" r:id="rId14"/>
    <p:sldLayoutId id="2147483823" r:id="rId15"/>
    <p:sldLayoutId id="2147483824" r:id="rId16"/>
    <p:sldLayoutId id="2147483825" r:id="rId17"/>
    <p:sldLayoutId id="2147483826" r:id="rId18"/>
    <p:sldLayoutId id="2147483827" r:id="rId19"/>
    <p:sldLayoutId id="2147483828" r:id="rId20"/>
    <p:sldLayoutId id="2147483829" r:id="rId21"/>
    <p:sldLayoutId id="2147483830" r:id="rId22"/>
    <p:sldLayoutId id="2147483831" r:id="rId23"/>
    <p:sldLayoutId id="2147483832" r:id="rId24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000" b="1" kern="1200" cap="none" baseline="0">
          <a:solidFill>
            <a:srgbClr val="FF0000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18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88000" indent="0" algn="l" defTabSz="914400" rtl="0" eaLnBrk="1" latinLnBrk="0" hangingPunct="1">
        <a:lnSpc>
          <a:spcPct val="100000"/>
        </a:lnSpc>
        <a:spcBef>
          <a:spcPts val="1300"/>
        </a:spcBef>
        <a:buFont typeface="Arial" panose="020B0604020202020204" pitchFamily="34" charset="0"/>
        <a:buNone/>
        <a:defRPr sz="1400" kern="1200">
          <a:solidFill>
            <a:schemeClr val="tx1">
              <a:lumMod val="7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000" b="1">
                <a:solidFill>
                  <a:srgbClr val="009CEA"/>
                </a:solidFill>
                <a:latin typeface="Arial"/>
              </a:rPr>
              <a:t>PC26 — Objective 1.1C</a:t>
            </a:r>
          </a:p>
          <a:p>
            <a:pPr algn="l"/>
            <a:r>
              <a:rPr sz="2400" b="0">
                <a:solidFill>
                  <a:srgbClr val="009CEA"/>
                </a:solidFill>
                <a:latin typeface="Arial"/>
              </a:rPr>
              <a:t>Shah SIMSIMA R1 — Stimulation Candidates Roadmap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374649"/>
                </a:solidFill>
                <a:latin typeface="Arial"/>
              </a:rPr>
              <a:t>TotalEnergies ALSG  ×  ADNOC Onshore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93776" y="4873752"/>
            <a:ext cx="10058400" cy="36576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algn="l"/>
            <a:r>
              <a:rPr sz="1400" b="0">
                <a:solidFill>
                  <a:srgbClr val="374649"/>
                </a:solidFill>
                <a:latin typeface="Arial"/>
              </a:rPr>
              <a:t>23 April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" y="5486400"/>
            <a:ext cx="10058400" cy="36576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algn="l"/>
            <a:r>
              <a:rPr sz="1100" b="0">
                <a:solidFill>
                  <a:srgbClr val="7F8C92"/>
                </a:solidFill>
                <a:latin typeface="Arial"/>
              </a:rPr>
              <a:t>PI decline ranking · 5 stimulation candidates · final-5 defers SY-131, SY-133 backup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" y="6446520"/>
            <a:ext cx="457200" cy="256032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r"/>
            <a:r>
              <a:rPr sz="900" b="0">
                <a:solidFill>
                  <a:srgbClr val="374649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6446520"/>
            <a:ext cx="5486400" cy="256032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l"/>
            <a:r>
              <a:rPr sz="900" b="0">
                <a:solidFill>
                  <a:srgbClr val="374649"/>
                </a:solidFill>
                <a:latin typeface="Arial"/>
              </a:rPr>
              <a:t>ADNOC Upstream  -  TotalEnergies  -  2026-04-23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400" b="1">
                <a:solidFill>
                  <a:srgbClr val="009CEA"/>
                </a:solidFill>
                <a:latin typeface="Arial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960120"/>
            <a:ext cx="11430000" cy="32004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algn="l"/>
            <a:r>
              <a:rPr sz="1200" b="0">
                <a:solidFill>
                  <a:srgbClr val="7F8C92"/>
                </a:solidFill>
                <a:latin typeface="Arial"/>
              </a:rPr>
              <a:t>Five stimulation candidates selected from a seven-well 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155680" cy="402336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009CEA"/>
                </a:solidFill>
                <a:latin typeface="Arial"/>
              </a:rPr>
              <a:t>▪ </a:t>
            </a:r>
            <a:r>
              <a:rPr sz="1500" b="0">
                <a:solidFill>
                  <a:srgbClr val="374649"/>
                </a:solidFill>
                <a:latin typeface="Arial"/>
              </a:rPr>
              <a:t>Five stimulation candidates selected from 7-well screen (SY-131 deferred; SY-133 backup only).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009CEA"/>
                </a:solidFill>
                <a:latin typeface="Arial"/>
              </a:rPr>
              <a:t>▪ </a:t>
            </a:r>
            <a:r>
              <a:rPr sz="1500" b="0">
                <a:solidFill>
                  <a:srgbClr val="374649"/>
                </a:solidFill>
                <a:latin typeface="Arial"/>
              </a:rPr>
              <a:t>SY-110 is the lead: PI collapses 8.9 → 0.8 over 5.6 years (−91 %), stable Pres → skin-driven.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009CEA"/>
                </a:solidFill>
                <a:latin typeface="Arial"/>
              </a:rPr>
              <a:t>▪ </a:t>
            </a:r>
            <a:r>
              <a:rPr sz="1500" b="0">
                <a:solidFill>
                  <a:srgbClr val="374649"/>
                </a:solidFill>
                <a:latin typeface="Arial"/>
              </a:rPr>
              <a:t>SY-069 recent-window decline D = 62 %/yr, longest history (135 tests, 2015-2026).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009CEA"/>
                </a:solidFill>
                <a:latin typeface="Arial"/>
              </a:rPr>
              <a:t>▪ </a:t>
            </a:r>
            <a:r>
              <a:rPr sz="1500" b="0">
                <a:solidFill>
                  <a:srgbClr val="374649"/>
                </a:solidFill>
                <a:latin typeface="Arial"/>
              </a:rPr>
              <a:t>SY-074 lacks post-ST2 pressure data — PI not computable; formal PBU survey mandatory pre-stim.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009CEA"/>
                </a:solidFill>
                <a:latin typeface="Arial"/>
              </a:rPr>
              <a:t>▪ </a:t>
            </a:r>
            <a:r>
              <a:rPr sz="1500" b="0">
                <a:solidFill>
                  <a:srgbClr val="374649"/>
                </a:solidFill>
                <a:latin typeface="Arial"/>
              </a:rPr>
              <a:t>SY-120 decline is pressure-driven (ΔPres ≈ −200 psi), only 6 %/yr PI degradation — sustain play.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009CEA"/>
                </a:solidFill>
                <a:latin typeface="Arial"/>
              </a:rPr>
              <a:t>▪ </a:t>
            </a:r>
            <a:r>
              <a:rPr sz="1500" b="0">
                <a:solidFill>
                  <a:srgbClr val="374649"/>
                </a:solidFill>
                <a:latin typeface="Arial"/>
              </a:rPr>
              <a:t>No formal stim-event logs in dataset: only 4 confirmed events (recompletion/ST2/startup); rest inferred from Qo step-ups.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532120"/>
            <a:ext cx="11064240" cy="548640"/>
          </a:xfrm>
          <a:prstGeom prst="roundRect">
            <a:avLst/>
          </a:prstGeom>
          <a:solidFill>
            <a:srgbClr val="009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Final-5 (in execution order): SY-110 · SY-069 · SY-074 · SY-120 · SY-146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" y="6446520"/>
            <a:ext cx="457200" cy="256032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r"/>
            <a:r>
              <a:rPr sz="900" b="0">
                <a:solidFill>
                  <a:srgbClr val="374649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6446520"/>
            <a:ext cx="5486400" cy="256032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l"/>
            <a:r>
              <a:rPr sz="900" b="0">
                <a:solidFill>
                  <a:srgbClr val="374649"/>
                </a:solidFill>
                <a:latin typeface="Arial"/>
              </a:rPr>
              <a:t>ADNOC Upstream  -  TotalEnergies  -  2026-04-23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400" b="1">
                <a:solidFill>
                  <a:srgbClr val="009CEA"/>
                </a:solidFill>
                <a:latin typeface="Arial"/>
              </a:rPr>
              <a:t>Reservoir context — Shah SIMSIMA R1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960120"/>
            <a:ext cx="11430000" cy="32004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algn="l"/>
            <a:r>
              <a:rPr sz="1200" b="0">
                <a:solidFill>
                  <a:srgbClr val="7F8C92"/>
                </a:solidFill>
                <a:latin typeface="Arial"/>
              </a:rPr>
              <a:t>Dual-media fractured carbonate — only one in ADNOC Onshore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120640" cy="420624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09CEA"/>
                </a:solidFill>
                <a:latin typeface="Arial"/>
              </a:rPr>
              <a:t>STOOIP  </a:t>
            </a:r>
            <a:r>
              <a:rPr sz="1300" b="0">
                <a:solidFill>
                  <a:srgbClr val="374649"/>
                </a:solidFill>
                <a:latin typeface="Arial"/>
              </a:rPr>
              <a:t>3,439 MMSTB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09CEA"/>
                </a:solidFill>
                <a:latin typeface="Arial"/>
              </a:rPr>
              <a:t>Np (12/2022)  </a:t>
            </a:r>
            <a:r>
              <a:rPr sz="1300" b="0">
                <a:solidFill>
                  <a:srgbClr val="374649"/>
                </a:solidFill>
                <a:latin typeface="Arial"/>
              </a:rPr>
              <a:t>590 MMBBL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09CEA"/>
                </a:solidFill>
                <a:latin typeface="Arial"/>
              </a:rPr>
              <a:t>Recovery factor  </a:t>
            </a:r>
            <a:r>
              <a:rPr sz="1300" b="0">
                <a:solidFill>
                  <a:srgbClr val="374649"/>
                </a:solidFill>
                <a:latin typeface="Arial"/>
              </a:rPr>
              <a:t>17.2%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09CEA"/>
                </a:solidFill>
                <a:latin typeface="Arial"/>
              </a:rPr>
              <a:t>Bubble point Pb  </a:t>
            </a:r>
            <a:r>
              <a:rPr sz="1300" b="0">
                <a:solidFill>
                  <a:srgbClr val="374649"/>
                </a:solidFill>
                <a:latin typeface="Arial"/>
              </a:rPr>
              <a:t>392 psi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09CEA"/>
                </a:solidFill>
                <a:latin typeface="Arial"/>
              </a:rPr>
              <a:t>Solution GOR  </a:t>
            </a:r>
            <a:r>
              <a:rPr sz="1300" b="0">
                <a:solidFill>
                  <a:srgbClr val="374649"/>
                </a:solidFill>
                <a:latin typeface="Arial"/>
              </a:rPr>
              <a:t>100 scf/stb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09CEA"/>
                </a:solidFill>
                <a:latin typeface="Arial"/>
              </a:rPr>
              <a:t>Oil API  </a:t>
            </a:r>
            <a:r>
              <a:rPr sz="1300" b="0">
                <a:solidFill>
                  <a:srgbClr val="374649"/>
                </a:solidFill>
                <a:latin typeface="Arial"/>
              </a:rPr>
              <a:t>30°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09CEA"/>
                </a:solidFill>
                <a:latin typeface="Arial"/>
              </a:rPr>
              <a:t>Oil viscosity @ Pb  </a:t>
            </a:r>
            <a:r>
              <a:rPr sz="1300" b="0">
                <a:solidFill>
                  <a:srgbClr val="374649"/>
                </a:solidFill>
                <a:latin typeface="Arial"/>
              </a:rPr>
              <a:t>2.3 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120640" cy="420624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09CEA"/>
                </a:solidFill>
                <a:latin typeface="Arial"/>
              </a:rPr>
              <a:t>Reservoir type  </a:t>
            </a:r>
            <a:r>
              <a:rPr sz="1300" b="0">
                <a:solidFill>
                  <a:srgbClr val="374649"/>
                </a:solidFill>
                <a:latin typeface="Arial"/>
              </a:rPr>
              <a:t>Dual-media fractured carbonate (only one in ADNOC Onshore)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09CEA"/>
                </a:solidFill>
                <a:latin typeface="Arial"/>
              </a:rPr>
              <a:t>SH Guideline Max Qo (R1 H)  </a:t>
            </a:r>
            <a:r>
              <a:rPr sz="1300" b="0">
                <a:solidFill>
                  <a:srgbClr val="374649"/>
                </a:solidFill>
                <a:latin typeface="Arial"/>
              </a:rPr>
              <a:t>2,000 BOPD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09CEA"/>
                </a:solidFill>
                <a:latin typeface="Arial"/>
              </a:rPr>
              <a:t>SH Guideline Max GOR  </a:t>
            </a:r>
            <a:r>
              <a:rPr sz="1300" b="0">
                <a:solidFill>
                  <a:srgbClr val="374649"/>
                </a:solidFill>
                <a:latin typeface="Arial"/>
              </a:rPr>
              <a:t>450 scf/bbl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09CEA"/>
                </a:solidFill>
                <a:latin typeface="Arial"/>
              </a:rPr>
              <a:t>SH Guideline Min BHFP  </a:t>
            </a:r>
            <a:r>
              <a:rPr sz="1300" b="0">
                <a:solidFill>
                  <a:srgbClr val="374649"/>
                </a:solidFill>
                <a:latin typeface="Arial"/>
              </a:rPr>
              <a:t>1,232 psia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09CEA"/>
                </a:solidFill>
                <a:latin typeface="Arial"/>
              </a:rPr>
              <a:t>SH Guideline Max WI rate  </a:t>
            </a:r>
            <a:r>
              <a:rPr sz="1300" b="0">
                <a:solidFill>
                  <a:srgbClr val="374649"/>
                </a:solidFill>
                <a:latin typeface="Arial"/>
              </a:rPr>
              <a:t>1,800 bwpd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09CEA"/>
                </a:solidFill>
                <a:latin typeface="Arial"/>
              </a:rPr>
              <a:t>SH Guideline Max BHIP  </a:t>
            </a:r>
            <a:r>
              <a:rPr sz="1300" b="0">
                <a:solidFill>
                  <a:srgbClr val="374649"/>
                </a:solidFill>
                <a:latin typeface="Arial"/>
              </a:rPr>
              <a:t>7,400 psia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371600"/>
            <a:ext cx="15000" cy="4206240"/>
          </a:xfrm>
          <a:prstGeom prst="rect">
            <a:avLst/>
          </a:prstGeom>
          <a:solidFill>
            <a:srgbClr val="D8DEE3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6" y="6446520"/>
            <a:ext cx="457200" cy="256032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r"/>
            <a:r>
              <a:rPr sz="900" b="0">
                <a:solidFill>
                  <a:srgbClr val="374649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6446520"/>
            <a:ext cx="5486400" cy="256032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l"/>
            <a:r>
              <a:rPr sz="900" b="0">
                <a:solidFill>
                  <a:srgbClr val="374649"/>
                </a:solidFill>
                <a:latin typeface="Arial"/>
              </a:rPr>
              <a:t>ADNOC Upstream  -  TotalEnergies  -  2026-04-23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400" b="1">
                <a:solidFill>
                  <a:srgbClr val="009CEA"/>
                </a:solidFill>
                <a:latin typeface="Arial"/>
              </a:rPr>
              <a:t>Candidate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960120"/>
            <a:ext cx="11430000" cy="32004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algn="l"/>
            <a:r>
              <a:rPr sz="1200" b="0">
                <a:solidFill>
                  <a:srgbClr val="7F8C92"/>
                </a:solidFill>
                <a:latin typeface="Arial"/>
              </a:rPr>
              <a:t>All seven wells · D %/yr is log-linear fit of valid PI 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777240" cy="384048"/>
          </a:xfrm>
          <a:prstGeom prst="rect">
            <a:avLst/>
          </a:prstGeom>
          <a:solidFill>
            <a:srgbClr val="009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77724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Well</a:t>
            </a:r>
          </a:p>
        </p:txBody>
      </p:sp>
      <p:sp>
        <p:nvSpPr>
          <p:cNvPr id="7" name="Rectangle 6"/>
          <p:cNvSpPr/>
          <p:nvPr/>
        </p:nvSpPr>
        <p:spPr>
          <a:xfrm>
            <a:off x="1234440" y="1417320"/>
            <a:ext cx="3246120" cy="384048"/>
          </a:xfrm>
          <a:prstGeom prst="rect">
            <a:avLst/>
          </a:prstGeom>
          <a:solidFill>
            <a:srgbClr val="009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417320"/>
            <a:ext cx="324612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Category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417320"/>
            <a:ext cx="777240" cy="384048"/>
          </a:xfrm>
          <a:prstGeom prst="rect">
            <a:avLst/>
          </a:prstGeom>
          <a:solidFill>
            <a:srgbClr val="009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417320"/>
            <a:ext cx="77724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Status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57800" y="1417320"/>
            <a:ext cx="640080" cy="384048"/>
          </a:xfrm>
          <a:prstGeom prst="rect">
            <a:avLst/>
          </a:prstGeom>
          <a:solidFill>
            <a:srgbClr val="009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7800" y="1417320"/>
            <a:ext cx="64008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Tests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97880" y="1417320"/>
            <a:ext cx="640080" cy="384048"/>
          </a:xfrm>
          <a:prstGeom prst="rect">
            <a:avLst/>
          </a:prstGeom>
          <a:solidFill>
            <a:srgbClr val="009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97880" y="1417320"/>
            <a:ext cx="64008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PI pts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1417320"/>
            <a:ext cx="1554480" cy="384048"/>
          </a:xfrm>
          <a:prstGeom prst="rect">
            <a:avLst/>
          </a:prstGeom>
          <a:solidFill>
            <a:srgbClr val="009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417320"/>
            <a:ext cx="155448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PI first → last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1417320"/>
            <a:ext cx="777240" cy="384048"/>
          </a:xfrm>
          <a:prstGeom prst="rect">
            <a:avLst/>
          </a:prstGeom>
          <a:solidFill>
            <a:srgbClr val="009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1417320"/>
            <a:ext cx="77724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PI Δ 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0" y="1417320"/>
            <a:ext cx="777240" cy="384048"/>
          </a:xfrm>
          <a:prstGeom prst="rect">
            <a:avLst/>
          </a:prstGeom>
          <a:solidFill>
            <a:srgbClr val="009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1417320"/>
            <a:ext cx="77724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 %/yr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46920" y="1417320"/>
            <a:ext cx="594360" cy="384048"/>
          </a:xfrm>
          <a:prstGeom prst="rect">
            <a:avLst/>
          </a:prstGeom>
          <a:solidFill>
            <a:srgbClr val="009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46920" y="1417320"/>
            <a:ext cx="59436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R²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41280" y="1417320"/>
            <a:ext cx="777240" cy="384048"/>
          </a:xfrm>
          <a:prstGeom prst="rect">
            <a:avLst/>
          </a:prstGeom>
          <a:solidFill>
            <a:srgbClr val="009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0" y="1417320"/>
            <a:ext cx="77724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Qo last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1801368"/>
            <a:ext cx="777240" cy="384048"/>
          </a:xfrm>
          <a:prstGeom prst="rect">
            <a:avLst/>
          </a:prstGeom>
          <a:solidFill>
            <a:srgbClr val="E7F8EE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1801368"/>
            <a:ext cx="77724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1">
                <a:solidFill>
                  <a:srgbClr val="374649"/>
                </a:solidFill>
                <a:latin typeface="Arial"/>
              </a:rPr>
              <a:t>SY-069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34440" y="1801368"/>
            <a:ext cx="3246120" cy="384048"/>
          </a:xfrm>
          <a:prstGeom prst="rect">
            <a:avLst/>
          </a:prstGeom>
          <a:solidFill>
            <a:srgbClr val="E7F8EE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34440" y="1801368"/>
            <a:ext cx="324612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l"/>
            <a:r>
              <a:rPr sz="1000" b="0">
                <a:solidFill>
                  <a:srgbClr val="374649"/>
                </a:solidFill>
                <a:latin typeface="Arial"/>
              </a:rPr>
              <a:t>PI degradation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60" y="1801368"/>
            <a:ext cx="777240" cy="384048"/>
          </a:xfrm>
          <a:prstGeom prst="rect">
            <a:avLst/>
          </a:prstGeom>
          <a:solidFill>
            <a:srgbClr val="E7F8EE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0" y="1801368"/>
            <a:ext cx="77724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1">
                <a:solidFill>
                  <a:srgbClr val="374649"/>
                </a:solidFill>
                <a:latin typeface="Arial"/>
              </a:rPr>
              <a:t>Final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57800" y="1801368"/>
            <a:ext cx="640080" cy="384048"/>
          </a:xfrm>
          <a:prstGeom prst="rect">
            <a:avLst/>
          </a:prstGeom>
          <a:solidFill>
            <a:srgbClr val="E7F8EE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57800" y="1801368"/>
            <a:ext cx="64008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0">
                <a:solidFill>
                  <a:srgbClr val="374649"/>
                </a:solidFill>
                <a:latin typeface="Arial"/>
              </a:rPr>
              <a:t>135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97880" y="1801368"/>
            <a:ext cx="640080" cy="384048"/>
          </a:xfrm>
          <a:prstGeom prst="rect">
            <a:avLst/>
          </a:prstGeom>
          <a:solidFill>
            <a:srgbClr val="E7F8EE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97880" y="1801368"/>
            <a:ext cx="64008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0">
                <a:solidFill>
                  <a:srgbClr val="374649"/>
                </a:solidFill>
                <a:latin typeface="Arial"/>
              </a:rPr>
              <a:t>27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37960" y="1801368"/>
            <a:ext cx="1554480" cy="384048"/>
          </a:xfrm>
          <a:prstGeom prst="rect">
            <a:avLst/>
          </a:prstGeom>
          <a:solidFill>
            <a:srgbClr val="E7F8EE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1801368"/>
            <a:ext cx="155448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0">
                <a:solidFill>
                  <a:srgbClr val="374649"/>
                </a:solidFill>
                <a:latin typeface="Arial"/>
              </a:rPr>
              <a:t>1.99 → 0.28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92440" y="1801368"/>
            <a:ext cx="777240" cy="384048"/>
          </a:xfrm>
          <a:prstGeom prst="rect">
            <a:avLst/>
          </a:prstGeom>
          <a:solidFill>
            <a:srgbClr val="E7F8EE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92440" y="1801368"/>
            <a:ext cx="77724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0">
                <a:solidFill>
                  <a:srgbClr val="374649"/>
                </a:solidFill>
                <a:latin typeface="Arial"/>
              </a:rPr>
              <a:t>-86%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869680" y="1801368"/>
            <a:ext cx="777240" cy="384048"/>
          </a:xfrm>
          <a:prstGeom prst="rect">
            <a:avLst/>
          </a:prstGeom>
          <a:solidFill>
            <a:srgbClr val="E7F8EE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69680" y="1801368"/>
            <a:ext cx="77724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0">
                <a:solidFill>
                  <a:srgbClr val="374649"/>
                </a:solidFill>
                <a:latin typeface="Arial"/>
              </a:rPr>
              <a:t>+46.2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1801368"/>
            <a:ext cx="594360" cy="384048"/>
          </a:xfrm>
          <a:prstGeom prst="rect">
            <a:avLst/>
          </a:prstGeom>
          <a:solidFill>
            <a:srgbClr val="E7F8EE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46920" y="1801368"/>
            <a:ext cx="59436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0">
                <a:solidFill>
                  <a:srgbClr val="374649"/>
                </a:solidFill>
                <a:latin typeface="Arial"/>
              </a:rPr>
              <a:t>0.34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41280" y="1801368"/>
            <a:ext cx="777240" cy="384048"/>
          </a:xfrm>
          <a:prstGeom prst="rect">
            <a:avLst/>
          </a:prstGeom>
          <a:solidFill>
            <a:srgbClr val="E7F8EE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41280" y="1801368"/>
            <a:ext cx="77724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0">
                <a:solidFill>
                  <a:srgbClr val="374649"/>
                </a:solidFill>
                <a:latin typeface="Arial"/>
              </a:rPr>
              <a:t>136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2185416"/>
            <a:ext cx="777240" cy="384048"/>
          </a:xfrm>
          <a:prstGeom prst="rect">
            <a:avLst/>
          </a:prstGeom>
          <a:solidFill>
            <a:srgbClr val="E7F8EE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2185416"/>
            <a:ext cx="77724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1">
                <a:solidFill>
                  <a:srgbClr val="374649"/>
                </a:solidFill>
                <a:latin typeface="Arial"/>
              </a:rPr>
              <a:t>SY-110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234440" y="2185416"/>
            <a:ext cx="3246120" cy="384048"/>
          </a:xfrm>
          <a:prstGeom prst="rect">
            <a:avLst/>
          </a:prstGeom>
          <a:solidFill>
            <a:srgbClr val="E7F8EE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34440" y="2185416"/>
            <a:ext cx="324612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l"/>
            <a:r>
              <a:rPr sz="1000" b="0">
                <a:solidFill>
                  <a:srgbClr val="374649"/>
                </a:solidFill>
                <a:latin typeface="Arial"/>
              </a:rPr>
              <a:t>PI degradation (deposition flagged)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480560" y="2185416"/>
            <a:ext cx="777240" cy="384048"/>
          </a:xfrm>
          <a:prstGeom prst="rect">
            <a:avLst/>
          </a:prstGeom>
          <a:solidFill>
            <a:srgbClr val="E7F8EE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80560" y="2185416"/>
            <a:ext cx="77724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1">
                <a:solidFill>
                  <a:srgbClr val="374649"/>
                </a:solidFill>
                <a:latin typeface="Arial"/>
              </a:rPr>
              <a:t>Final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257800" y="2185416"/>
            <a:ext cx="640080" cy="384048"/>
          </a:xfrm>
          <a:prstGeom prst="rect">
            <a:avLst/>
          </a:prstGeom>
          <a:solidFill>
            <a:srgbClr val="E7F8EE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57800" y="2185416"/>
            <a:ext cx="64008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0">
                <a:solidFill>
                  <a:srgbClr val="374649"/>
                </a:solidFill>
                <a:latin typeface="Arial"/>
              </a:rPr>
              <a:t>79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897880" y="2185416"/>
            <a:ext cx="640080" cy="384048"/>
          </a:xfrm>
          <a:prstGeom prst="rect">
            <a:avLst/>
          </a:prstGeom>
          <a:solidFill>
            <a:srgbClr val="E7F8EE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897880" y="2185416"/>
            <a:ext cx="64008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0">
                <a:solidFill>
                  <a:srgbClr val="374649"/>
                </a:solidFill>
                <a:latin typeface="Arial"/>
              </a:rPr>
              <a:t>62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37960" y="2185416"/>
            <a:ext cx="1554480" cy="384048"/>
          </a:xfrm>
          <a:prstGeom prst="rect">
            <a:avLst/>
          </a:prstGeom>
          <a:solidFill>
            <a:srgbClr val="E7F8EE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37960" y="2185416"/>
            <a:ext cx="155448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0">
                <a:solidFill>
                  <a:srgbClr val="374649"/>
                </a:solidFill>
                <a:latin typeface="Arial"/>
              </a:rPr>
              <a:t>9.21 → 0.77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92440" y="2185416"/>
            <a:ext cx="777240" cy="384048"/>
          </a:xfrm>
          <a:prstGeom prst="rect">
            <a:avLst/>
          </a:prstGeom>
          <a:solidFill>
            <a:srgbClr val="E7F8EE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92440" y="2185416"/>
            <a:ext cx="77724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0">
                <a:solidFill>
                  <a:srgbClr val="374649"/>
                </a:solidFill>
                <a:latin typeface="Arial"/>
              </a:rPr>
              <a:t>-92%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869680" y="2185416"/>
            <a:ext cx="777240" cy="384048"/>
          </a:xfrm>
          <a:prstGeom prst="rect">
            <a:avLst/>
          </a:prstGeom>
          <a:solidFill>
            <a:srgbClr val="E7F8EE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869680" y="2185416"/>
            <a:ext cx="77724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0">
                <a:solidFill>
                  <a:srgbClr val="374649"/>
                </a:solidFill>
                <a:latin typeface="Arial"/>
              </a:rPr>
              <a:t>+41.4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20" y="2185416"/>
            <a:ext cx="594360" cy="384048"/>
          </a:xfrm>
          <a:prstGeom prst="rect">
            <a:avLst/>
          </a:prstGeom>
          <a:solidFill>
            <a:srgbClr val="E7F8EE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646920" y="2185416"/>
            <a:ext cx="59436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0">
                <a:solidFill>
                  <a:srgbClr val="374649"/>
                </a:solidFill>
                <a:latin typeface="Arial"/>
              </a:rPr>
              <a:t>0.59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241280" y="2185416"/>
            <a:ext cx="777240" cy="384048"/>
          </a:xfrm>
          <a:prstGeom prst="rect">
            <a:avLst/>
          </a:prstGeom>
          <a:solidFill>
            <a:srgbClr val="E7F8EE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241280" y="2185416"/>
            <a:ext cx="77724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0">
                <a:solidFill>
                  <a:srgbClr val="374649"/>
                </a:solidFill>
                <a:latin typeface="Arial"/>
              </a:rPr>
              <a:t>275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2569464"/>
            <a:ext cx="777240" cy="384048"/>
          </a:xfrm>
          <a:prstGeom prst="rect">
            <a:avLst/>
          </a:prstGeom>
          <a:solidFill>
            <a:srgbClr val="E7F8EE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7200" y="2569464"/>
            <a:ext cx="77724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1">
                <a:solidFill>
                  <a:srgbClr val="374649"/>
                </a:solidFill>
                <a:latin typeface="Arial"/>
              </a:rPr>
              <a:t>SY-120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234440" y="2569464"/>
            <a:ext cx="3246120" cy="384048"/>
          </a:xfrm>
          <a:prstGeom prst="rect">
            <a:avLst/>
          </a:prstGeom>
          <a:solidFill>
            <a:srgbClr val="E7F8EE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234440" y="2569464"/>
            <a:ext cx="324612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l"/>
            <a:r>
              <a:rPr sz="1000" b="0">
                <a:solidFill>
                  <a:srgbClr val="374649"/>
                </a:solidFill>
                <a:latin typeface="Arial"/>
              </a:rPr>
              <a:t>High dolomitization (best performer, declining)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480560" y="2569464"/>
            <a:ext cx="777240" cy="384048"/>
          </a:xfrm>
          <a:prstGeom prst="rect">
            <a:avLst/>
          </a:prstGeom>
          <a:solidFill>
            <a:srgbClr val="E7F8EE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480560" y="2569464"/>
            <a:ext cx="77724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1">
                <a:solidFill>
                  <a:srgbClr val="374649"/>
                </a:solidFill>
                <a:latin typeface="Arial"/>
              </a:rPr>
              <a:t>Final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257800" y="2569464"/>
            <a:ext cx="640080" cy="384048"/>
          </a:xfrm>
          <a:prstGeom prst="rect">
            <a:avLst/>
          </a:prstGeom>
          <a:solidFill>
            <a:srgbClr val="E7F8EE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257800" y="2569464"/>
            <a:ext cx="64008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0">
                <a:solidFill>
                  <a:srgbClr val="374649"/>
                </a:solidFill>
                <a:latin typeface="Arial"/>
              </a:rPr>
              <a:t>100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897880" y="2569464"/>
            <a:ext cx="640080" cy="384048"/>
          </a:xfrm>
          <a:prstGeom prst="rect">
            <a:avLst/>
          </a:prstGeom>
          <a:solidFill>
            <a:srgbClr val="E7F8EE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897880" y="2569464"/>
            <a:ext cx="64008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0">
                <a:solidFill>
                  <a:srgbClr val="374649"/>
                </a:solidFill>
                <a:latin typeface="Arial"/>
              </a:rPr>
              <a:t>20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537960" y="2569464"/>
            <a:ext cx="1554480" cy="384048"/>
          </a:xfrm>
          <a:prstGeom prst="rect">
            <a:avLst/>
          </a:prstGeom>
          <a:solidFill>
            <a:srgbClr val="E7F8EE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537960" y="2569464"/>
            <a:ext cx="155448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0">
                <a:solidFill>
                  <a:srgbClr val="374649"/>
                </a:solidFill>
                <a:latin typeface="Arial"/>
              </a:rPr>
              <a:t>29.62 → 44.62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092440" y="2569464"/>
            <a:ext cx="777240" cy="384048"/>
          </a:xfrm>
          <a:prstGeom prst="rect">
            <a:avLst/>
          </a:prstGeom>
          <a:solidFill>
            <a:srgbClr val="E7F8EE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092440" y="2569464"/>
            <a:ext cx="77724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0">
                <a:solidFill>
                  <a:srgbClr val="374649"/>
                </a:solidFill>
                <a:latin typeface="Arial"/>
              </a:rPr>
              <a:t>+51%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869680" y="2569464"/>
            <a:ext cx="777240" cy="384048"/>
          </a:xfrm>
          <a:prstGeom prst="rect">
            <a:avLst/>
          </a:prstGeom>
          <a:solidFill>
            <a:srgbClr val="E7F8EE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869680" y="2569464"/>
            <a:ext cx="77724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0">
                <a:solidFill>
                  <a:srgbClr val="374649"/>
                </a:solidFill>
                <a:latin typeface="Arial"/>
              </a:rPr>
              <a:t>-6.9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646920" y="2569464"/>
            <a:ext cx="594360" cy="384048"/>
          </a:xfrm>
          <a:prstGeom prst="rect">
            <a:avLst/>
          </a:prstGeom>
          <a:solidFill>
            <a:srgbClr val="E7F8EE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646920" y="2569464"/>
            <a:ext cx="59436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0">
                <a:solidFill>
                  <a:srgbClr val="374649"/>
                </a:solidFill>
                <a:latin typeface="Arial"/>
              </a:rPr>
              <a:t>0.17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241280" y="2569464"/>
            <a:ext cx="777240" cy="384048"/>
          </a:xfrm>
          <a:prstGeom prst="rect">
            <a:avLst/>
          </a:prstGeom>
          <a:solidFill>
            <a:srgbClr val="E7F8EE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241280" y="2569464"/>
            <a:ext cx="77724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0">
                <a:solidFill>
                  <a:srgbClr val="374649"/>
                </a:solidFill>
                <a:latin typeface="Arial"/>
              </a:rPr>
              <a:t>651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200" y="2953512"/>
            <a:ext cx="777240" cy="384048"/>
          </a:xfrm>
          <a:prstGeom prst="rect">
            <a:avLst/>
          </a:prstGeom>
          <a:solidFill>
            <a:srgbClr val="E7F8EE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57200" y="2953512"/>
            <a:ext cx="77724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1">
                <a:solidFill>
                  <a:srgbClr val="374649"/>
                </a:solidFill>
                <a:latin typeface="Arial"/>
              </a:rPr>
              <a:t>SY-074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234440" y="2953512"/>
            <a:ext cx="3246120" cy="384048"/>
          </a:xfrm>
          <a:prstGeom prst="rect">
            <a:avLst/>
          </a:prstGeom>
          <a:solidFill>
            <a:srgbClr val="E7F8EE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234440" y="2953512"/>
            <a:ext cx="324612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l"/>
            <a:r>
              <a:rPr sz="1000" b="0">
                <a:solidFill>
                  <a:srgbClr val="374649"/>
                </a:solidFill>
                <a:latin typeface="Arial"/>
              </a:rPr>
              <a:t>High dolomitization (recent sidetrack, fastest decline)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480560" y="2953512"/>
            <a:ext cx="777240" cy="384048"/>
          </a:xfrm>
          <a:prstGeom prst="rect">
            <a:avLst/>
          </a:prstGeom>
          <a:solidFill>
            <a:srgbClr val="E7F8EE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480560" y="2953512"/>
            <a:ext cx="77724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1">
                <a:solidFill>
                  <a:srgbClr val="374649"/>
                </a:solidFill>
                <a:latin typeface="Arial"/>
              </a:rPr>
              <a:t>Final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257800" y="2953512"/>
            <a:ext cx="640080" cy="384048"/>
          </a:xfrm>
          <a:prstGeom prst="rect">
            <a:avLst/>
          </a:prstGeom>
          <a:solidFill>
            <a:srgbClr val="E7F8EE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257800" y="2953512"/>
            <a:ext cx="64008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0">
                <a:solidFill>
                  <a:srgbClr val="374649"/>
                </a:solidFill>
                <a:latin typeface="Arial"/>
              </a:rPr>
              <a:t>30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897880" y="2953512"/>
            <a:ext cx="640080" cy="384048"/>
          </a:xfrm>
          <a:prstGeom prst="rect">
            <a:avLst/>
          </a:prstGeom>
          <a:solidFill>
            <a:srgbClr val="E7F8EE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897880" y="2953512"/>
            <a:ext cx="64008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0">
                <a:solidFill>
                  <a:srgbClr val="374649"/>
                </a:solidFill>
                <a:latin typeface="Arial"/>
              </a:rPr>
              <a:t>0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537960" y="2953512"/>
            <a:ext cx="1554480" cy="384048"/>
          </a:xfrm>
          <a:prstGeom prst="rect">
            <a:avLst/>
          </a:prstGeom>
          <a:solidFill>
            <a:srgbClr val="E7F8EE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537960" y="2953512"/>
            <a:ext cx="155448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0">
                <a:solidFill>
                  <a:srgbClr val="374649"/>
                </a:solidFill>
                <a:latin typeface="Arial"/>
              </a:rPr>
              <a:t>— → —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092440" y="2953512"/>
            <a:ext cx="777240" cy="384048"/>
          </a:xfrm>
          <a:prstGeom prst="rect">
            <a:avLst/>
          </a:prstGeom>
          <a:solidFill>
            <a:srgbClr val="E7F8EE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092440" y="2953512"/>
            <a:ext cx="77724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0">
                <a:solidFill>
                  <a:srgbClr val="374649"/>
                </a:solidFill>
                <a:latin typeface="Arial"/>
              </a:rPr>
              <a:t>—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869680" y="2953512"/>
            <a:ext cx="777240" cy="384048"/>
          </a:xfrm>
          <a:prstGeom prst="rect">
            <a:avLst/>
          </a:prstGeom>
          <a:solidFill>
            <a:srgbClr val="E7F8EE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869680" y="2953512"/>
            <a:ext cx="77724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0">
                <a:solidFill>
                  <a:srgbClr val="374649"/>
                </a:solidFill>
                <a:latin typeface="Arial"/>
              </a:rPr>
              <a:t>—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646920" y="2953512"/>
            <a:ext cx="594360" cy="384048"/>
          </a:xfrm>
          <a:prstGeom prst="rect">
            <a:avLst/>
          </a:prstGeom>
          <a:solidFill>
            <a:srgbClr val="E7F8EE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646920" y="2953512"/>
            <a:ext cx="59436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0">
                <a:solidFill>
                  <a:srgbClr val="374649"/>
                </a:solidFill>
                <a:latin typeface="Arial"/>
              </a:rPr>
              <a:t>—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241280" y="2953512"/>
            <a:ext cx="777240" cy="384048"/>
          </a:xfrm>
          <a:prstGeom prst="rect">
            <a:avLst/>
          </a:prstGeom>
          <a:solidFill>
            <a:srgbClr val="E7F8EE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241280" y="2953512"/>
            <a:ext cx="77724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0">
                <a:solidFill>
                  <a:srgbClr val="374649"/>
                </a:solidFill>
                <a:latin typeface="Arial"/>
              </a:rPr>
              <a:t>144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57200" y="3337560"/>
            <a:ext cx="777240" cy="384048"/>
          </a:xfrm>
          <a:prstGeom prst="rect">
            <a:avLst/>
          </a:prstGeom>
          <a:solidFill>
            <a:srgbClr val="E7F8EE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57200" y="3337560"/>
            <a:ext cx="77724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1">
                <a:solidFill>
                  <a:srgbClr val="374649"/>
                </a:solidFill>
                <a:latin typeface="Arial"/>
              </a:rPr>
              <a:t>SY-146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234440" y="3337560"/>
            <a:ext cx="3246120" cy="384048"/>
          </a:xfrm>
          <a:prstGeom prst="rect">
            <a:avLst/>
          </a:prstGeom>
          <a:solidFill>
            <a:srgbClr val="E7F8EE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234440" y="3337560"/>
            <a:ext cx="324612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l"/>
            <a:r>
              <a:rPr sz="1000" b="0">
                <a:solidFill>
                  <a:srgbClr val="374649"/>
                </a:solidFill>
                <a:latin typeface="Arial"/>
              </a:rPr>
              <a:t>Water injector — poor injectivity (KoM scope)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480560" y="3337560"/>
            <a:ext cx="777240" cy="384048"/>
          </a:xfrm>
          <a:prstGeom prst="rect">
            <a:avLst/>
          </a:prstGeom>
          <a:solidFill>
            <a:srgbClr val="E7F8EE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480560" y="3337560"/>
            <a:ext cx="77724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1">
                <a:solidFill>
                  <a:srgbClr val="374649"/>
                </a:solidFill>
                <a:latin typeface="Arial"/>
              </a:rPr>
              <a:t>Final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257800" y="3337560"/>
            <a:ext cx="640080" cy="384048"/>
          </a:xfrm>
          <a:prstGeom prst="rect">
            <a:avLst/>
          </a:prstGeom>
          <a:solidFill>
            <a:srgbClr val="E7F8EE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257800" y="3337560"/>
            <a:ext cx="64008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0">
                <a:solidFill>
                  <a:srgbClr val="374649"/>
                </a:solidFill>
                <a:latin typeface="Arial"/>
              </a:rPr>
              <a:t>0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897880" y="3337560"/>
            <a:ext cx="640080" cy="384048"/>
          </a:xfrm>
          <a:prstGeom prst="rect">
            <a:avLst/>
          </a:prstGeom>
          <a:solidFill>
            <a:srgbClr val="E7F8EE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897880" y="3337560"/>
            <a:ext cx="64008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0">
                <a:solidFill>
                  <a:srgbClr val="374649"/>
                </a:solidFill>
                <a:latin typeface="Arial"/>
              </a:rPr>
              <a:t>—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537960" y="3337560"/>
            <a:ext cx="1554480" cy="384048"/>
          </a:xfrm>
          <a:prstGeom prst="rect">
            <a:avLst/>
          </a:prstGeom>
          <a:solidFill>
            <a:srgbClr val="E7F8EE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537960" y="3337560"/>
            <a:ext cx="155448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0">
                <a:solidFill>
                  <a:srgbClr val="374649"/>
                </a:solidFill>
                <a:latin typeface="Arial"/>
              </a:rPr>
              <a:t>— → —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092440" y="3337560"/>
            <a:ext cx="777240" cy="384048"/>
          </a:xfrm>
          <a:prstGeom prst="rect">
            <a:avLst/>
          </a:prstGeom>
          <a:solidFill>
            <a:srgbClr val="E7F8EE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092440" y="3337560"/>
            <a:ext cx="77724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0">
                <a:solidFill>
                  <a:srgbClr val="374649"/>
                </a:solidFill>
                <a:latin typeface="Arial"/>
              </a:rPr>
              <a:t>—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8869680" y="3337560"/>
            <a:ext cx="777240" cy="384048"/>
          </a:xfrm>
          <a:prstGeom prst="rect">
            <a:avLst/>
          </a:prstGeom>
          <a:solidFill>
            <a:srgbClr val="E7F8EE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869680" y="3337560"/>
            <a:ext cx="77724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0">
                <a:solidFill>
                  <a:srgbClr val="374649"/>
                </a:solidFill>
                <a:latin typeface="Arial"/>
              </a:rPr>
              <a:t>—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9646920" y="3337560"/>
            <a:ext cx="594360" cy="384048"/>
          </a:xfrm>
          <a:prstGeom prst="rect">
            <a:avLst/>
          </a:prstGeom>
          <a:solidFill>
            <a:srgbClr val="E7F8EE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646920" y="3337560"/>
            <a:ext cx="59436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0">
                <a:solidFill>
                  <a:srgbClr val="374649"/>
                </a:solidFill>
                <a:latin typeface="Arial"/>
              </a:rPr>
              <a:t>—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0241280" y="3337560"/>
            <a:ext cx="777240" cy="384048"/>
          </a:xfrm>
          <a:prstGeom prst="rect">
            <a:avLst/>
          </a:prstGeom>
          <a:solidFill>
            <a:srgbClr val="E7F8EE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241280" y="3337560"/>
            <a:ext cx="77724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0">
                <a:solidFill>
                  <a:srgbClr val="374649"/>
                </a:solidFill>
                <a:latin typeface="Arial"/>
              </a:rPr>
              <a:t>—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57200" y="3721608"/>
            <a:ext cx="777240" cy="384048"/>
          </a:xfrm>
          <a:prstGeom prst="rect">
            <a:avLst/>
          </a:prstGeom>
          <a:solidFill>
            <a:srgbClr val="FFF4D6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457200" y="3721608"/>
            <a:ext cx="77724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1">
                <a:solidFill>
                  <a:srgbClr val="374649"/>
                </a:solidFill>
                <a:latin typeface="Arial"/>
              </a:rPr>
              <a:t>SY-133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234440" y="3721608"/>
            <a:ext cx="3246120" cy="384048"/>
          </a:xfrm>
          <a:prstGeom prst="rect">
            <a:avLst/>
          </a:prstGeom>
          <a:solidFill>
            <a:srgbClr val="FFF4D6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234440" y="3721608"/>
            <a:ext cx="324612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l"/>
            <a:r>
              <a:rPr sz="1000" b="0">
                <a:solidFill>
                  <a:srgbClr val="374649"/>
                </a:solidFill>
                <a:latin typeface="Arial"/>
              </a:rPr>
              <a:t>PI degradation (worst performer, high WC)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480560" y="3721608"/>
            <a:ext cx="777240" cy="384048"/>
          </a:xfrm>
          <a:prstGeom prst="rect">
            <a:avLst/>
          </a:prstGeom>
          <a:solidFill>
            <a:srgbClr val="FFF4D6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4480560" y="3721608"/>
            <a:ext cx="77724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1">
                <a:solidFill>
                  <a:srgbClr val="374649"/>
                </a:solidFill>
                <a:latin typeface="Arial"/>
              </a:rPr>
              <a:t>Backup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5257800" y="3721608"/>
            <a:ext cx="640080" cy="384048"/>
          </a:xfrm>
          <a:prstGeom prst="rect">
            <a:avLst/>
          </a:prstGeom>
          <a:solidFill>
            <a:srgbClr val="FFF4D6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5257800" y="3721608"/>
            <a:ext cx="64008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0">
                <a:solidFill>
                  <a:srgbClr val="374649"/>
                </a:solidFill>
                <a:latin typeface="Arial"/>
              </a:rPr>
              <a:t>81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897880" y="3721608"/>
            <a:ext cx="640080" cy="384048"/>
          </a:xfrm>
          <a:prstGeom prst="rect">
            <a:avLst/>
          </a:prstGeom>
          <a:solidFill>
            <a:srgbClr val="FFF4D6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897880" y="3721608"/>
            <a:ext cx="64008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0">
                <a:solidFill>
                  <a:srgbClr val="374649"/>
                </a:solidFill>
                <a:latin typeface="Arial"/>
              </a:rPr>
              <a:t>79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537960" y="3721608"/>
            <a:ext cx="1554480" cy="384048"/>
          </a:xfrm>
          <a:prstGeom prst="rect">
            <a:avLst/>
          </a:prstGeom>
          <a:solidFill>
            <a:srgbClr val="FFF4D6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537960" y="3721608"/>
            <a:ext cx="155448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0">
                <a:solidFill>
                  <a:srgbClr val="374649"/>
                </a:solidFill>
                <a:latin typeface="Arial"/>
              </a:rPr>
              <a:t>2.01 → 0.56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092440" y="3721608"/>
            <a:ext cx="777240" cy="384048"/>
          </a:xfrm>
          <a:prstGeom prst="rect">
            <a:avLst/>
          </a:prstGeom>
          <a:solidFill>
            <a:srgbClr val="FFF4D6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092440" y="3721608"/>
            <a:ext cx="77724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0">
                <a:solidFill>
                  <a:srgbClr val="374649"/>
                </a:solidFill>
                <a:latin typeface="Arial"/>
              </a:rPr>
              <a:t>-72%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869680" y="3721608"/>
            <a:ext cx="777240" cy="384048"/>
          </a:xfrm>
          <a:prstGeom prst="rect">
            <a:avLst/>
          </a:prstGeom>
          <a:solidFill>
            <a:srgbClr val="FFF4D6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8869680" y="3721608"/>
            <a:ext cx="77724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0">
                <a:solidFill>
                  <a:srgbClr val="374649"/>
                </a:solidFill>
                <a:latin typeface="Arial"/>
              </a:rPr>
              <a:t>+16.5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9646920" y="3721608"/>
            <a:ext cx="594360" cy="384048"/>
          </a:xfrm>
          <a:prstGeom prst="rect">
            <a:avLst/>
          </a:prstGeom>
          <a:solidFill>
            <a:srgbClr val="FFF4D6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9646920" y="3721608"/>
            <a:ext cx="59436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0">
                <a:solidFill>
                  <a:srgbClr val="374649"/>
                </a:solidFill>
                <a:latin typeface="Arial"/>
              </a:rPr>
              <a:t>0.23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0241280" y="3721608"/>
            <a:ext cx="777240" cy="384048"/>
          </a:xfrm>
          <a:prstGeom prst="rect">
            <a:avLst/>
          </a:prstGeom>
          <a:solidFill>
            <a:srgbClr val="FFF4D6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0241280" y="3721608"/>
            <a:ext cx="77724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0">
                <a:solidFill>
                  <a:srgbClr val="374649"/>
                </a:solidFill>
                <a:latin typeface="Arial"/>
              </a:rPr>
              <a:t>58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457200" y="4105656"/>
            <a:ext cx="777240" cy="384048"/>
          </a:xfrm>
          <a:prstGeom prst="rect">
            <a:avLst/>
          </a:prstGeom>
          <a:solidFill>
            <a:srgbClr val="FEE2E2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457200" y="4105656"/>
            <a:ext cx="77724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1">
                <a:solidFill>
                  <a:srgbClr val="374649"/>
                </a:solidFill>
                <a:latin typeface="Arial"/>
              </a:rPr>
              <a:t>SY-131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234440" y="4105656"/>
            <a:ext cx="3246120" cy="384048"/>
          </a:xfrm>
          <a:prstGeom prst="rect">
            <a:avLst/>
          </a:prstGeom>
          <a:solidFill>
            <a:srgbClr val="FEE2E2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234440" y="4105656"/>
            <a:ext cx="324612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l"/>
            <a:r>
              <a:rPr sz="1000" b="0">
                <a:solidFill>
                  <a:srgbClr val="374649"/>
                </a:solidFill>
                <a:latin typeface="Arial"/>
              </a:rPr>
              <a:t>PI degradation (KoM example list)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4480560" y="4105656"/>
            <a:ext cx="777240" cy="384048"/>
          </a:xfrm>
          <a:prstGeom prst="rect">
            <a:avLst/>
          </a:prstGeom>
          <a:solidFill>
            <a:srgbClr val="FEE2E2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4480560" y="4105656"/>
            <a:ext cx="77724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1">
                <a:solidFill>
                  <a:srgbClr val="374649"/>
                </a:solidFill>
                <a:latin typeface="Arial"/>
              </a:rPr>
              <a:t>Defer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5257800" y="4105656"/>
            <a:ext cx="640080" cy="384048"/>
          </a:xfrm>
          <a:prstGeom prst="rect">
            <a:avLst/>
          </a:prstGeom>
          <a:solidFill>
            <a:srgbClr val="FEE2E2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5257800" y="4105656"/>
            <a:ext cx="64008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0">
                <a:solidFill>
                  <a:srgbClr val="374649"/>
                </a:solidFill>
                <a:latin typeface="Arial"/>
              </a:rPr>
              <a:t>80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5897880" y="4105656"/>
            <a:ext cx="640080" cy="384048"/>
          </a:xfrm>
          <a:prstGeom prst="rect">
            <a:avLst/>
          </a:prstGeom>
          <a:solidFill>
            <a:srgbClr val="FEE2E2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5897880" y="4105656"/>
            <a:ext cx="64008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0">
                <a:solidFill>
                  <a:srgbClr val="374649"/>
                </a:solidFill>
                <a:latin typeface="Arial"/>
              </a:rPr>
              <a:t>59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537960" y="4105656"/>
            <a:ext cx="1554480" cy="384048"/>
          </a:xfrm>
          <a:prstGeom prst="rect">
            <a:avLst/>
          </a:prstGeom>
          <a:solidFill>
            <a:srgbClr val="FEE2E2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537960" y="4105656"/>
            <a:ext cx="155448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0">
                <a:solidFill>
                  <a:srgbClr val="374649"/>
                </a:solidFill>
                <a:latin typeface="Arial"/>
              </a:rPr>
              <a:t>1.03 → 1.42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8092440" y="4105656"/>
            <a:ext cx="777240" cy="384048"/>
          </a:xfrm>
          <a:prstGeom prst="rect">
            <a:avLst/>
          </a:prstGeom>
          <a:solidFill>
            <a:srgbClr val="FEE2E2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092440" y="4105656"/>
            <a:ext cx="77724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0">
                <a:solidFill>
                  <a:srgbClr val="374649"/>
                </a:solidFill>
                <a:latin typeface="Arial"/>
              </a:rPr>
              <a:t>+38%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8869680" y="4105656"/>
            <a:ext cx="777240" cy="384048"/>
          </a:xfrm>
          <a:prstGeom prst="rect">
            <a:avLst/>
          </a:prstGeom>
          <a:solidFill>
            <a:srgbClr val="FEE2E2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8869680" y="4105656"/>
            <a:ext cx="77724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0">
                <a:solidFill>
                  <a:srgbClr val="374649"/>
                </a:solidFill>
                <a:latin typeface="Arial"/>
              </a:rPr>
              <a:t>+2.6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9646920" y="4105656"/>
            <a:ext cx="594360" cy="384048"/>
          </a:xfrm>
          <a:prstGeom prst="rect">
            <a:avLst/>
          </a:prstGeom>
          <a:solidFill>
            <a:srgbClr val="FEE2E2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9646920" y="4105656"/>
            <a:ext cx="59436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0">
                <a:solidFill>
                  <a:srgbClr val="374649"/>
                </a:solidFill>
                <a:latin typeface="Arial"/>
              </a:rPr>
              <a:t>0.01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0241280" y="4105656"/>
            <a:ext cx="777240" cy="384048"/>
          </a:xfrm>
          <a:prstGeom prst="rect">
            <a:avLst/>
          </a:prstGeom>
          <a:solidFill>
            <a:srgbClr val="FEE2E2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0241280" y="4105656"/>
            <a:ext cx="777240" cy="384048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ctr"/>
            <a:r>
              <a:rPr sz="1000" b="0">
                <a:solidFill>
                  <a:srgbClr val="374649"/>
                </a:solidFill>
                <a:latin typeface="Arial"/>
              </a:rPr>
              <a:t>326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219456" y="6446520"/>
            <a:ext cx="457200" cy="256032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r"/>
            <a:r>
              <a:rPr sz="900" b="0">
                <a:solidFill>
                  <a:srgbClr val="374649"/>
                </a:solidFill>
                <a:latin typeface="Arial"/>
              </a:rPr>
              <a:t>4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859536" y="6446520"/>
            <a:ext cx="5486400" cy="256032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l"/>
            <a:r>
              <a:rPr sz="900" b="0">
                <a:solidFill>
                  <a:srgbClr val="374649"/>
                </a:solidFill>
                <a:latin typeface="Arial"/>
              </a:rPr>
              <a:t>ADNOC Upstream  -  TotalEnergies  -  2026-04-23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400" b="1">
                <a:solidFill>
                  <a:srgbClr val="009CEA"/>
                </a:solidFill>
                <a:latin typeface="Arial"/>
              </a:rPr>
              <a:t>PI decline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960120"/>
            <a:ext cx="11430000" cy="32004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algn="l"/>
            <a:r>
              <a:rPr sz="1200" b="0">
                <a:solidFill>
                  <a:srgbClr val="7F8C92"/>
                </a:solidFill>
                <a:latin typeface="Arial"/>
              </a:rPr>
              <a:t>Log-linear fit of valid PI points (BHFP = PIP + Δ per well)</a:t>
            </a:r>
          </a:p>
        </p:txBody>
      </p:sp>
      <p:pic>
        <p:nvPicPr>
          <p:cNvPr id="5" name="Picture 4" descr="pi_ranking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138160" cy="4114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869680" y="1371600"/>
            <a:ext cx="3017520" cy="4114800"/>
          </a:xfrm>
          <a:prstGeom prst="rect">
            <a:avLst/>
          </a:prstGeom>
          <a:solidFill>
            <a:srgbClr val="E8F4FB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0" y="1463040"/>
            <a:ext cx="2743200" cy="36576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r>
              <a:rPr sz="1300" b="1">
                <a:solidFill>
                  <a:srgbClr val="009CEA"/>
                </a:solidFill>
                <a:latin typeface="Arial"/>
              </a:rPr>
              <a:t>Interpretation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1874519"/>
            <a:ext cx="2743200" cy="347472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009CEA"/>
                </a:solidFill>
                <a:latin typeface="Arial"/>
              </a:rPr>
              <a:t>▪ </a:t>
            </a:r>
            <a:r>
              <a:rPr sz="1100" b="0">
                <a:solidFill>
                  <a:srgbClr val="374649"/>
                </a:solidFill>
                <a:latin typeface="Arial"/>
              </a:rPr>
              <a:t>Green: D ≥ 15 %/yr — active PI degradation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009CEA"/>
                </a:solidFill>
                <a:latin typeface="Arial"/>
              </a:rPr>
              <a:t>▪ </a:t>
            </a:r>
            <a:r>
              <a:rPr sz="1100" b="0">
                <a:solidFill>
                  <a:srgbClr val="374649"/>
                </a:solidFill>
                <a:latin typeface="Arial"/>
              </a:rPr>
              <a:t>Amber: 0–15 %/yr — mild decline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009CEA"/>
                </a:solidFill>
                <a:latin typeface="Arial"/>
              </a:rPr>
              <a:t>▪ </a:t>
            </a:r>
            <a:r>
              <a:rPr sz="1100" b="0">
                <a:solidFill>
                  <a:srgbClr val="374649"/>
                </a:solidFill>
                <a:latin typeface="Arial"/>
              </a:rPr>
              <a:t>Blue: D &lt; 0 — PI actually increased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009CEA"/>
                </a:solidFill>
                <a:latin typeface="Arial"/>
              </a:rPr>
              <a:t>▪ </a:t>
            </a:r>
            <a:r>
              <a:rPr sz="1100" b="0">
                <a:solidFill>
                  <a:srgbClr val="374649"/>
                </a:solidFill>
                <a:latin typeface="Arial"/>
              </a:rPr>
              <a:t>SY-074 not rendered — insufficient PI points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009CEA"/>
                </a:solidFill>
                <a:latin typeface="Arial"/>
              </a:rPr>
              <a:t>▪ </a:t>
            </a:r>
            <a:r>
              <a:rPr sz="1100" b="0">
                <a:solidFill>
                  <a:srgbClr val="374649"/>
                </a:solidFill>
                <a:latin typeface="Arial"/>
              </a:rPr>
              <a:t>SY-146 not rendered — water-injector, no oil 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532120"/>
            <a:ext cx="11064240" cy="548640"/>
          </a:xfrm>
          <a:prstGeom prst="roundRect">
            <a:avLst/>
          </a:prstGeom>
          <a:solidFill>
            <a:srgbClr val="009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SY-069 and SY-110 dominate the ranking · SY-131 deferred (PI grew) · SY-120 is the sustain-play 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" y="6446520"/>
            <a:ext cx="457200" cy="256032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r"/>
            <a:r>
              <a:rPr sz="900" b="0">
                <a:solidFill>
                  <a:srgbClr val="374649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6446520"/>
            <a:ext cx="5486400" cy="256032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l"/>
            <a:r>
              <a:rPr sz="900" b="0">
                <a:solidFill>
                  <a:srgbClr val="374649"/>
                </a:solidFill>
                <a:latin typeface="Arial"/>
              </a:rPr>
              <a:t>ADNOC Upstream  -  TotalEnergies  -  2026-04-23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400" b="1">
                <a:solidFill>
                  <a:srgbClr val="009CEA"/>
                </a:solidFill>
                <a:latin typeface="Arial"/>
              </a:rPr>
              <a:t>SY-110 — PI degradation (deposition flagged)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960120"/>
            <a:ext cx="11430000" cy="32004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algn="l"/>
            <a:r>
              <a:rPr sz="1200" b="0">
                <a:solidFill>
                  <a:srgbClr val="7F8C92"/>
                </a:solidFill>
                <a:latin typeface="Arial"/>
              </a:rPr>
              <a:t>SIMSIMA R1 · Horizontal · completion 2023-01-31</a:t>
            </a:r>
          </a:p>
        </p:txBody>
      </p:sp>
      <p:pic>
        <p:nvPicPr>
          <p:cNvPr id="5" name="Picture 4" descr="well_v3_SY-1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6858000" cy="4297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406640" y="1325880"/>
            <a:ext cx="4572000" cy="2743200"/>
          </a:xfrm>
          <a:prstGeom prst="rect">
            <a:avLst/>
          </a:prstGeom>
          <a:solidFill>
            <a:srgbClr val="E8F4FB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43800" y="1417320"/>
            <a:ext cx="4297680" cy="32004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r>
              <a:rPr sz="1300" b="1">
                <a:solidFill>
                  <a:srgbClr val="009CEA"/>
                </a:solidFill>
                <a:latin typeface="Arial"/>
              </a:rPr>
              <a:t>Key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1783080"/>
            <a:ext cx="4297680" cy="228600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algn="l"/>
            <a:r>
              <a:rPr sz="1200" b="0">
                <a:solidFill>
                  <a:srgbClr val="374649"/>
                </a:solidFill>
                <a:latin typeface="Arial"/>
              </a:rPr>
              <a:t>Most severe candidate: D = 53 %/yr, PI collapses 8.9 → 0.8 (−91 % over 5.6 y). Reservoir pressure stable 985→1015 psi — decline is skin/deposition-driven, not depletion.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4206240"/>
            <a:ext cx="4572000" cy="1417320"/>
          </a:xfrm>
          <a:prstGeom prst="rect">
            <a:avLst/>
          </a:prstGeom>
          <a:solidFill>
            <a:srgbClr val="009CEA"/>
          </a:solidFill>
          <a:ln w="9525">
            <a:solidFill>
              <a:srgbClr val="009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4297680"/>
            <a:ext cx="4297680" cy="36576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Why 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4617720"/>
            <a:ext cx="4297680" cy="100584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Longest, most severe decline; stable Pres → skin-driven. Recipe: scale-dissolver pre-flush + HCl. No Y-tool: budget rig time for ESP pull.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" y="6446520"/>
            <a:ext cx="457200" cy="256032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r"/>
            <a:r>
              <a:rPr sz="900" b="0">
                <a:solidFill>
                  <a:srgbClr val="374649"/>
                </a:solidFill>
                <a:latin typeface="Arial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6446520"/>
            <a:ext cx="5486400" cy="256032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l"/>
            <a:r>
              <a:rPr sz="900" b="0">
                <a:solidFill>
                  <a:srgbClr val="374649"/>
                </a:solidFill>
                <a:latin typeface="Arial"/>
              </a:rPr>
              <a:t>ADNOC Upstream  -  TotalEnergies  -  2026-04-23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400" b="1">
                <a:solidFill>
                  <a:srgbClr val="009CEA"/>
                </a:solidFill>
                <a:latin typeface="Arial"/>
              </a:rPr>
              <a:t>SY-069 — PI degradation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960120"/>
            <a:ext cx="11430000" cy="32004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algn="l"/>
            <a:r>
              <a:rPr sz="1200" b="0">
                <a:solidFill>
                  <a:srgbClr val="7F8C92"/>
                </a:solidFill>
                <a:latin typeface="Arial"/>
              </a:rPr>
              <a:t>SIMSIMA R1 · Horizontal · completion 2023-01-17</a:t>
            </a:r>
          </a:p>
        </p:txBody>
      </p:sp>
      <p:pic>
        <p:nvPicPr>
          <p:cNvPr id="5" name="Picture 4" descr="well_v3_SY-0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6858000" cy="4297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406640" y="1325880"/>
            <a:ext cx="4572000" cy="2743200"/>
          </a:xfrm>
          <a:prstGeom prst="rect">
            <a:avLst/>
          </a:prstGeom>
          <a:solidFill>
            <a:srgbClr val="E8F4FB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43800" y="1417320"/>
            <a:ext cx="4297680" cy="32004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r>
              <a:rPr sz="1300" b="1">
                <a:solidFill>
                  <a:srgbClr val="009CEA"/>
                </a:solidFill>
                <a:latin typeface="Arial"/>
              </a:rPr>
              <a:t>Key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1783080"/>
            <a:ext cx="4297680" cy="228600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algn="l"/>
            <a:r>
              <a:rPr sz="1200" b="0">
                <a:solidFill>
                  <a:srgbClr val="374649"/>
                </a:solidFill>
                <a:latin typeface="Arial"/>
              </a:rPr>
              <a:t>Recent-window D = 62 %/yr (shorter valid window — only one formal Pres survey in Nov-2024 limits PI calculation to ±365 d around that date). Longest history in set (135 tests, 2015-2026) ideal for benchmarking.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4206240"/>
            <a:ext cx="4572000" cy="1417320"/>
          </a:xfrm>
          <a:prstGeom prst="rect">
            <a:avLst/>
          </a:prstGeom>
          <a:solidFill>
            <a:srgbClr val="009CEA"/>
          </a:solidFill>
          <a:ln w="9525">
            <a:solidFill>
              <a:srgbClr val="009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4297680"/>
            <a:ext cx="4297680" cy="36576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Why 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4617720"/>
            <a:ext cx="4297680" cy="100584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135-test history ideal for bench-marking; decline accelerating. Baseline recipe: 15 % HCl + naphtha 2-stage. PIP &lt; pump optimum.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" y="6446520"/>
            <a:ext cx="457200" cy="256032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r"/>
            <a:r>
              <a:rPr sz="900" b="0">
                <a:solidFill>
                  <a:srgbClr val="374649"/>
                </a:solidFill>
                <a:latin typeface="Arial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6446520"/>
            <a:ext cx="5486400" cy="256032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l"/>
            <a:r>
              <a:rPr sz="900" b="0">
                <a:solidFill>
                  <a:srgbClr val="374649"/>
                </a:solidFill>
                <a:latin typeface="Arial"/>
              </a:rPr>
              <a:t>ADNOC Upstream  -  TotalEnergies  -  2026-04-23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400" b="1">
                <a:solidFill>
                  <a:srgbClr val="009CEA"/>
                </a:solidFill>
                <a:latin typeface="Arial"/>
              </a:rPr>
              <a:t>SY-074 — High dolomitization (recent sidetrack, fastest decline)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960120"/>
            <a:ext cx="11430000" cy="32004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algn="l"/>
            <a:r>
              <a:rPr sz="1200" b="0">
                <a:solidFill>
                  <a:srgbClr val="7F8C92"/>
                </a:solidFill>
                <a:latin typeface="Arial"/>
              </a:rPr>
              <a:t>SIMSIMA R1 · Horizontal (ST2 side-tracked Q3-2024) · completion 2024-08-11</a:t>
            </a:r>
          </a:p>
        </p:txBody>
      </p:sp>
      <p:pic>
        <p:nvPicPr>
          <p:cNvPr id="5" name="Picture 4" descr="well_v3_SY-0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6858000" cy="4297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406640" y="1325880"/>
            <a:ext cx="4572000" cy="2743200"/>
          </a:xfrm>
          <a:prstGeom prst="rect">
            <a:avLst/>
          </a:prstGeom>
          <a:solidFill>
            <a:srgbClr val="E8F4FB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43800" y="1417320"/>
            <a:ext cx="4297680" cy="32004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r>
              <a:rPr sz="1300" b="1">
                <a:solidFill>
                  <a:srgbClr val="009CEA"/>
                </a:solidFill>
                <a:latin typeface="Arial"/>
              </a:rPr>
              <a:t>Key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1783080"/>
            <a:ext cx="4297680" cy="228600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algn="l"/>
            <a:r>
              <a:rPr sz="1200" b="0">
                <a:solidFill>
                  <a:srgbClr val="374649"/>
                </a:solidFill>
                <a:latin typeface="Arial"/>
              </a:rPr>
              <a:t>PI NOT computable — only the 2016 pre-sidetrack GRAD survey is available and the current well is on the new ST2 lateral (Aug-2024). Qualitative case is clear: 560 → 144 BOPD (−74 %) in 18 months, WC 3.5 → 42 %. Pre-stim formal PBU mandatory.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4206240"/>
            <a:ext cx="4572000" cy="1417320"/>
          </a:xfrm>
          <a:prstGeom prst="rect">
            <a:avLst/>
          </a:prstGeom>
          <a:solidFill>
            <a:srgbClr val="009CEA"/>
          </a:solidFill>
          <a:ln w="9525">
            <a:solidFill>
              <a:srgbClr val="009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4297680"/>
            <a:ext cx="4297680" cy="36576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Why 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4617720"/>
            <a:ext cx="4297680" cy="100584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New ST2 lateral (Aug-2024) never stimulated; mud-cake damage likely. Formal PBU survey + pre-job PLT mandatory.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" y="6446520"/>
            <a:ext cx="457200" cy="256032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r"/>
            <a:r>
              <a:rPr sz="900" b="0">
                <a:solidFill>
                  <a:srgbClr val="374649"/>
                </a:solidFill>
                <a:latin typeface="Arial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6446520"/>
            <a:ext cx="5486400" cy="256032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l"/>
            <a:r>
              <a:rPr sz="900" b="0">
                <a:solidFill>
                  <a:srgbClr val="374649"/>
                </a:solidFill>
                <a:latin typeface="Arial"/>
              </a:rPr>
              <a:t>ADNOC Upstream  -  TotalEnergies  -  2026-04-23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400" b="1">
                <a:solidFill>
                  <a:srgbClr val="009CEA"/>
                </a:solidFill>
                <a:latin typeface="Arial"/>
              </a:rPr>
              <a:t>SY-120 — High dolomitization (best performer, declining)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960120"/>
            <a:ext cx="11430000" cy="32004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algn="l"/>
            <a:r>
              <a:rPr sz="1200" b="0">
                <a:solidFill>
                  <a:srgbClr val="7F8C92"/>
                </a:solidFill>
                <a:latin typeface="Arial"/>
              </a:rPr>
              <a:t>SIMSIMA R1 · Horizontal · completion ~2020</a:t>
            </a:r>
          </a:p>
        </p:txBody>
      </p:sp>
      <p:pic>
        <p:nvPicPr>
          <p:cNvPr id="5" name="Picture 4" descr="well_v3_SY-1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6858000" cy="4297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406640" y="1325880"/>
            <a:ext cx="4572000" cy="2743200"/>
          </a:xfrm>
          <a:prstGeom prst="rect">
            <a:avLst/>
          </a:prstGeom>
          <a:solidFill>
            <a:srgbClr val="E8F4FB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43800" y="1417320"/>
            <a:ext cx="4297680" cy="32004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r>
              <a:rPr sz="1300" b="1">
                <a:solidFill>
                  <a:srgbClr val="009CEA"/>
                </a:solidFill>
                <a:latin typeface="Arial"/>
              </a:rPr>
              <a:t>Key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1783080"/>
            <a:ext cx="4297680" cy="228600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algn="l"/>
            <a:r>
              <a:rPr sz="1200" b="0">
                <a:solidFill>
                  <a:srgbClr val="374649"/>
                </a:solidFill>
                <a:latin typeface="Arial"/>
              </a:rPr>
              <a:t>Only 6 %/yr PI decline despite ~200 psi Pres depletion (932 → 735 psi, 2021→2024). Decline is pressure-driven, not skin — stimulation gain will be modest; candidate is about sustaining peak deliverability (still producing 651 BOPD, recent peak 1486 BOPD).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4206240"/>
            <a:ext cx="4572000" cy="1417320"/>
          </a:xfrm>
          <a:prstGeom prst="rect">
            <a:avLst/>
          </a:prstGeom>
          <a:solidFill>
            <a:srgbClr val="009CEA"/>
          </a:solidFill>
          <a:ln w="9525">
            <a:solidFill>
              <a:srgbClr val="009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4297680"/>
            <a:ext cx="4297680" cy="36576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Why 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4617720"/>
            <a:ext cx="4297680" cy="100584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Sustain-play — avoid over-drawdown (Pb = 392 psi). Dolomite-tailored recipe; Y-tool allows CT-conveyed treatment.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" y="6446520"/>
            <a:ext cx="457200" cy="256032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r"/>
            <a:r>
              <a:rPr sz="900" b="0">
                <a:solidFill>
                  <a:srgbClr val="374649"/>
                </a:solidFill>
                <a:latin typeface="Arial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6446520"/>
            <a:ext cx="5486400" cy="256032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l"/>
            <a:r>
              <a:rPr sz="900" b="0">
                <a:solidFill>
                  <a:srgbClr val="374649"/>
                </a:solidFill>
                <a:latin typeface="Arial"/>
              </a:rPr>
              <a:t>ADNOC Upstream  -  TotalEnergies  -  2026-04-23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400" b="1">
                <a:solidFill>
                  <a:srgbClr val="009CEA"/>
                </a:solidFill>
                <a:latin typeface="Arial"/>
              </a:rPr>
              <a:t>SY-146 — Water injector — poor injectivity (KoM scope)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960120"/>
            <a:ext cx="11430000" cy="32004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algn="l"/>
            <a:r>
              <a:rPr sz="1200" b="0">
                <a:solidFill>
                  <a:srgbClr val="7F8C92"/>
                </a:solidFill>
                <a:latin typeface="Arial"/>
              </a:rPr>
              <a:t>SIMSIMA R1 · Horizontal water injector · completion 2025-07-10</a:t>
            </a:r>
          </a:p>
        </p:txBody>
      </p:sp>
      <p:pic>
        <p:nvPicPr>
          <p:cNvPr id="5" name="Picture 4" descr="well_v3_SY-1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6858000" cy="4297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406640" y="1325880"/>
            <a:ext cx="4572000" cy="2743200"/>
          </a:xfrm>
          <a:prstGeom prst="rect">
            <a:avLst/>
          </a:prstGeom>
          <a:solidFill>
            <a:srgbClr val="E8F4FB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43800" y="1417320"/>
            <a:ext cx="4297680" cy="32004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r>
              <a:rPr sz="1300" b="1">
                <a:solidFill>
                  <a:srgbClr val="009CEA"/>
                </a:solidFill>
                <a:latin typeface="Arial"/>
              </a:rPr>
              <a:t>Key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1783080"/>
            <a:ext cx="4297680" cy="228600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algn="l"/>
            <a:r>
              <a:rPr sz="1200" b="0">
                <a:solidFill>
                  <a:srgbClr val="374649"/>
                </a:solidFill>
                <a:latin typeface="Arial"/>
              </a:rPr>
              <a:t>Supporting candidate — data-only: 2 formal pressure anchors (May-2025 BHCIP 2090 psi, Sep-2025 GRAD 1790 psi). No production PI applies (water injector). Narrative pending additional post-completion injectivity data.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4206240"/>
            <a:ext cx="4572000" cy="1417320"/>
          </a:xfrm>
          <a:prstGeom prst="rect">
            <a:avLst/>
          </a:prstGeom>
          <a:solidFill>
            <a:srgbClr val="009CEA"/>
          </a:solidFill>
          <a:ln w="9525">
            <a:solidFill>
              <a:srgbClr val="009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4297680"/>
            <a:ext cx="4297680" cy="36576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Why 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4617720"/>
            <a:ext cx="4297680" cy="100584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Injectivity stim — naphtha pre-flush + HCl main stage. Hall-plot analysis pre/post; baseline needed post-completion.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" y="6446520"/>
            <a:ext cx="457200" cy="256032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r"/>
            <a:r>
              <a:rPr sz="900" b="0">
                <a:solidFill>
                  <a:srgbClr val="374649"/>
                </a:solidFill>
                <a:latin typeface="Arial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6446520"/>
            <a:ext cx="5486400" cy="256032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l"/>
            <a:r>
              <a:rPr sz="900" b="0">
                <a:solidFill>
                  <a:srgbClr val="374649"/>
                </a:solidFill>
                <a:latin typeface="Arial"/>
              </a:rPr>
              <a:t>ADNOC Upstream  -  TotalEnergies  -  2026-04-23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400" b="1">
                <a:solidFill>
                  <a:srgbClr val="009CEA"/>
                </a:solidFill>
                <a:latin typeface="Arial"/>
              </a:rPr>
              <a:t>Data gaps &amp; caveats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960120"/>
            <a:ext cx="11430000" cy="32004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algn="l"/>
            <a:r>
              <a:rPr sz="1200" b="0">
                <a:solidFill>
                  <a:srgbClr val="7F8C92"/>
                </a:solidFill>
                <a:latin typeface="Arial"/>
              </a:rPr>
              <a:t>Interpretation risks the rig schedule must acknowledge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155680" cy="402336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009CEA"/>
                </a:solidFill>
                <a:latin typeface="Arial"/>
              </a:rPr>
              <a:t>▪ </a:t>
            </a:r>
            <a:r>
              <a:rPr sz="1400" b="0">
                <a:solidFill>
                  <a:srgbClr val="374649"/>
                </a:solidFill>
                <a:latin typeface="Arial"/>
              </a:rPr>
              <a:t>No formal stimulation-event database — only completion/sidetrack/startup dates are confirmed.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009CEA"/>
                </a:solidFill>
                <a:latin typeface="Arial"/>
              </a:rPr>
              <a:t>▪ </a:t>
            </a:r>
            <a:r>
              <a:rPr sz="1400" b="0">
                <a:solidFill>
                  <a:srgbClr val="374649"/>
                </a:solidFill>
                <a:latin typeface="Arial"/>
              </a:rPr>
              <a:t>SY-074 has a single pre-ST2 (2016, R2 layer) pressure survey — cannot calibrate PI for current ST2 lateral.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009CEA"/>
                </a:solidFill>
                <a:latin typeface="Arial"/>
              </a:rPr>
              <a:t>▪ </a:t>
            </a:r>
            <a:r>
              <a:rPr sz="1400" b="0">
                <a:solidFill>
                  <a:srgbClr val="374649"/>
                </a:solidFill>
                <a:latin typeface="Arial"/>
              </a:rPr>
              <a:t>SY-069 has a single formal Pres survey (Nov-2024) — valid PI window is ±365 d around that date.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009CEA"/>
                </a:solidFill>
                <a:latin typeface="Arial"/>
              </a:rPr>
              <a:t>▪ </a:t>
            </a:r>
            <a:r>
              <a:rPr sz="1400" b="0">
                <a:solidFill>
                  <a:srgbClr val="374649"/>
                </a:solidFill>
                <a:latin typeface="Arial"/>
              </a:rPr>
              <a:t>SY-131 PI trend is positive +15 % — narrative-level examples from KoM list are not supported by the data.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009CEA"/>
                </a:solidFill>
                <a:latin typeface="Arial"/>
              </a:rPr>
              <a:t>▪ </a:t>
            </a:r>
            <a:r>
              <a:rPr sz="1400" b="0">
                <a:solidFill>
                  <a:srgbClr val="374649"/>
                </a:solidFill>
                <a:latin typeface="Arial"/>
              </a:rPr>
              <a:t>SY-133 decline is water-coning dominated (WC 1.7 → 51 %) — PI fit D = 24 %/yr masks the true mechanism.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009CEA"/>
                </a:solidFill>
                <a:latin typeface="Arial"/>
              </a:rPr>
              <a:t>▪ </a:t>
            </a:r>
            <a:r>
              <a:rPr sz="1400" b="0">
                <a:solidFill>
                  <a:srgbClr val="374649"/>
                </a:solidFill>
                <a:latin typeface="Arial"/>
              </a:rPr>
              <a:t>Shah Q2-2026 Allowable workbook was not accessible to the pipeline — survey anchors and BHFP Δ taken from the prior v1 deliverable and the resume-prompt calibration table.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532120"/>
            <a:ext cx="11064240" cy="548640"/>
          </a:xfrm>
          <a:prstGeom prst="roundRect">
            <a:avLst/>
          </a:prstGeom>
          <a:solidFill>
            <a:srgbClr val="009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Only 4 confirmed events on record (recompletion / ST2 / startup) — request formal stim-event register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" y="6446520"/>
            <a:ext cx="457200" cy="256032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r"/>
            <a:r>
              <a:rPr sz="900" b="0">
                <a:solidFill>
                  <a:srgbClr val="374649"/>
                </a:solidFill>
                <a:latin typeface="Arial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6446520"/>
            <a:ext cx="5486400" cy="256032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l"/>
            <a:r>
              <a:rPr sz="900" b="0">
                <a:solidFill>
                  <a:srgbClr val="374649"/>
                </a:solidFill>
                <a:latin typeface="Arial"/>
              </a:rPr>
              <a:t>ADNOC Upstream  -  TotalEnergies  -  2026-04-23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400" b="1">
                <a:solidFill>
                  <a:srgbClr val="009CEA"/>
                </a:solidFill>
                <a:latin typeface="Arial"/>
              </a:rPr>
              <a:t>Conclusions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960120"/>
            <a:ext cx="11430000" cy="32004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algn="l"/>
            <a:r>
              <a:rPr sz="1200" b="0">
                <a:solidFill>
                  <a:srgbClr val="7F8C92"/>
                </a:solidFill>
                <a:latin typeface="Arial"/>
              </a:rPr>
              <a:t>Stimulation sequence, pre-job acquisition, and gating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155680" cy="4023360"/>
          </a:xfrm>
          <a:prstGeom prst="rect">
            <a:avLst/>
          </a:prstGeom>
          <a:noFill/>
        </p:spPr>
        <p:txBody>
          <a:bodyPr wrap="square" anchor="t" lIns="20000" rIns="20000" tIns="10000" bIns="1000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09CEA"/>
                </a:solidFill>
                <a:latin typeface="Arial"/>
              </a:rPr>
              <a:t>▪ </a:t>
            </a:r>
            <a:r>
              <a:rPr sz="1300" b="0">
                <a:solidFill>
                  <a:srgbClr val="374649"/>
                </a:solidFill>
                <a:latin typeface="Arial"/>
              </a:rPr>
              <a:t>Execute SY-110 first — highest decline, stable Pres, clear skin/deposition signal, deposition-tailored recipe (scale pre-flush + HCl).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09CEA"/>
                </a:solidFill>
                <a:latin typeface="Arial"/>
              </a:rPr>
              <a:t>▪ </a:t>
            </a:r>
            <a:r>
              <a:rPr sz="1300" b="0">
                <a:solidFill>
                  <a:srgbClr val="374649"/>
                </a:solidFill>
                <a:latin typeface="Arial"/>
              </a:rPr>
              <a:t>Queue SY-069 second — long history + recent steep decline; 15 % HCl + naphtha 2-stage baseline.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09CEA"/>
                </a:solidFill>
                <a:latin typeface="Arial"/>
              </a:rPr>
              <a:t>▪ </a:t>
            </a:r>
            <a:r>
              <a:rPr sz="1300" b="0">
                <a:solidFill>
                  <a:srgbClr val="374649"/>
                </a:solidFill>
                <a:latin typeface="Arial"/>
              </a:rPr>
              <a:t>SY-074 requires a formal PBU survey before stim; pre-job PLT mandatory to map ST2 inflow.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09CEA"/>
                </a:solidFill>
                <a:latin typeface="Arial"/>
              </a:rPr>
              <a:t>▪ </a:t>
            </a:r>
            <a:r>
              <a:rPr sz="1300" b="0">
                <a:solidFill>
                  <a:srgbClr val="374649"/>
                </a:solidFill>
                <a:latin typeface="Arial"/>
              </a:rPr>
              <a:t>SY-120 is the sustain-play candidate — dolomite-tailored recipe, avoid over-drawdown (Pb = 392 psi).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09CEA"/>
                </a:solidFill>
                <a:latin typeface="Arial"/>
              </a:rPr>
              <a:t>▪ </a:t>
            </a:r>
            <a:r>
              <a:rPr sz="1300" b="0">
                <a:solidFill>
                  <a:srgbClr val="374649"/>
                </a:solidFill>
                <a:latin typeface="Arial"/>
              </a:rPr>
              <a:t>SY-146 injectivity stim: naphtha pre-flush + HCl main stage; Hall-plot analysis pre/post.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09CEA"/>
                </a:solidFill>
                <a:latin typeface="Arial"/>
              </a:rPr>
              <a:t>▪ </a:t>
            </a:r>
            <a:r>
              <a:rPr sz="1300" b="0">
                <a:solidFill>
                  <a:srgbClr val="374649"/>
                </a:solidFill>
                <a:latin typeface="Arial"/>
              </a:rPr>
              <a:t>Defer SY-131 (no real PI degradation); hold SY-133 as backup (needs WSO + PLT).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09CEA"/>
                </a:solidFill>
                <a:latin typeface="Arial"/>
              </a:rPr>
              <a:t>▪ </a:t>
            </a:r>
            <a:r>
              <a:rPr sz="1300" b="0">
                <a:solidFill>
                  <a:srgbClr val="374649"/>
                </a:solidFill>
                <a:latin typeface="Arial"/>
              </a:rPr>
              <a:t>Request Q2-2026 Allowable + formal stim-event register from operator before rig schedule finalisation.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532120"/>
            <a:ext cx="11064240" cy="548640"/>
          </a:xfrm>
          <a:prstGeom prst="roundRect">
            <a:avLst/>
          </a:prstGeom>
          <a:solidFill>
            <a:srgbClr val="009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Lead: SY-110 · Queue: SY-069 → SY-074 (post-PBU) → SY-120 → SY-146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" y="6446520"/>
            <a:ext cx="457200" cy="256032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r"/>
            <a:r>
              <a:rPr sz="900" b="0">
                <a:solidFill>
                  <a:srgbClr val="374649"/>
                </a:solidFill>
                <a:latin typeface="Arial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6446520"/>
            <a:ext cx="5486400" cy="256032"/>
          </a:xfrm>
          <a:prstGeom prst="rect">
            <a:avLst/>
          </a:prstGeom>
          <a:noFill/>
        </p:spPr>
        <p:txBody>
          <a:bodyPr wrap="square" anchor="ctr" lIns="20000" rIns="20000" tIns="10000" bIns="10000">
            <a:spAutoFit/>
          </a:bodyPr>
          <a:lstStyle/>
          <a:p>
            <a:pPr algn="l"/>
            <a:r>
              <a:rPr sz="900" b="0">
                <a:solidFill>
                  <a:srgbClr val="374649"/>
                </a:solidFill>
                <a:latin typeface="Arial"/>
              </a:rPr>
              <a:t>ADNOC Upstream  -  TotalEnergies  -  2026-04-23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DZP8Kyd1p9oJtKLmcHEsQ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otalEnergies AA - Bleu">
  <a:themeElements>
    <a:clrScheme name="TotalEnergies AA - Bleu">
      <a:dk1>
        <a:srgbClr val="374649"/>
      </a:dk1>
      <a:lt1>
        <a:srgbClr val="FFFFFF"/>
      </a:lt1>
      <a:dk2>
        <a:srgbClr val="009CEA"/>
      </a:dk2>
      <a:lt2>
        <a:srgbClr val="FFFFFF"/>
      </a:lt2>
      <a:accent1>
        <a:srgbClr val="009CEA"/>
      </a:accent1>
      <a:accent2>
        <a:srgbClr val="ED0000"/>
      </a:accent2>
      <a:accent3>
        <a:srgbClr val="40A900"/>
      </a:accent3>
      <a:accent4>
        <a:srgbClr val="F66A00"/>
      </a:accent4>
      <a:accent5>
        <a:srgbClr val="009CEA"/>
      </a:accent5>
      <a:accent6>
        <a:srgbClr val="ED0000"/>
      </a:accent6>
      <a:hlink>
        <a:srgbClr val="374649"/>
      </a:hlink>
      <a:folHlink>
        <a:srgbClr val="009CE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ésentation11" id="{9BEC3FBE-2419-4042-98D8-48FD7A597541}" vid="{2A8E718C-D1D5-B54E-A9CF-4229D3F9F1C1}"/>
    </a:ext>
  </a:extLst>
</a:theme>
</file>

<file path=ppt/theme/theme2.xml><?xml version="1.0" encoding="utf-8"?>
<a:theme xmlns:a="http://schemas.openxmlformats.org/drawingml/2006/main" name="TotalEnergies AA - Rouge">
  <a:themeElements>
    <a:clrScheme name="TotalEnergies AA - Rouge">
      <a:dk1>
        <a:srgbClr val="374649"/>
      </a:dk1>
      <a:lt1>
        <a:srgbClr val="FFFFFF"/>
      </a:lt1>
      <a:dk2>
        <a:srgbClr val="ED0000"/>
      </a:dk2>
      <a:lt2>
        <a:srgbClr val="FFFFFF"/>
      </a:lt2>
      <a:accent1>
        <a:srgbClr val="009CEA"/>
      </a:accent1>
      <a:accent2>
        <a:srgbClr val="ED0000"/>
      </a:accent2>
      <a:accent3>
        <a:srgbClr val="40A900"/>
      </a:accent3>
      <a:accent4>
        <a:srgbClr val="F66A00"/>
      </a:accent4>
      <a:accent5>
        <a:srgbClr val="009CEA"/>
      </a:accent5>
      <a:accent6>
        <a:srgbClr val="ED0000"/>
      </a:accent6>
      <a:hlink>
        <a:srgbClr val="374649"/>
      </a:hlink>
      <a:folHlink>
        <a:srgbClr val="ED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ésentation11" id="{9BEC3FBE-2419-4042-98D8-48FD7A597541}" vid="{517E99B6-38AA-FA43-B9D7-E7624BDDD441}"/>
    </a:ext>
  </a:extLst>
</a:theme>
</file>

<file path=ppt/theme/theme3.xml><?xml version="1.0" encoding="utf-8"?>
<a:theme xmlns:a="http://schemas.openxmlformats.org/drawingml/2006/main" name="TotalEnergies AA - Vert">
  <a:themeElements>
    <a:clrScheme name="TotalEnergies AA - Vert">
      <a:dk1>
        <a:srgbClr val="374649"/>
      </a:dk1>
      <a:lt1>
        <a:srgbClr val="FFFFFF"/>
      </a:lt1>
      <a:dk2>
        <a:srgbClr val="40A900"/>
      </a:dk2>
      <a:lt2>
        <a:srgbClr val="FFFFFF"/>
      </a:lt2>
      <a:accent1>
        <a:srgbClr val="009CEA"/>
      </a:accent1>
      <a:accent2>
        <a:srgbClr val="ED0000"/>
      </a:accent2>
      <a:accent3>
        <a:srgbClr val="40A900"/>
      </a:accent3>
      <a:accent4>
        <a:srgbClr val="F66A00"/>
      </a:accent4>
      <a:accent5>
        <a:srgbClr val="009CEA"/>
      </a:accent5>
      <a:accent6>
        <a:srgbClr val="ED0000"/>
      </a:accent6>
      <a:hlink>
        <a:srgbClr val="374649"/>
      </a:hlink>
      <a:folHlink>
        <a:srgbClr val="40A9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ésentation11" id="{9BEC3FBE-2419-4042-98D8-48FD7A597541}" vid="{91BED9B8-598C-AA45-9FCA-0E8BF81E495D}"/>
    </a:ext>
  </a:extLst>
</a:theme>
</file>

<file path=ppt/theme/theme4.xml><?xml version="1.0" encoding="utf-8"?>
<a:theme xmlns:a="http://schemas.openxmlformats.org/drawingml/2006/main" name="TotalEnergies AA - Orange">
  <a:themeElements>
    <a:clrScheme name="TotalEnergies AA - Orange">
      <a:dk1>
        <a:srgbClr val="374649"/>
      </a:dk1>
      <a:lt1>
        <a:srgbClr val="FFFFFF"/>
      </a:lt1>
      <a:dk2>
        <a:srgbClr val="F66A00"/>
      </a:dk2>
      <a:lt2>
        <a:srgbClr val="FFFFFF"/>
      </a:lt2>
      <a:accent1>
        <a:srgbClr val="009CEA"/>
      </a:accent1>
      <a:accent2>
        <a:srgbClr val="ED0000"/>
      </a:accent2>
      <a:accent3>
        <a:srgbClr val="40A900"/>
      </a:accent3>
      <a:accent4>
        <a:srgbClr val="F66A00"/>
      </a:accent4>
      <a:accent5>
        <a:srgbClr val="009CEA"/>
      </a:accent5>
      <a:accent6>
        <a:srgbClr val="ED0000"/>
      </a:accent6>
      <a:hlink>
        <a:srgbClr val="374649"/>
      </a:hlink>
      <a:folHlink>
        <a:srgbClr val="F66A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ésentation11" id="{9BEC3FBE-2419-4042-98D8-48FD7A597541}" vid="{9DFFD374-ED35-5947-A71F-7A9A5C60E258}"/>
    </a:ext>
  </a:extLst>
</a:theme>
</file>

<file path=ppt/theme/theme5.xml><?xml version="1.0" encoding="utf-8"?>
<a:theme xmlns:a="http://schemas.openxmlformats.org/drawingml/2006/main" name="1_ADNOC Theme">
  <a:themeElements>
    <a:clrScheme name="ADNOC Color theme">
      <a:dk1>
        <a:sysClr val="windowText" lastClr="000000"/>
      </a:dk1>
      <a:lt1>
        <a:sysClr val="window" lastClr="FFFFFF"/>
      </a:lt1>
      <a:dk2>
        <a:srgbClr val="1859A9"/>
      </a:dk2>
      <a:lt2>
        <a:srgbClr val="E9E8E6"/>
      </a:lt2>
      <a:accent1>
        <a:srgbClr val="1E3B6B"/>
      </a:accent1>
      <a:accent2>
        <a:srgbClr val="1859A9"/>
      </a:accent2>
      <a:accent3>
        <a:srgbClr val="0773D7"/>
      </a:accent3>
      <a:accent4>
        <a:srgbClr val="4D5156"/>
      </a:accent4>
      <a:accent5>
        <a:srgbClr val="9D9FA0"/>
      </a:accent5>
      <a:accent6>
        <a:srgbClr val="D4D2CF"/>
      </a:accent6>
      <a:hlink>
        <a:srgbClr val="1E3B6B"/>
      </a:hlink>
      <a:folHlink>
        <a:srgbClr val="9D9FA0"/>
      </a:folHlink>
    </a:clrScheme>
    <a:fontScheme name="ADNOC font theme">
      <a:majorFont>
        <a:latin typeface="Arial"/>
        <a:ea typeface="SimHei"/>
        <a:cs typeface="Arial Unicode MS"/>
      </a:majorFont>
      <a:minorFont>
        <a:latin typeface="Arial"/>
        <a:ea typeface="SimHei"/>
        <a:cs typeface="Arial Unicode M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spcBef>
            <a:spcPts val="800"/>
          </a:spcBef>
          <a:defRPr sz="1600" dirty="0" err="1" smtClean="0">
            <a:solidFill>
              <a:schemeClr val="accent4"/>
            </a:solidFill>
          </a:defRPr>
        </a:defPPr>
      </a:lstStyle>
    </a:txDef>
  </a:objectDefaults>
  <a:extraClrSchemeLst/>
  <a:custClrLst>
    <a:custClr name="Alert Green">
      <a:srgbClr val="109647"/>
    </a:custClr>
    <a:custClr name="Green">
      <a:srgbClr val="00754A"/>
    </a:custClr>
    <a:custClr name="Dark Turquoise">
      <a:srgbClr val="005871"/>
    </a:custClr>
    <a:custClr name="Purple">
      <a:srgbClr val="291446"/>
    </a:custClr>
    <a:custClr name="Bright Orange">
      <a:srgbClr val="FAA22C"/>
    </a:custClr>
    <a:custClr name="Orange">
      <a:srgbClr val="EE7623"/>
    </a:custClr>
    <a:custClr name="Bright Yellow">
      <a:srgbClr val="FCE300"/>
    </a:custClr>
    <a:custClr name="Yellow">
      <a:srgbClr val="FED10A"/>
    </a:custClr>
    <a:custClr name="Bright Red">
      <a:srgbClr val="E32726"/>
    </a:custClr>
    <a:custClr name="Red">
      <a:srgbClr val="A9343A"/>
    </a:custClr>
  </a:custClrLst>
  <a:extLst>
    <a:ext uri="{05A4C25C-085E-4340-85A3-A5531E510DB2}">
      <thm15:themeFamily xmlns:thm15="http://schemas.microsoft.com/office/thememl/2012/main" name="ADNOC PowerPoint template.potx" id="{A63E13D5-D98E-48BC-AE9B-176188817045}" vid="{AD06FCF1-D3D5-4D4E-9C8F-8675E131B38A}"/>
    </a:ext>
  </a:extLst>
</a:theme>
</file>

<file path=ppt/theme/theme6.xml><?xml version="1.0" encoding="utf-8"?>
<a:theme xmlns:a="http://schemas.openxmlformats.org/drawingml/2006/main" name="TotalEnergies AA - Blue">
  <a:themeElements>
    <a:clrScheme name="TotalEnergies AA - Blue">
      <a:dk1>
        <a:srgbClr val="374649"/>
      </a:dk1>
      <a:lt1>
        <a:srgbClr val="FFFFFF"/>
      </a:lt1>
      <a:dk2>
        <a:srgbClr val="009CEA"/>
      </a:dk2>
      <a:lt2>
        <a:srgbClr val="FFFFFF"/>
      </a:lt2>
      <a:accent1>
        <a:srgbClr val="009CEA"/>
      </a:accent1>
      <a:accent2>
        <a:srgbClr val="ED0000"/>
      </a:accent2>
      <a:accent3>
        <a:srgbClr val="40A900"/>
      </a:accent3>
      <a:accent4>
        <a:srgbClr val="F66A00"/>
      </a:accent4>
      <a:accent5>
        <a:srgbClr val="009CEA"/>
      </a:accent5>
      <a:accent6>
        <a:srgbClr val="ED0000"/>
      </a:accent6>
      <a:hlink>
        <a:srgbClr val="374649"/>
      </a:hlink>
      <a:folHlink>
        <a:srgbClr val="009CE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ésentation26" id="{F223456F-FF02-BB43-92D5-B0C703CC74B7}" vid="{6FBBE143-A0D6-0541-8B4A-28676F52E157}"/>
    </a:ext>
  </a:extLst>
</a:theme>
</file>

<file path=ppt/theme/theme7.xml><?xml version="1.0" encoding="utf-8"?>
<a:theme xmlns:a="http://schemas.openxmlformats.org/drawingml/2006/main" name="Thème Office">
  <a:themeElements>
    <a:clrScheme name="TotalEnergies AA - Bleu">
      <a:dk1>
        <a:srgbClr val="374649"/>
      </a:dk1>
      <a:lt1>
        <a:srgbClr val="FFFFFF"/>
      </a:lt1>
      <a:dk2>
        <a:srgbClr val="009CEA"/>
      </a:dk2>
      <a:lt2>
        <a:srgbClr val="FFFFFF"/>
      </a:lt2>
      <a:accent1>
        <a:srgbClr val="009CEA"/>
      </a:accent1>
      <a:accent2>
        <a:srgbClr val="ED0000"/>
      </a:accent2>
      <a:accent3>
        <a:srgbClr val="40A900"/>
      </a:accent3>
      <a:accent4>
        <a:srgbClr val="F66A00"/>
      </a:accent4>
      <a:accent5>
        <a:srgbClr val="009CEA"/>
      </a:accent5>
      <a:accent6>
        <a:srgbClr val="ED0000"/>
      </a:accent6>
      <a:hlink>
        <a:srgbClr val="374649"/>
      </a:hlink>
      <a:folHlink>
        <a:srgbClr val="009CE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Thème Office">
  <a:themeElements>
    <a:clrScheme name="TotalEnergies AA - Bleu">
      <a:dk1>
        <a:srgbClr val="374649"/>
      </a:dk1>
      <a:lt1>
        <a:srgbClr val="FFFFFF"/>
      </a:lt1>
      <a:dk2>
        <a:srgbClr val="009CEA"/>
      </a:dk2>
      <a:lt2>
        <a:srgbClr val="FFFFFF"/>
      </a:lt2>
      <a:accent1>
        <a:srgbClr val="009CEA"/>
      </a:accent1>
      <a:accent2>
        <a:srgbClr val="ED0000"/>
      </a:accent2>
      <a:accent3>
        <a:srgbClr val="40A900"/>
      </a:accent3>
      <a:accent4>
        <a:srgbClr val="F66A00"/>
      </a:accent4>
      <a:accent5>
        <a:srgbClr val="009CEA"/>
      </a:accent5>
      <a:accent6>
        <a:srgbClr val="ED0000"/>
      </a:accent6>
      <a:hlink>
        <a:srgbClr val="374649"/>
      </a:hlink>
      <a:folHlink>
        <a:srgbClr val="009CE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83C479FD848434EA541F979F2465512" ma:contentTypeVersion="20" ma:contentTypeDescription="Crée un document." ma:contentTypeScope="" ma:versionID="af0e07431b0490d577bfffcf2bb49cbb">
  <xsd:schema xmlns:xsd="http://www.w3.org/2001/XMLSchema" xmlns:xs="http://www.w3.org/2001/XMLSchema" xmlns:p="http://schemas.microsoft.com/office/2006/metadata/properties" xmlns:ns1="http://schemas.microsoft.com/sharepoint/v3" xmlns:ns2="c8a7921e-9ad3-49fc-8192-a2d736b89f34" xmlns:ns3="8bd7225a-e712-44ff-9a0d-33fe59585fab" targetNamespace="http://schemas.microsoft.com/office/2006/metadata/properties" ma:root="true" ma:fieldsID="95ae919f107749efbca2aa137af84b04" ns1:_="" ns2:_="" ns3:_="">
    <xsd:import namespace="http://schemas.microsoft.com/sharepoint/v3"/>
    <xsd:import namespace="c8a7921e-9ad3-49fc-8192-a2d736b89f34"/>
    <xsd:import namespace="8bd7225a-e712-44ff-9a0d-33fe59585fa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5" nillable="true" ma:displayName="Propriétés de la stratégie de conformité unifiée" ma:hidden="true" ma:internalName="_ip_UnifiedCompliancePolicyProperties">
      <xsd:simpleType>
        <xsd:restriction base="dms:Note"/>
      </xsd:simpleType>
    </xsd:element>
    <xsd:element name="_ip_UnifiedCompliancePolicyUIAction" ma:index="26" nillable="true" ma:displayName="Action d’interface utilisateur de la stratégie de conformité unifiée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a7921e-9ad3-49fc-8192-a2d736b89f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Balises d’images" ma:readOnly="false" ma:fieldId="{5cf76f15-5ced-4ddc-b409-7134ff3c332f}" ma:taxonomyMulti="true" ma:sspId="7d7a317d-19e9-4a41-b675-f2bd41b4cab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7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d7225a-e712-44ff-9a0d-33fe59585fa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a01fd618-3b76-42ed-a4b2-8e837672522e}" ma:internalName="TaxCatchAll" ma:showField="CatchAllData" ma:web="8bd7225a-e712-44ff-9a0d-33fe59585fa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Application xmlns="http://www.sap.com/cof/powerpoint/application">
  <Version>2</Version>
  <Revision>2.8.1300.98253</Revision>
</Application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bd7225a-e712-44ff-9a0d-33fe59585fab" xsi:nil="true"/>
    <lcf76f155ced4ddcb4097134ff3c332f xmlns="c8a7921e-9ad3-49fc-8192-a2d736b89f34">
      <Terms xmlns="http://schemas.microsoft.com/office/infopath/2007/PartnerControls"/>
    </lcf76f155ced4ddcb4097134ff3c332f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2D10682-58C0-415F-932B-8CDDE05A34DA}"/>
</file>

<file path=customXml/itemProps2.xml><?xml version="1.0" encoding="utf-8"?>
<ds:datastoreItem xmlns:ds="http://schemas.openxmlformats.org/officeDocument/2006/customXml" ds:itemID="{5C488889-0E78-4F49-952B-44544D89D764}">
  <ds:schemaRefs>
    <ds:schemaRef ds:uri="http://www.sap.com/cof/powerpoint/application"/>
  </ds:schemaRefs>
</ds:datastoreItem>
</file>

<file path=customXml/itemProps3.xml><?xml version="1.0" encoding="utf-8"?>
<ds:datastoreItem xmlns:ds="http://schemas.openxmlformats.org/officeDocument/2006/customXml" ds:itemID="{6279026D-D4FE-4DE6-A495-7F76931FA975}">
  <ds:schemaRefs>
    <ds:schemaRef ds:uri="8bd7225a-e712-44ff-9a0d-33fe59585fab"/>
    <ds:schemaRef ds:uri="c8a7921e-9ad3-49fc-8192-a2d736b89f3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4.xml><?xml version="1.0" encoding="utf-8"?>
<ds:datastoreItem xmlns:ds="http://schemas.openxmlformats.org/officeDocument/2006/customXml" ds:itemID="{DDB48DAF-04C5-4D68-BF8A-617CB95BD49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329e91b0-e21f-48fb-a071-456717ecc28e}" enabled="0" method="" siteId="{329e91b0-e21f-48fb-a071-456717ecc28e}" removed="1"/>
  <clbl:label id="{82c6270f-1820-433a-b6f6-9abff1d1c7eb}" enabled="1" method="Privileged" siteId="{74892fe7-b6cb-43e7-912b-52194d3fd7c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Application>Microsoft Office PowerPoint</Application>
  <PresentationFormat>Widescreen</PresentationFormat>
  <Slides>22</Slides>
  <Notes>18</Notes>
  <HiddenSlides>0</HiddenSlide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TotalEnergies AA - Bleu</vt:lpstr>
      <vt:lpstr>TotalEnergies AA - Rouge</vt:lpstr>
      <vt:lpstr>TotalEnergies AA - Vert</vt:lpstr>
      <vt:lpstr>TotalEnergies AA - Orange</vt:lpstr>
      <vt:lpstr>1_ADNOC Theme</vt:lpstr>
      <vt:lpstr>TotalEnergies AA - Blue</vt:lpstr>
      <vt:lpstr>Asset Lead Performance Contract South-East</vt:lpstr>
      <vt:lpstr>Agenda</vt:lpstr>
      <vt:lpstr>Safety Moment</vt:lpstr>
      <vt:lpstr>PC24 - Key Achievement &amp; Implementation</vt:lpstr>
      <vt:lpstr>PowerPoint Presentation</vt:lpstr>
      <vt:lpstr>PC 2025 – Current progress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Celine PUTHUMAILOLAN</dc:creator>
  <cp:revision>2</cp:revision>
  <cp:lastPrinted>2025-10-03T10:48:56Z</cp:lastPrinted>
  <dcterms:created xsi:type="dcterms:W3CDTF">2025-01-17T12:58:49Z</dcterms:created>
  <dcterms:modified xsi:type="dcterms:W3CDTF">2025-10-30T04:37:09Z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0x010100083C479FD848434EA541F979F2465512</vt:lpwstr>
  </property>
  <property fmtid="{D5CDD505-2E9C-101B-9397-08002B2CF9AE}" pid="3" name="MediaServiceImageTags">
    <vt:lpwstr/>
  </property>
  <property fmtid="{D5CDD505-2E9C-101B-9397-08002B2CF9AE}" pid="4" name="ClassificationContentMarkingHeaderLocations">
    <vt:lpwstr>TotalEnergies AA - Bleu:5\TotalEnergies AA - Rouge:5\TotalEnergies AA - Vert:5\TotalEnergies AA - Orange:5</vt:lpwstr>
  </property>
  <property fmtid="{D5CDD505-2E9C-101B-9397-08002B2CF9AE}" pid="5" name="ClassificationContentMarkingHeaderText">
    <vt:lpwstr>ADNOC Classification: Restricted</vt:lpwstr>
  </property>
</Properties>
</file>