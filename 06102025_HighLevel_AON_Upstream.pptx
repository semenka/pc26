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5.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6.xml" ContentType="application/vnd.openxmlformats-officedocument.theme+xml"/>
  <Override PartName="/ppt/tags/tag3.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83" r:id="rId6"/>
    <p:sldMasterId id="2147483698" r:id="rId7"/>
    <p:sldMasterId id="2147483713" r:id="rId8"/>
    <p:sldMasterId id="2147483785" r:id="rId9"/>
    <p:sldMasterId id="2147483808" r:id="rId10"/>
  </p:sldMasterIdLst>
  <p:notesMasterIdLst>
    <p:notesMasterId r:id="rId33"/>
  </p:notesMasterIdLst>
  <p:handoutMasterIdLst>
    <p:handoutMasterId r:id="rId34"/>
  </p:handoutMasterIdLst>
  <p:sldIdLst>
    <p:sldId id="487" r:id="rId11"/>
    <p:sldId id="2147483572" r:id="rId12"/>
    <p:sldId id="2147483573" r:id="rId13"/>
    <p:sldId id="2147483575" r:id="rId14"/>
    <p:sldId id="363" r:id="rId15"/>
    <p:sldId id="2147483591" r:id="rId16"/>
    <p:sldId id="2147483592" r:id="rId17"/>
    <p:sldId id="2147483583" r:id="rId18"/>
    <p:sldId id="2147483576" r:id="rId19"/>
    <p:sldId id="2147483578" r:id="rId20"/>
    <p:sldId id="2147483577" r:id="rId21"/>
    <p:sldId id="2147483590" r:id="rId22"/>
    <p:sldId id="2147483579" r:id="rId23"/>
    <p:sldId id="2147483580" r:id="rId24"/>
    <p:sldId id="2147483593" r:id="rId25"/>
    <p:sldId id="2147483586" r:id="rId26"/>
    <p:sldId id="5637" r:id="rId27"/>
    <p:sldId id="2147483589" r:id="rId28"/>
    <p:sldId id="2147483585" r:id="rId29"/>
    <p:sldId id="2147483588" r:id="rId30"/>
    <p:sldId id="2147483581" r:id="rId31"/>
    <p:sldId id="2147378190" r:id="rId32"/>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538F07-6FB4-F645-FE63-0B851E204981}" name="Cristina MARETTO" initials="CM" userId="S::cristina.maretto@totalenergies.com::04bd1d4c-e6bd-4552-9a2c-6ac000a5b15f" providerId="AD"/>
  <p188:author id="{653B831C-F11B-DCD0-420C-0D61CFFBF91F}" name="Pablo BARTOLOME" initials="PB" userId="S::pablo.bartolome@totalenergies.com::ba7189e8-9cc7-4110-94e8-c09901e9c92f" providerId="AD"/>
  <p188:author id="{3A378938-66A6-E918-FD99-006786D0C71C}" name="Jean-Christophe NAVARRE" initials="JN" userId="S::jean-christophe.navarre@totalenergies.com::8dec7de1-684b-4648-a118-abb2128b9447" providerId="AD"/>
  <p188:author id="{3C5DE54F-A219-3B92-22DC-D0DE53D1A307}" name="Joao SAMBA" initials="JS" userId="S::joao.samba@totalenergies.com::9a9b2a0a-c9f5-45fb-aebc-205b5c01b672" providerId="AD"/>
  <p188:author id="{99E4C961-AEDD-B9B2-121F-EDC8254A2A5F}" name="Celine PUTHUMAILOLAN" initials="CP" userId="S::celine.puthumailolan@totalenergies.com::14f87ab5-5dc7-49e1-b2df-5747a447ed94" providerId="AD"/>
  <p188:author id="{401BD465-4B2F-1CD7-2B50-29AD66036D13}" name="Ankit SHARMA" initials="AS" userId="S::ankit.sharma@totalenergies.com::43303027-a0d0-4905-8976-171edecca630" providerId="AD"/>
  <p188:author id="{44D6216E-25FD-C634-9637-79A60E281AD6}" name="Gianfranco UNGARO" initials="GU" userId="S::gianfranco.ungaro@totalenergies.com::4f39880c-a08b-47ae-91e1-6f6fe97eb55c" providerId="AD"/>
  <p188:author id="{73C1937C-FFF7-DEDA-E430-9AB00C6BE8BF}" name="Edmundo Eduardo PERALTA" initials="EP" userId="S::edmundo.peralta@totalenergies.com::df2906a5-c95c-4a12-94e1-1f03b1c397b2" providerId="AD"/>
  <p188:author id="{520EF8B7-C0EF-86D5-AB57-0AF5DB0F72CD}" name="Andrey SEMENOV" initials="AS" userId="S::andrey.semenov@totalenergies.com::3a8c0284-d685-461e-9060-1b970ae2d30d" providerId="AD"/>
  <p188:author id="{4F4800F2-B6C7-21B1-C787-71186738D9F1}" name="Xavier POIRIER-COUTANSAIS" initials="XP" userId="S::xavier.poirier-coutansais@totalenergies.com::2e3e5b54-b13d-4b47-9de3-f3a7250bee0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8F4"/>
    <a:srgbClr val="81D14F"/>
    <a:srgbClr val="F2F2F2"/>
    <a:srgbClr val="5DCF91"/>
    <a:srgbClr val="0EB897"/>
    <a:srgbClr val="009BA7"/>
    <a:srgbClr val="4632FF"/>
    <a:srgbClr val="00BEF4"/>
    <a:srgbClr val="1FCAA8"/>
    <a:srgbClr val="00C8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microsoft.com/office/2016/11/relationships/changesInfo" Target="changesInfos/changesInfo1.xml"/><Relationship Id="rId21" Type="http://schemas.openxmlformats.org/officeDocument/2006/relationships/slide" Target="slides/slide11.xml"/><Relationship Id="rId34" Type="http://schemas.openxmlformats.org/officeDocument/2006/relationships/handoutMaster" Target="handoutMasters/handoutMaster1.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presProps" Target="presProps.xml"/><Relationship Id="rId8" Type="http://schemas.openxmlformats.org/officeDocument/2006/relationships/slideMaster" Target="slideMasters/slideMaster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avier POIRIER-COUTANSAIS" userId="2e3e5b54-b13d-4b47-9de3-f3a7250bee07" providerId="ADAL" clId="{7B644FD6-358B-4B3F-99D7-90D39E7C977C}"/>
    <pc:docChg chg="undo custSel modSld">
      <pc:chgData name="Xavier POIRIER-COUTANSAIS" userId="2e3e5b54-b13d-4b47-9de3-f3a7250bee07" providerId="ADAL" clId="{7B644FD6-358B-4B3F-99D7-90D39E7C977C}" dt="2025-10-06T06:13:25.895" v="892" actId="20577"/>
      <pc:docMkLst>
        <pc:docMk/>
      </pc:docMkLst>
      <pc:sldChg chg="modSp mod">
        <pc:chgData name="Xavier POIRIER-COUTANSAIS" userId="2e3e5b54-b13d-4b47-9de3-f3a7250bee07" providerId="ADAL" clId="{7B644FD6-358B-4B3F-99D7-90D39E7C977C}" dt="2025-10-06T06:06:46.986" v="827" actId="14100"/>
        <pc:sldMkLst>
          <pc:docMk/>
          <pc:sldMk cId="3493923150" sldId="363"/>
        </pc:sldMkLst>
        <pc:spChg chg="mod">
          <ac:chgData name="Xavier POIRIER-COUTANSAIS" userId="2e3e5b54-b13d-4b47-9de3-f3a7250bee07" providerId="ADAL" clId="{7B644FD6-358B-4B3F-99D7-90D39E7C977C}" dt="2025-10-06T06:06:46.986" v="827" actId="14100"/>
          <ac:spMkLst>
            <pc:docMk/>
            <pc:sldMk cId="3493923150" sldId="363"/>
            <ac:spMk id="11" creationId="{00000000-0000-0000-0000-000000000000}"/>
          </ac:spMkLst>
        </pc:spChg>
        <pc:spChg chg="mod">
          <ac:chgData name="Xavier POIRIER-COUTANSAIS" userId="2e3e5b54-b13d-4b47-9de3-f3a7250bee07" providerId="ADAL" clId="{7B644FD6-358B-4B3F-99D7-90D39E7C977C}" dt="2025-10-06T06:06:44.010" v="826" actId="14100"/>
          <ac:spMkLst>
            <pc:docMk/>
            <pc:sldMk cId="3493923150" sldId="363"/>
            <ac:spMk id="18" creationId="{C85C6EBA-E641-4385-BA41-9FE2923BA06B}"/>
          </ac:spMkLst>
        </pc:spChg>
      </pc:sldChg>
      <pc:sldChg chg="modSp mod">
        <pc:chgData name="Xavier POIRIER-COUTANSAIS" userId="2e3e5b54-b13d-4b47-9de3-f3a7250bee07" providerId="ADAL" clId="{7B644FD6-358B-4B3F-99D7-90D39E7C977C}" dt="2025-10-06T05:54:33.094" v="575" actId="20577"/>
        <pc:sldMkLst>
          <pc:docMk/>
          <pc:sldMk cId="382662086" sldId="2147483572"/>
        </pc:sldMkLst>
        <pc:spChg chg="mod">
          <ac:chgData name="Xavier POIRIER-COUTANSAIS" userId="2e3e5b54-b13d-4b47-9de3-f3a7250bee07" providerId="ADAL" clId="{7B644FD6-358B-4B3F-99D7-90D39E7C977C}" dt="2025-10-06T05:54:33.094" v="575" actId="20577"/>
          <ac:spMkLst>
            <pc:docMk/>
            <pc:sldMk cId="382662086" sldId="2147483572"/>
            <ac:spMk id="6" creationId="{F5B8FD27-27A5-10E7-129F-62153FDC5188}"/>
          </ac:spMkLst>
        </pc:spChg>
      </pc:sldChg>
      <pc:sldChg chg="modSp mod">
        <pc:chgData name="Xavier POIRIER-COUTANSAIS" userId="2e3e5b54-b13d-4b47-9de3-f3a7250bee07" providerId="ADAL" clId="{7B644FD6-358B-4B3F-99D7-90D39E7C977C}" dt="2025-10-06T06:05:18.065" v="820" actId="108"/>
        <pc:sldMkLst>
          <pc:docMk/>
          <pc:sldMk cId="4107241847" sldId="2147483573"/>
        </pc:sldMkLst>
        <pc:spChg chg="mod">
          <ac:chgData name="Xavier POIRIER-COUTANSAIS" userId="2e3e5b54-b13d-4b47-9de3-f3a7250bee07" providerId="ADAL" clId="{7B644FD6-358B-4B3F-99D7-90D39E7C977C}" dt="2025-10-06T06:05:18.065" v="820" actId="108"/>
          <ac:spMkLst>
            <pc:docMk/>
            <pc:sldMk cId="4107241847" sldId="2147483573"/>
            <ac:spMk id="6" creationId="{1B5CA595-77E3-CC5C-DCA4-AAE84D6FA802}"/>
          </ac:spMkLst>
        </pc:spChg>
      </pc:sldChg>
      <pc:sldChg chg="modSp mod">
        <pc:chgData name="Xavier POIRIER-COUTANSAIS" userId="2e3e5b54-b13d-4b47-9de3-f3a7250bee07" providerId="ADAL" clId="{7B644FD6-358B-4B3F-99D7-90D39E7C977C}" dt="2025-10-06T06:05:55.575" v="825" actId="20577"/>
        <pc:sldMkLst>
          <pc:docMk/>
          <pc:sldMk cId="2365456921" sldId="2147483575"/>
        </pc:sldMkLst>
        <pc:spChg chg="mod">
          <ac:chgData name="Xavier POIRIER-COUTANSAIS" userId="2e3e5b54-b13d-4b47-9de3-f3a7250bee07" providerId="ADAL" clId="{7B644FD6-358B-4B3F-99D7-90D39E7C977C}" dt="2025-10-06T06:05:55.575" v="825" actId="20577"/>
          <ac:spMkLst>
            <pc:docMk/>
            <pc:sldMk cId="2365456921" sldId="2147483575"/>
            <ac:spMk id="6" creationId="{E72D6A64-50F9-6985-648F-CC1DEE0B7B46}"/>
          </ac:spMkLst>
        </pc:spChg>
      </pc:sldChg>
      <pc:sldChg chg="modSp mod">
        <pc:chgData name="Xavier POIRIER-COUTANSAIS" userId="2e3e5b54-b13d-4b47-9de3-f3a7250bee07" providerId="ADAL" clId="{7B644FD6-358B-4B3F-99D7-90D39E7C977C}" dt="2025-10-03T13:57:00.905" v="96" actId="14100"/>
        <pc:sldMkLst>
          <pc:docMk/>
          <pc:sldMk cId="4139749324" sldId="2147483576"/>
        </pc:sldMkLst>
        <pc:spChg chg="mod">
          <ac:chgData name="Xavier POIRIER-COUTANSAIS" userId="2e3e5b54-b13d-4b47-9de3-f3a7250bee07" providerId="ADAL" clId="{7B644FD6-358B-4B3F-99D7-90D39E7C977C}" dt="2025-10-03T13:57:00.905" v="96" actId="14100"/>
          <ac:spMkLst>
            <pc:docMk/>
            <pc:sldMk cId="4139749324" sldId="2147483576"/>
            <ac:spMk id="16" creationId="{9A7E539A-9C45-3B1D-BFCD-BD1A90687F8E}"/>
          </ac:spMkLst>
        </pc:spChg>
      </pc:sldChg>
      <pc:sldChg chg="modSp mod">
        <pc:chgData name="Xavier POIRIER-COUTANSAIS" userId="2e3e5b54-b13d-4b47-9de3-f3a7250bee07" providerId="ADAL" clId="{7B644FD6-358B-4B3F-99D7-90D39E7C977C}" dt="2025-10-04T07:05:15.163" v="500" actId="20577"/>
        <pc:sldMkLst>
          <pc:docMk/>
          <pc:sldMk cId="4280418452" sldId="2147483577"/>
        </pc:sldMkLst>
        <pc:spChg chg="mod">
          <ac:chgData name="Xavier POIRIER-COUTANSAIS" userId="2e3e5b54-b13d-4b47-9de3-f3a7250bee07" providerId="ADAL" clId="{7B644FD6-358B-4B3F-99D7-90D39E7C977C}" dt="2025-10-03T14:00:45.515" v="167" actId="20577"/>
          <ac:spMkLst>
            <pc:docMk/>
            <pc:sldMk cId="4280418452" sldId="2147483577"/>
            <ac:spMk id="16" creationId="{0120F401-D261-91AC-8767-1A7D594D7301}"/>
          </ac:spMkLst>
        </pc:spChg>
        <pc:spChg chg="mod">
          <ac:chgData name="Xavier POIRIER-COUTANSAIS" userId="2e3e5b54-b13d-4b47-9de3-f3a7250bee07" providerId="ADAL" clId="{7B644FD6-358B-4B3F-99D7-90D39E7C977C}" dt="2025-10-04T07:05:15.163" v="500" actId="20577"/>
          <ac:spMkLst>
            <pc:docMk/>
            <pc:sldMk cId="4280418452" sldId="2147483577"/>
            <ac:spMk id="22" creationId="{7A1D10C7-0F4A-52A6-B4CA-6429124D9175}"/>
          </ac:spMkLst>
        </pc:spChg>
      </pc:sldChg>
      <pc:sldChg chg="modSp mod">
        <pc:chgData name="Xavier POIRIER-COUTANSAIS" userId="2e3e5b54-b13d-4b47-9de3-f3a7250bee07" providerId="ADAL" clId="{7B644FD6-358B-4B3F-99D7-90D39E7C977C}" dt="2025-10-03T13:58:45.211" v="119" actId="1037"/>
        <pc:sldMkLst>
          <pc:docMk/>
          <pc:sldMk cId="711972406" sldId="2147483578"/>
        </pc:sldMkLst>
        <pc:spChg chg="mod">
          <ac:chgData name="Xavier POIRIER-COUTANSAIS" userId="2e3e5b54-b13d-4b47-9de3-f3a7250bee07" providerId="ADAL" clId="{7B644FD6-358B-4B3F-99D7-90D39E7C977C}" dt="2025-10-03T13:58:45.211" v="119" actId="1037"/>
          <ac:spMkLst>
            <pc:docMk/>
            <pc:sldMk cId="711972406" sldId="2147483578"/>
            <ac:spMk id="16" creationId="{E8A12C60-D4E8-A402-AFDA-12B012F1D502}"/>
          </ac:spMkLst>
        </pc:spChg>
      </pc:sldChg>
      <pc:sldChg chg="addSp modSp mod">
        <pc:chgData name="Xavier POIRIER-COUTANSAIS" userId="2e3e5b54-b13d-4b47-9de3-f3a7250bee07" providerId="ADAL" clId="{7B644FD6-358B-4B3F-99D7-90D39E7C977C}" dt="2025-10-06T06:11:16.467" v="876" actId="404"/>
        <pc:sldMkLst>
          <pc:docMk/>
          <pc:sldMk cId="306083919" sldId="2147483579"/>
        </pc:sldMkLst>
        <pc:spChg chg="mod">
          <ac:chgData name="Xavier POIRIER-COUTANSAIS" userId="2e3e5b54-b13d-4b47-9de3-f3a7250bee07" providerId="ADAL" clId="{7B644FD6-358B-4B3F-99D7-90D39E7C977C}" dt="2025-10-03T14:02:56.574" v="250" actId="1038"/>
          <ac:spMkLst>
            <pc:docMk/>
            <pc:sldMk cId="306083919" sldId="2147483579"/>
            <ac:spMk id="2" creationId="{8E950FAB-7CE2-E607-6241-4A49535906C5}"/>
          </ac:spMkLst>
        </pc:spChg>
        <pc:spChg chg="mod">
          <ac:chgData name="Xavier POIRIER-COUTANSAIS" userId="2e3e5b54-b13d-4b47-9de3-f3a7250bee07" providerId="ADAL" clId="{7B644FD6-358B-4B3F-99D7-90D39E7C977C}" dt="2025-10-03T14:06:56.676" v="306" actId="14100"/>
          <ac:spMkLst>
            <pc:docMk/>
            <pc:sldMk cId="306083919" sldId="2147483579"/>
            <ac:spMk id="5" creationId="{501F2C68-480E-753C-2F71-DC03A1F90059}"/>
          </ac:spMkLst>
        </pc:spChg>
        <pc:spChg chg="mod">
          <ac:chgData name="Xavier POIRIER-COUTANSAIS" userId="2e3e5b54-b13d-4b47-9de3-f3a7250bee07" providerId="ADAL" clId="{7B644FD6-358B-4B3F-99D7-90D39E7C977C}" dt="2025-10-06T06:11:16.467" v="876" actId="404"/>
          <ac:spMkLst>
            <pc:docMk/>
            <pc:sldMk cId="306083919" sldId="2147483579"/>
            <ac:spMk id="6" creationId="{D56E11AC-8C96-51E0-CC14-35E943E3CE81}"/>
          </ac:spMkLst>
        </pc:spChg>
        <pc:spChg chg="mod">
          <ac:chgData name="Xavier POIRIER-COUTANSAIS" userId="2e3e5b54-b13d-4b47-9de3-f3a7250bee07" providerId="ADAL" clId="{7B644FD6-358B-4B3F-99D7-90D39E7C977C}" dt="2025-10-03T14:08:17.934" v="363" actId="14100"/>
          <ac:spMkLst>
            <pc:docMk/>
            <pc:sldMk cId="306083919" sldId="2147483579"/>
            <ac:spMk id="10" creationId="{E1F8FB64-F248-5BF7-BC22-C8D84FA4B6F5}"/>
          </ac:spMkLst>
        </pc:spChg>
        <pc:spChg chg="mod">
          <ac:chgData name="Xavier POIRIER-COUTANSAIS" userId="2e3e5b54-b13d-4b47-9de3-f3a7250bee07" providerId="ADAL" clId="{7B644FD6-358B-4B3F-99D7-90D39E7C977C}" dt="2025-10-03T14:08:17.934" v="363" actId="14100"/>
          <ac:spMkLst>
            <pc:docMk/>
            <pc:sldMk cId="306083919" sldId="2147483579"/>
            <ac:spMk id="11" creationId="{6374A7C7-FA2E-8A5C-FB33-0D59DC4057AC}"/>
          </ac:spMkLst>
        </pc:spChg>
        <pc:spChg chg="mod">
          <ac:chgData name="Xavier POIRIER-COUTANSAIS" userId="2e3e5b54-b13d-4b47-9de3-f3a7250bee07" providerId="ADAL" clId="{7B644FD6-358B-4B3F-99D7-90D39E7C977C}" dt="2025-10-03T14:08:33.342" v="367" actId="1076"/>
          <ac:spMkLst>
            <pc:docMk/>
            <pc:sldMk cId="306083919" sldId="2147483579"/>
            <ac:spMk id="19" creationId="{36F57E9D-FB4F-E4C8-6A10-9C36A1014725}"/>
          </ac:spMkLst>
        </pc:spChg>
        <pc:spChg chg="add mod">
          <ac:chgData name="Xavier POIRIER-COUTANSAIS" userId="2e3e5b54-b13d-4b47-9de3-f3a7250bee07" providerId="ADAL" clId="{7B644FD6-358B-4B3F-99D7-90D39E7C977C}" dt="2025-10-03T14:11:01.241" v="405" actId="6549"/>
          <ac:spMkLst>
            <pc:docMk/>
            <pc:sldMk cId="306083919" sldId="2147483579"/>
            <ac:spMk id="24" creationId="{94B629E5-4C94-40D0-CAD0-E1F6880D53E1}"/>
          </ac:spMkLst>
        </pc:spChg>
        <pc:picChg chg="mod">
          <ac:chgData name="Xavier POIRIER-COUTANSAIS" userId="2e3e5b54-b13d-4b47-9de3-f3a7250bee07" providerId="ADAL" clId="{7B644FD6-358B-4B3F-99D7-90D39E7C977C}" dt="2025-10-03T14:07:19.433" v="344" actId="14100"/>
          <ac:picMkLst>
            <pc:docMk/>
            <pc:sldMk cId="306083919" sldId="2147483579"/>
            <ac:picMk id="12" creationId="{364138A2-0CA1-C557-9DCE-1F9DE8C85547}"/>
          </ac:picMkLst>
        </pc:picChg>
        <pc:picChg chg="mod">
          <ac:chgData name="Xavier POIRIER-COUTANSAIS" userId="2e3e5b54-b13d-4b47-9de3-f3a7250bee07" providerId="ADAL" clId="{7B644FD6-358B-4B3F-99D7-90D39E7C977C}" dt="2025-10-03T14:02:56.574" v="250" actId="1038"/>
          <ac:picMkLst>
            <pc:docMk/>
            <pc:sldMk cId="306083919" sldId="2147483579"/>
            <ac:picMk id="13" creationId="{2A23AE2A-6896-19EC-9B93-9F6452360B25}"/>
          </ac:picMkLst>
        </pc:picChg>
        <pc:picChg chg="mod">
          <ac:chgData name="Xavier POIRIER-COUTANSAIS" userId="2e3e5b54-b13d-4b47-9de3-f3a7250bee07" providerId="ADAL" clId="{7B644FD6-358B-4B3F-99D7-90D39E7C977C}" dt="2025-10-03T14:02:56.574" v="250" actId="1038"/>
          <ac:picMkLst>
            <pc:docMk/>
            <pc:sldMk cId="306083919" sldId="2147483579"/>
            <ac:picMk id="14" creationId="{4072B5A1-2E29-C7F8-6AF8-2C1A5846947C}"/>
          </ac:picMkLst>
        </pc:picChg>
        <pc:picChg chg="mod">
          <ac:chgData name="Xavier POIRIER-COUTANSAIS" userId="2e3e5b54-b13d-4b47-9de3-f3a7250bee07" providerId="ADAL" clId="{7B644FD6-358B-4B3F-99D7-90D39E7C977C}" dt="2025-10-03T14:02:56.574" v="250" actId="1038"/>
          <ac:picMkLst>
            <pc:docMk/>
            <pc:sldMk cId="306083919" sldId="2147483579"/>
            <ac:picMk id="15" creationId="{7012860D-FDF4-628A-6F00-F00ADFBBD5EA}"/>
          </ac:picMkLst>
        </pc:picChg>
        <pc:picChg chg="add mod">
          <ac:chgData name="Xavier POIRIER-COUTANSAIS" userId="2e3e5b54-b13d-4b47-9de3-f3a7250bee07" providerId="ADAL" clId="{7B644FD6-358B-4B3F-99D7-90D39E7C977C}" dt="2025-10-03T14:10:32.346" v="396" actId="1035"/>
          <ac:picMkLst>
            <pc:docMk/>
            <pc:sldMk cId="306083919" sldId="2147483579"/>
            <ac:picMk id="17" creationId="{7D1FE9E4-4C36-BB8A-EE64-D08E259937B0}"/>
          </ac:picMkLst>
        </pc:picChg>
        <pc:picChg chg="mod">
          <ac:chgData name="Xavier POIRIER-COUTANSAIS" userId="2e3e5b54-b13d-4b47-9de3-f3a7250bee07" providerId="ADAL" clId="{7B644FD6-358B-4B3F-99D7-90D39E7C977C}" dt="2025-10-03T14:07:19.433" v="344" actId="14100"/>
          <ac:picMkLst>
            <pc:docMk/>
            <pc:sldMk cId="306083919" sldId="2147483579"/>
            <ac:picMk id="18" creationId="{D5FFBFC4-7DDC-1E5F-0E07-FDDA1F00AF2D}"/>
          </ac:picMkLst>
        </pc:picChg>
        <pc:picChg chg="add mod">
          <ac:chgData name="Xavier POIRIER-COUTANSAIS" userId="2e3e5b54-b13d-4b47-9de3-f3a7250bee07" providerId="ADAL" clId="{7B644FD6-358B-4B3F-99D7-90D39E7C977C}" dt="2025-10-03T14:10:32.346" v="396" actId="1035"/>
          <ac:picMkLst>
            <pc:docMk/>
            <pc:sldMk cId="306083919" sldId="2147483579"/>
            <ac:picMk id="20" creationId="{2251C2CF-6EF4-F699-3FA3-CF0B88837126}"/>
          </ac:picMkLst>
        </pc:picChg>
        <pc:picChg chg="add mod">
          <ac:chgData name="Xavier POIRIER-COUTANSAIS" userId="2e3e5b54-b13d-4b47-9de3-f3a7250bee07" providerId="ADAL" clId="{7B644FD6-358B-4B3F-99D7-90D39E7C977C}" dt="2025-10-03T14:10:32.346" v="396" actId="1035"/>
          <ac:picMkLst>
            <pc:docMk/>
            <pc:sldMk cId="306083919" sldId="2147483579"/>
            <ac:picMk id="21" creationId="{E86FDE52-86F5-D7D9-8CEA-19E0023109C9}"/>
          </ac:picMkLst>
        </pc:picChg>
        <pc:picChg chg="add mod">
          <ac:chgData name="Xavier POIRIER-COUTANSAIS" userId="2e3e5b54-b13d-4b47-9de3-f3a7250bee07" providerId="ADAL" clId="{7B644FD6-358B-4B3F-99D7-90D39E7C977C}" dt="2025-10-03T14:10:32.346" v="396" actId="1035"/>
          <ac:picMkLst>
            <pc:docMk/>
            <pc:sldMk cId="306083919" sldId="2147483579"/>
            <ac:picMk id="22" creationId="{47D8CAB1-D807-B4CD-EFE1-57BBC91DDFED}"/>
          </ac:picMkLst>
        </pc:picChg>
      </pc:sldChg>
      <pc:sldChg chg="modSp mod">
        <pc:chgData name="Xavier POIRIER-COUTANSAIS" userId="2e3e5b54-b13d-4b47-9de3-f3a7250bee07" providerId="ADAL" clId="{7B644FD6-358B-4B3F-99D7-90D39E7C977C}" dt="2025-10-03T14:20:11.774" v="497" actId="108"/>
        <pc:sldMkLst>
          <pc:docMk/>
          <pc:sldMk cId="1370124791" sldId="2147483581"/>
        </pc:sldMkLst>
        <pc:spChg chg="mod">
          <ac:chgData name="Xavier POIRIER-COUTANSAIS" userId="2e3e5b54-b13d-4b47-9de3-f3a7250bee07" providerId="ADAL" clId="{7B644FD6-358B-4B3F-99D7-90D39E7C977C}" dt="2025-10-03T14:20:11.774" v="497" actId="108"/>
          <ac:spMkLst>
            <pc:docMk/>
            <pc:sldMk cId="1370124791" sldId="2147483581"/>
            <ac:spMk id="22" creationId="{1995FCF1-A44C-9A98-B3C8-AC1111E42E5C}"/>
          </ac:spMkLst>
        </pc:spChg>
      </pc:sldChg>
      <pc:sldChg chg="addSp modSp mod">
        <pc:chgData name="Xavier POIRIER-COUTANSAIS" userId="2e3e5b54-b13d-4b47-9de3-f3a7250bee07" providerId="ADAL" clId="{7B644FD6-358B-4B3F-99D7-90D39E7C977C}" dt="2025-10-03T13:56:14.893" v="95" actId="166"/>
        <pc:sldMkLst>
          <pc:docMk/>
          <pc:sldMk cId="3120071578" sldId="2147483583"/>
        </pc:sldMkLst>
        <pc:spChg chg="add mod">
          <ac:chgData name="Xavier POIRIER-COUTANSAIS" userId="2e3e5b54-b13d-4b47-9de3-f3a7250bee07" providerId="ADAL" clId="{7B644FD6-358B-4B3F-99D7-90D39E7C977C}" dt="2025-10-03T13:56:02.768" v="94" actId="164"/>
          <ac:spMkLst>
            <pc:docMk/>
            <pc:sldMk cId="3120071578" sldId="2147483583"/>
            <ac:spMk id="2" creationId="{3A866A67-0DC1-F239-E573-A25BF7BB75AF}"/>
          </ac:spMkLst>
        </pc:spChg>
        <pc:spChg chg="add mod">
          <ac:chgData name="Xavier POIRIER-COUTANSAIS" userId="2e3e5b54-b13d-4b47-9de3-f3a7250bee07" providerId="ADAL" clId="{7B644FD6-358B-4B3F-99D7-90D39E7C977C}" dt="2025-10-03T13:56:02.768" v="94" actId="164"/>
          <ac:spMkLst>
            <pc:docMk/>
            <pc:sldMk cId="3120071578" sldId="2147483583"/>
            <ac:spMk id="5" creationId="{9D8465AD-9063-C51F-7D28-5DC9DA54D6FD}"/>
          </ac:spMkLst>
        </pc:spChg>
        <pc:spChg chg="add mod">
          <ac:chgData name="Xavier POIRIER-COUTANSAIS" userId="2e3e5b54-b13d-4b47-9de3-f3a7250bee07" providerId="ADAL" clId="{7B644FD6-358B-4B3F-99D7-90D39E7C977C}" dt="2025-10-03T13:56:02.768" v="94" actId="164"/>
          <ac:spMkLst>
            <pc:docMk/>
            <pc:sldMk cId="3120071578" sldId="2147483583"/>
            <ac:spMk id="9" creationId="{768FDE8E-EADD-0A3C-C3DA-8B6307FAD235}"/>
          </ac:spMkLst>
        </pc:spChg>
        <pc:spChg chg="mod">
          <ac:chgData name="Xavier POIRIER-COUTANSAIS" userId="2e3e5b54-b13d-4b47-9de3-f3a7250bee07" providerId="ADAL" clId="{7B644FD6-358B-4B3F-99D7-90D39E7C977C}" dt="2025-10-03T13:53:02.468" v="31" actId="115"/>
          <ac:spMkLst>
            <pc:docMk/>
            <pc:sldMk cId="3120071578" sldId="2147483583"/>
            <ac:spMk id="15" creationId="{EEE5B388-F488-8577-0598-B24D522AA735}"/>
          </ac:spMkLst>
        </pc:spChg>
        <pc:spChg chg="ord">
          <ac:chgData name="Xavier POIRIER-COUTANSAIS" userId="2e3e5b54-b13d-4b47-9de3-f3a7250bee07" providerId="ADAL" clId="{7B644FD6-358B-4B3F-99D7-90D39E7C977C}" dt="2025-10-03T13:56:14.893" v="95" actId="166"/>
          <ac:spMkLst>
            <pc:docMk/>
            <pc:sldMk cId="3120071578" sldId="2147483583"/>
            <ac:spMk id="21" creationId="{C872367B-45AA-B300-FAA1-92938A3A56C3}"/>
          </ac:spMkLst>
        </pc:spChg>
        <pc:grpChg chg="add mod">
          <ac:chgData name="Xavier POIRIER-COUTANSAIS" userId="2e3e5b54-b13d-4b47-9de3-f3a7250bee07" providerId="ADAL" clId="{7B644FD6-358B-4B3F-99D7-90D39E7C977C}" dt="2025-10-03T13:56:02.768" v="94" actId="164"/>
          <ac:grpSpMkLst>
            <pc:docMk/>
            <pc:sldMk cId="3120071578" sldId="2147483583"/>
            <ac:grpSpMk id="14" creationId="{C1C96C32-5878-6A43-495C-AC2BC34987FB}"/>
          </ac:grpSpMkLst>
        </pc:grpChg>
        <pc:picChg chg="mod">
          <ac:chgData name="Xavier POIRIER-COUTANSAIS" userId="2e3e5b54-b13d-4b47-9de3-f3a7250bee07" providerId="ADAL" clId="{7B644FD6-358B-4B3F-99D7-90D39E7C977C}" dt="2025-10-03T13:56:02.768" v="94" actId="164"/>
          <ac:picMkLst>
            <pc:docMk/>
            <pc:sldMk cId="3120071578" sldId="2147483583"/>
            <ac:picMk id="20" creationId="{C496BDD2-D215-488E-D92B-6912FCC9868A}"/>
          </ac:picMkLst>
        </pc:picChg>
      </pc:sldChg>
      <pc:sldChg chg="modSp mod">
        <pc:chgData name="Xavier POIRIER-COUTANSAIS" userId="2e3e5b54-b13d-4b47-9de3-f3a7250bee07" providerId="ADAL" clId="{7B644FD6-358B-4B3F-99D7-90D39E7C977C}" dt="2025-10-06T06:12:17.267" v="877" actId="14100"/>
        <pc:sldMkLst>
          <pc:docMk/>
          <pc:sldMk cId="491952046" sldId="2147483585"/>
        </pc:sldMkLst>
        <pc:spChg chg="mod">
          <ac:chgData name="Xavier POIRIER-COUTANSAIS" userId="2e3e5b54-b13d-4b47-9de3-f3a7250bee07" providerId="ADAL" clId="{7B644FD6-358B-4B3F-99D7-90D39E7C977C}" dt="2025-10-03T14:19:34.458" v="487" actId="20577"/>
          <ac:spMkLst>
            <pc:docMk/>
            <pc:sldMk cId="491952046" sldId="2147483585"/>
            <ac:spMk id="16" creationId="{940003E3-B029-0226-AC7A-3A27CF335DFA}"/>
          </ac:spMkLst>
        </pc:spChg>
        <pc:spChg chg="mod">
          <ac:chgData name="Xavier POIRIER-COUTANSAIS" userId="2e3e5b54-b13d-4b47-9de3-f3a7250bee07" providerId="ADAL" clId="{7B644FD6-358B-4B3F-99D7-90D39E7C977C}" dt="2025-10-06T06:12:17.267" v="877" actId="14100"/>
          <ac:spMkLst>
            <pc:docMk/>
            <pc:sldMk cId="491952046" sldId="2147483585"/>
            <ac:spMk id="27" creationId="{D624CA78-8F6A-036C-1559-FC40F6A0F374}"/>
          </ac:spMkLst>
        </pc:spChg>
      </pc:sldChg>
      <pc:sldChg chg="modSp mod">
        <pc:chgData name="Xavier POIRIER-COUTANSAIS" userId="2e3e5b54-b13d-4b47-9de3-f3a7250bee07" providerId="ADAL" clId="{7B644FD6-358B-4B3F-99D7-90D39E7C977C}" dt="2025-10-06T05:33:41.755" v="522" actId="20577"/>
        <pc:sldMkLst>
          <pc:docMk/>
          <pc:sldMk cId="3174983440" sldId="2147483586"/>
        </pc:sldMkLst>
        <pc:spChg chg="mod">
          <ac:chgData name="Xavier POIRIER-COUTANSAIS" userId="2e3e5b54-b13d-4b47-9de3-f3a7250bee07" providerId="ADAL" clId="{7B644FD6-358B-4B3F-99D7-90D39E7C977C}" dt="2025-10-06T05:33:41.755" v="522" actId="20577"/>
          <ac:spMkLst>
            <pc:docMk/>
            <pc:sldMk cId="3174983440" sldId="2147483586"/>
            <ac:spMk id="16" creationId="{581DD7D8-ACE2-1C2F-CF9A-1293B36C6226}"/>
          </ac:spMkLst>
        </pc:spChg>
      </pc:sldChg>
      <pc:sldChg chg="addSp modSp mod">
        <pc:chgData name="Xavier POIRIER-COUTANSAIS" userId="2e3e5b54-b13d-4b47-9de3-f3a7250bee07" providerId="ADAL" clId="{7B644FD6-358B-4B3F-99D7-90D39E7C977C}" dt="2025-10-06T06:13:25.895" v="892" actId="20577"/>
        <pc:sldMkLst>
          <pc:docMk/>
          <pc:sldMk cId="3632704378" sldId="2147483588"/>
        </pc:sldMkLst>
        <pc:spChg chg="add mod">
          <ac:chgData name="Xavier POIRIER-COUTANSAIS" userId="2e3e5b54-b13d-4b47-9de3-f3a7250bee07" providerId="ADAL" clId="{7B644FD6-358B-4B3F-99D7-90D39E7C977C}" dt="2025-10-06T06:13:04.204" v="885" actId="14100"/>
          <ac:spMkLst>
            <pc:docMk/>
            <pc:sldMk cId="3632704378" sldId="2147483588"/>
            <ac:spMk id="6" creationId="{D9995963-4EFA-72D1-B851-F144EA3D7588}"/>
          </ac:spMkLst>
        </pc:spChg>
        <pc:spChg chg="mod">
          <ac:chgData name="Xavier POIRIER-COUTANSAIS" userId="2e3e5b54-b13d-4b47-9de3-f3a7250bee07" providerId="ADAL" clId="{7B644FD6-358B-4B3F-99D7-90D39E7C977C}" dt="2025-10-06T06:13:25.895" v="892" actId="20577"/>
          <ac:spMkLst>
            <pc:docMk/>
            <pc:sldMk cId="3632704378" sldId="2147483588"/>
            <ac:spMk id="16" creationId="{26B3E437-2855-F03A-D076-AF6680CC4B93}"/>
          </ac:spMkLst>
        </pc:spChg>
        <pc:spChg chg="mod">
          <ac:chgData name="Xavier POIRIER-COUTANSAIS" userId="2e3e5b54-b13d-4b47-9de3-f3a7250bee07" providerId="ADAL" clId="{7B644FD6-358B-4B3F-99D7-90D39E7C977C}" dt="2025-10-03T14:19:57.588" v="496" actId="1035"/>
          <ac:spMkLst>
            <pc:docMk/>
            <pc:sldMk cId="3632704378" sldId="2147483588"/>
            <ac:spMk id="22" creationId="{C1825CE5-6A8D-FA86-4EF0-DC9A26163CE1}"/>
          </ac:spMkLst>
        </pc:spChg>
        <pc:picChg chg="mod">
          <ac:chgData name="Xavier POIRIER-COUTANSAIS" userId="2e3e5b54-b13d-4b47-9de3-f3a7250bee07" providerId="ADAL" clId="{7B644FD6-358B-4B3F-99D7-90D39E7C977C}" dt="2025-10-03T14:19:57.588" v="496" actId="1035"/>
          <ac:picMkLst>
            <pc:docMk/>
            <pc:sldMk cId="3632704378" sldId="2147483588"/>
            <ac:picMk id="25" creationId="{2A2CFE39-41E6-A68C-9830-7A43A2EEA519}"/>
          </ac:picMkLst>
        </pc:picChg>
      </pc:sldChg>
      <pc:sldChg chg="modSp mod">
        <pc:chgData name="Xavier POIRIER-COUTANSAIS" userId="2e3e5b54-b13d-4b47-9de3-f3a7250bee07" providerId="ADAL" clId="{7B644FD6-358B-4B3F-99D7-90D39E7C977C}" dt="2025-10-05T06:02:51.176" v="509" actId="20577"/>
        <pc:sldMkLst>
          <pc:docMk/>
          <pc:sldMk cId="2565590949" sldId="2147483590"/>
        </pc:sldMkLst>
        <pc:spChg chg="mod">
          <ac:chgData name="Xavier POIRIER-COUTANSAIS" userId="2e3e5b54-b13d-4b47-9de3-f3a7250bee07" providerId="ADAL" clId="{7B644FD6-358B-4B3F-99D7-90D39E7C977C}" dt="2025-10-05T06:02:51.176" v="509" actId="20577"/>
          <ac:spMkLst>
            <pc:docMk/>
            <pc:sldMk cId="2565590949" sldId="2147483590"/>
            <ac:spMk id="22" creationId="{82690F35-B3A6-5C1B-6A38-6BF6F3AB54B8}"/>
          </ac:spMkLst>
        </pc:spChg>
      </pc:sldChg>
      <pc:sldChg chg="modSp mod">
        <pc:chgData name="Xavier POIRIER-COUTANSAIS" userId="2e3e5b54-b13d-4b47-9de3-f3a7250bee07" providerId="ADAL" clId="{7B644FD6-358B-4B3F-99D7-90D39E7C977C}" dt="2025-10-06T06:08:16.140" v="855" actId="20577"/>
        <pc:sldMkLst>
          <pc:docMk/>
          <pc:sldMk cId="1162632182" sldId="2147483591"/>
        </pc:sldMkLst>
        <pc:spChg chg="mod">
          <ac:chgData name="Xavier POIRIER-COUTANSAIS" userId="2e3e5b54-b13d-4b47-9de3-f3a7250bee07" providerId="ADAL" clId="{7B644FD6-358B-4B3F-99D7-90D39E7C977C}" dt="2025-10-06T06:07:53.235" v="845" actId="20577"/>
          <ac:spMkLst>
            <pc:docMk/>
            <pc:sldMk cId="1162632182" sldId="2147483591"/>
            <ac:spMk id="13" creationId="{B40BDF83-5BAC-3C5B-6460-6FDAB60717F7}"/>
          </ac:spMkLst>
        </pc:spChg>
        <pc:spChg chg="mod">
          <ac:chgData name="Xavier POIRIER-COUTANSAIS" userId="2e3e5b54-b13d-4b47-9de3-f3a7250bee07" providerId="ADAL" clId="{7B644FD6-358B-4B3F-99D7-90D39E7C977C}" dt="2025-10-06T06:08:01.153" v="846" actId="20577"/>
          <ac:spMkLst>
            <pc:docMk/>
            <pc:sldMk cId="1162632182" sldId="2147483591"/>
            <ac:spMk id="20" creationId="{C7E8C158-5D20-E379-8171-20B7E249BFB5}"/>
          </ac:spMkLst>
        </pc:spChg>
        <pc:spChg chg="mod">
          <ac:chgData name="Xavier POIRIER-COUTANSAIS" userId="2e3e5b54-b13d-4b47-9de3-f3a7250bee07" providerId="ADAL" clId="{7B644FD6-358B-4B3F-99D7-90D39E7C977C}" dt="2025-10-06T06:08:16.140" v="855" actId="20577"/>
          <ac:spMkLst>
            <pc:docMk/>
            <pc:sldMk cId="1162632182" sldId="2147483591"/>
            <ac:spMk id="26" creationId="{AF5DE76E-8056-2FC0-F44D-193B58A81D4D}"/>
          </ac:spMkLst>
        </pc:spChg>
      </pc:sldChg>
      <pc:sldChg chg="modSp mod">
        <pc:chgData name="Xavier POIRIER-COUTANSAIS" userId="2e3e5b54-b13d-4b47-9de3-f3a7250bee07" providerId="ADAL" clId="{7B644FD6-358B-4B3F-99D7-90D39E7C977C}" dt="2025-10-06T06:09:01.425" v="858" actId="20577"/>
        <pc:sldMkLst>
          <pc:docMk/>
          <pc:sldMk cId="2994605634" sldId="2147483592"/>
        </pc:sldMkLst>
        <pc:spChg chg="mod">
          <ac:chgData name="Xavier POIRIER-COUTANSAIS" userId="2e3e5b54-b13d-4b47-9de3-f3a7250bee07" providerId="ADAL" clId="{7B644FD6-358B-4B3F-99D7-90D39E7C977C}" dt="2025-10-03T13:51:09.379" v="25" actId="1037"/>
          <ac:spMkLst>
            <pc:docMk/>
            <pc:sldMk cId="2994605634" sldId="2147483592"/>
            <ac:spMk id="9" creationId="{6945E0F8-13BA-AD9A-FA5C-2092916E356C}"/>
          </ac:spMkLst>
        </pc:spChg>
        <pc:spChg chg="mod">
          <ac:chgData name="Xavier POIRIER-COUTANSAIS" userId="2e3e5b54-b13d-4b47-9de3-f3a7250bee07" providerId="ADAL" clId="{7B644FD6-358B-4B3F-99D7-90D39E7C977C}" dt="2025-10-06T06:09:01.425" v="858" actId="20577"/>
          <ac:spMkLst>
            <pc:docMk/>
            <pc:sldMk cId="2994605634" sldId="2147483592"/>
            <ac:spMk id="10" creationId="{6AACF5E4-F8C0-91F3-D82C-B852E8E2662F}"/>
          </ac:spMkLst>
        </pc:spChg>
        <pc:spChg chg="mod">
          <ac:chgData name="Xavier POIRIER-COUTANSAIS" userId="2e3e5b54-b13d-4b47-9de3-f3a7250bee07" providerId="ADAL" clId="{7B644FD6-358B-4B3F-99D7-90D39E7C977C}" dt="2025-10-03T13:51:09.379" v="25" actId="1037"/>
          <ac:spMkLst>
            <pc:docMk/>
            <pc:sldMk cId="2994605634" sldId="2147483592"/>
            <ac:spMk id="12" creationId="{42AE76A1-D90F-B428-CEC1-2B72CDB42A7A}"/>
          </ac:spMkLst>
        </pc:spChg>
        <pc:picChg chg="mod">
          <ac:chgData name="Xavier POIRIER-COUTANSAIS" userId="2e3e5b54-b13d-4b47-9de3-f3a7250bee07" providerId="ADAL" clId="{7B644FD6-358B-4B3F-99D7-90D39E7C977C}" dt="2025-10-03T13:51:44.592" v="27" actId="1035"/>
          <ac:picMkLst>
            <pc:docMk/>
            <pc:sldMk cId="2994605634" sldId="2147483592"/>
            <ac:picMk id="8" creationId="{B5A831F1-1665-7B07-9C48-F6A31E784913}"/>
          </ac:picMkLst>
        </pc:picChg>
        <pc:picChg chg="mod">
          <ac:chgData name="Xavier POIRIER-COUTANSAIS" userId="2e3e5b54-b13d-4b47-9de3-f3a7250bee07" providerId="ADAL" clId="{7B644FD6-358B-4B3F-99D7-90D39E7C977C}" dt="2025-10-03T13:51:09.379" v="25" actId="1037"/>
          <ac:picMkLst>
            <pc:docMk/>
            <pc:sldMk cId="2994605634" sldId="2147483592"/>
            <ac:picMk id="13" creationId="{587D41F4-0C45-BC0C-58DD-057791BBA3ED}"/>
          </ac:picMkLst>
        </pc:picChg>
      </pc:sldChg>
      <pc:sldChg chg="modSp mod">
        <pc:chgData name="Xavier POIRIER-COUTANSAIS" userId="2e3e5b54-b13d-4b47-9de3-f3a7250bee07" providerId="ADAL" clId="{7B644FD6-358B-4B3F-99D7-90D39E7C977C}" dt="2025-10-06T05:59:32.612" v="778" actId="20577"/>
        <pc:sldMkLst>
          <pc:docMk/>
          <pc:sldMk cId="1060903810" sldId="2147483593"/>
        </pc:sldMkLst>
        <pc:spChg chg="mod">
          <ac:chgData name="Xavier POIRIER-COUTANSAIS" userId="2e3e5b54-b13d-4b47-9de3-f3a7250bee07" providerId="ADAL" clId="{7B644FD6-358B-4B3F-99D7-90D39E7C977C}" dt="2025-10-03T14:16:55.453" v="423" actId="20577"/>
          <ac:spMkLst>
            <pc:docMk/>
            <pc:sldMk cId="1060903810" sldId="2147483593"/>
            <ac:spMk id="100" creationId="{EEE2F634-14EA-E1D1-49A1-C008A5F0BB8F}"/>
          </ac:spMkLst>
        </pc:spChg>
        <pc:spChg chg="mod">
          <ac:chgData name="Xavier POIRIER-COUTANSAIS" userId="2e3e5b54-b13d-4b47-9de3-f3a7250bee07" providerId="ADAL" clId="{7B644FD6-358B-4B3F-99D7-90D39E7C977C}" dt="2025-10-06T05:59:32.612" v="778" actId="20577"/>
          <ac:spMkLst>
            <pc:docMk/>
            <pc:sldMk cId="1060903810" sldId="2147483593"/>
            <ac:spMk id="132" creationId="{9815D9F3-DF8A-126D-88B0-A65F31B46CA0}"/>
          </ac:spMkLst>
        </pc:spChg>
      </pc:sldChg>
    </pc:docChg>
  </pc:docChgLst>
  <pc:docChgLst>
    <pc:chgData name="Gianfranco UNGARO" userId="4f39880c-a08b-47ae-91e1-6f6fe97eb55c" providerId="ADAL" clId="{B9CDA6C2-FB08-4958-8B1C-04840AA36384}"/>
    <pc:docChg chg="undo custSel addSld delSld modSld sldOrd modMainMaster">
      <pc:chgData name="Gianfranco UNGARO" userId="4f39880c-a08b-47ae-91e1-6f6fe97eb55c" providerId="ADAL" clId="{B9CDA6C2-FB08-4958-8B1C-04840AA36384}" dt="2025-10-06T05:55:55.003" v="2730" actId="14100"/>
      <pc:docMkLst>
        <pc:docMk/>
      </pc:docMkLst>
      <pc:sldChg chg="delSp modSp add mod">
        <pc:chgData name="Gianfranco UNGARO" userId="4f39880c-a08b-47ae-91e1-6f6fe97eb55c" providerId="ADAL" clId="{B9CDA6C2-FB08-4958-8B1C-04840AA36384}" dt="2025-10-02T11:37:13.554" v="1821" actId="13926"/>
        <pc:sldMkLst>
          <pc:docMk/>
          <pc:sldMk cId="3493923150" sldId="363"/>
        </pc:sldMkLst>
        <pc:spChg chg="mod">
          <ac:chgData name="Gianfranco UNGARO" userId="4f39880c-a08b-47ae-91e1-6f6fe97eb55c" providerId="ADAL" clId="{B9CDA6C2-FB08-4958-8B1C-04840AA36384}" dt="2025-10-02T11:37:03.286" v="1819" actId="13926"/>
          <ac:spMkLst>
            <pc:docMk/>
            <pc:sldMk cId="3493923150" sldId="363"/>
            <ac:spMk id="10" creationId="{00000000-0000-0000-0000-000000000000}"/>
          </ac:spMkLst>
        </pc:spChg>
        <pc:spChg chg="mod">
          <ac:chgData name="Gianfranco UNGARO" userId="4f39880c-a08b-47ae-91e1-6f6fe97eb55c" providerId="ADAL" clId="{B9CDA6C2-FB08-4958-8B1C-04840AA36384}" dt="2025-10-02T11:37:06.904" v="1820" actId="13926"/>
          <ac:spMkLst>
            <pc:docMk/>
            <pc:sldMk cId="3493923150" sldId="363"/>
            <ac:spMk id="17" creationId="{B78F4E2B-E303-4521-AB5D-7D6F603B2173}"/>
          </ac:spMkLst>
        </pc:spChg>
        <pc:spChg chg="mod">
          <ac:chgData name="Gianfranco UNGARO" userId="4f39880c-a08b-47ae-91e1-6f6fe97eb55c" providerId="ADAL" clId="{B9CDA6C2-FB08-4958-8B1C-04840AA36384}" dt="2025-10-02T11:37:13.554" v="1821" actId="13926"/>
          <ac:spMkLst>
            <pc:docMk/>
            <pc:sldMk cId="3493923150" sldId="363"/>
            <ac:spMk id="18" creationId="{C85C6EBA-E641-4385-BA41-9FE2923BA06B}"/>
          </ac:spMkLst>
        </pc:spChg>
        <pc:spChg chg="mod">
          <ac:chgData name="Gianfranco UNGARO" userId="4f39880c-a08b-47ae-91e1-6f6fe97eb55c" providerId="ADAL" clId="{B9CDA6C2-FB08-4958-8B1C-04840AA36384}" dt="2025-10-02T11:36:57.954" v="1818" actId="13926"/>
          <ac:spMkLst>
            <pc:docMk/>
            <pc:sldMk cId="3493923150" sldId="363"/>
            <ac:spMk id="79" creationId="{00000000-0000-0000-0000-000000000000}"/>
          </ac:spMkLst>
        </pc:spChg>
        <pc:spChg chg="mod">
          <ac:chgData name="Gianfranco UNGARO" userId="4f39880c-a08b-47ae-91e1-6f6fe97eb55c" providerId="ADAL" clId="{B9CDA6C2-FB08-4958-8B1C-04840AA36384}" dt="2025-10-02T11:36:53.907" v="1817" actId="13926"/>
          <ac:spMkLst>
            <pc:docMk/>
            <pc:sldMk cId="3493923150" sldId="363"/>
            <ac:spMk id="80" creationId="{00000000-0000-0000-0000-000000000000}"/>
          </ac:spMkLst>
        </pc:spChg>
        <pc:spChg chg="mod">
          <ac:chgData name="Gianfranco UNGARO" userId="4f39880c-a08b-47ae-91e1-6f6fe97eb55c" providerId="ADAL" clId="{B9CDA6C2-FB08-4958-8B1C-04840AA36384}" dt="2025-10-02T11:36:24.801" v="1813" actId="6549"/>
          <ac:spMkLst>
            <pc:docMk/>
            <pc:sldMk cId="3493923150" sldId="363"/>
            <ac:spMk id="82" creationId="{00000000-0000-0000-0000-000000000000}"/>
          </ac:spMkLst>
        </pc:spChg>
      </pc:sldChg>
      <pc:sldChg chg="ord">
        <pc:chgData name="Gianfranco UNGARO" userId="4f39880c-a08b-47ae-91e1-6f6fe97eb55c" providerId="ADAL" clId="{B9CDA6C2-FB08-4958-8B1C-04840AA36384}" dt="2025-10-02T05:08:15.528" v="678"/>
        <pc:sldMkLst>
          <pc:docMk/>
          <pc:sldMk cId="1413566414" sldId="5637"/>
        </pc:sldMkLst>
      </pc:sldChg>
      <pc:sldChg chg="addSp delSp modSp mod">
        <pc:chgData name="Gianfranco UNGARO" userId="4f39880c-a08b-47ae-91e1-6f6fe97eb55c" providerId="ADAL" clId="{B9CDA6C2-FB08-4958-8B1C-04840AA36384}" dt="2025-10-02T14:04:32.918" v="2436" actId="6549"/>
        <pc:sldMkLst>
          <pc:docMk/>
          <pc:sldMk cId="4107241847" sldId="2147483573"/>
        </pc:sldMkLst>
        <pc:spChg chg="mod">
          <ac:chgData name="Gianfranco UNGARO" userId="4f39880c-a08b-47ae-91e1-6f6fe97eb55c" providerId="ADAL" clId="{B9CDA6C2-FB08-4958-8B1C-04840AA36384}" dt="2025-10-02T13:37:22.848" v="2209" actId="1076"/>
          <ac:spMkLst>
            <pc:docMk/>
            <pc:sldMk cId="4107241847" sldId="2147483573"/>
            <ac:spMk id="5" creationId="{41C50E50-A3FE-2C7B-FD2D-A99441146785}"/>
          </ac:spMkLst>
        </pc:spChg>
        <pc:spChg chg="mod">
          <ac:chgData name="Gianfranco UNGARO" userId="4f39880c-a08b-47ae-91e1-6f6fe97eb55c" providerId="ADAL" clId="{B9CDA6C2-FB08-4958-8B1C-04840AA36384}" dt="2025-10-02T14:04:32.918" v="2436" actId="6549"/>
          <ac:spMkLst>
            <pc:docMk/>
            <pc:sldMk cId="4107241847" sldId="2147483573"/>
            <ac:spMk id="6" creationId="{1B5CA595-77E3-CC5C-DCA4-AAE84D6FA802}"/>
          </ac:spMkLst>
        </pc:spChg>
        <pc:grpChg chg="add mod">
          <ac:chgData name="Gianfranco UNGARO" userId="4f39880c-a08b-47ae-91e1-6f6fe97eb55c" providerId="ADAL" clId="{B9CDA6C2-FB08-4958-8B1C-04840AA36384}" dt="2025-10-02T04:37:26.376" v="145" actId="14100"/>
          <ac:grpSpMkLst>
            <pc:docMk/>
            <pc:sldMk cId="4107241847" sldId="2147483573"/>
            <ac:grpSpMk id="13" creationId="{337F5D04-0B73-9570-BEE7-3CC6AE33CD22}"/>
          </ac:grpSpMkLst>
        </pc:grpChg>
        <pc:picChg chg="mod">
          <ac:chgData name="Gianfranco UNGARO" userId="4f39880c-a08b-47ae-91e1-6f6fe97eb55c" providerId="ADAL" clId="{B9CDA6C2-FB08-4958-8B1C-04840AA36384}" dt="2025-10-02T04:37:26.376" v="145" actId="14100"/>
          <ac:picMkLst>
            <pc:docMk/>
            <pc:sldMk cId="4107241847" sldId="2147483573"/>
            <ac:picMk id="7" creationId="{063817E2-3BA5-A095-B48D-EDA95DFE40CF}"/>
          </ac:picMkLst>
        </pc:picChg>
        <pc:picChg chg="mod">
          <ac:chgData name="Gianfranco UNGARO" userId="4f39880c-a08b-47ae-91e1-6f6fe97eb55c" providerId="ADAL" clId="{B9CDA6C2-FB08-4958-8B1C-04840AA36384}" dt="2025-10-02T04:37:26.376" v="145" actId="14100"/>
          <ac:picMkLst>
            <pc:docMk/>
            <pc:sldMk cId="4107241847" sldId="2147483573"/>
            <ac:picMk id="8" creationId="{FC9B9080-76A7-E4EA-0773-4F125FAD2A36}"/>
          </ac:picMkLst>
        </pc:picChg>
        <pc:picChg chg="mod">
          <ac:chgData name="Gianfranco UNGARO" userId="4f39880c-a08b-47ae-91e1-6f6fe97eb55c" providerId="ADAL" clId="{B9CDA6C2-FB08-4958-8B1C-04840AA36384}" dt="2025-10-02T04:37:26.376" v="145" actId="14100"/>
          <ac:picMkLst>
            <pc:docMk/>
            <pc:sldMk cId="4107241847" sldId="2147483573"/>
            <ac:picMk id="9" creationId="{61AE9969-895C-7EA1-228E-C30E30B85164}"/>
          </ac:picMkLst>
        </pc:picChg>
        <pc:picChg chg="mod">
          <ac:chgData name="Gianfranco UNGARO" userId="4f39880c-a08b-47ae-91e1-6f6fe97eb55c" providerId="ADAL" clId="{B9CDA6C2-FB08-4958-8B1C-04840AA36384}" dt="2025-10-02T04:36:47.668" v="139" actId="1076"/>
          <ac:picMkLst>
            <pc:docMk/>
            <pc:sldMk cId="4107241847" sldId="2147483573"/>
            <ac:picMk id="12" creationId="{FB8648A7-900C-D7AE-41E7-BF152A53297B}"/>
          </ac:picMkLst>
        </pc:picChg>
      </pc:sldChg>
      <pc:sldChg chg="addSp modSp mod">
        <pc:chgData name="Gianfranco UNGARO" userId="4f39880c-a08b-47ae-91e1-6f6fe97eb55c" providerId="ADAL" clId="{B9CDA6C2-FB08-4958-8B1C-04840AA36384}" dt="2025-10-02T11:34:53.982" v="1793"/>
        <pc:sldMkLst>
          <pc:docMk/>
          <pc:sldMk cId="2365456921" sldId="2147483575"/>
        </pc:sldMkLst>
        <pc:spChg chg="mod">
          <ac:chgData name="Gianfranco UNGARO" userId="4f39880c-a08b-47ae-91e1-6f6fe97eb55c" providerId="ADAL" clId="{B9CDA6C2-FB08-4958-8B1C-04840AA36384}" dt="2025-10-02T04:40:40.624" v="239" actId="14100"/>
          <ac:spMkLst>
            <pc:docMk/>
            <pc:sldMk cId="2365456921" sldId="2147483575"/>
            <ac:spMk id="5" creationId="{6BEFB59B-8363-B3C9-5AA4-D60D98325232}"/>
          </ac:spMkLst>
        </pc:spChg>
        <pc:spChg chg="mod">
          <ac:chgData name="Gianfranco UNGARO" userId="4f39880c-a08b-47ae-91e1-6f6fe97eb55c" providerId="ADAL" clId="{B9CDA6C2-FB08-4958-8B1C-04840AA36384}" dt="2025-10-02T06:50:25.237" v="1742" actId="6549"/>
          <ac:spMkLst>
            <pc:docMk/>
            <pc:sldMk cId="2365456921" sldId="2147483575"/>
            <ac:spMk id="6" creationId="{E72D6A64-50F9-6985-648F-CC1DEE0B7B46}"/>
          </ac:spMkLst>
        </pc:spChg>
        <pc:spChg chg="mod">
          <ac:chgData name="Gianfranco UNGARO" userId="4f39880c-a08b-47ae-91e1-6f6fe97eb55c" providerId="ADAL" clId="{B9CDA6C2-FB08-4958-8B1C-04840AA36384}" dt="2025-10-02T04:42:10.697" v="257" actId="1076"/>
          <ac:spMkLst>
            <pc:docMk/>
            <pc:sldMk cId="2365456921" sldId="2147483575"/>
            <ac:spMk id="7" creationId="{A4253DAF-366C-8102-5B66-F29AE232EBDF}"/>
          </ac:spMkLst>
        </pc:spChg>
        <pc:graphicFrameChg chg="mod">
          <ac:chgData name="Gianfranco UNGARO" userId="4f39880c-a08b-47ae-91e1-6f6fe97eb55c" providerId="ADAL" clId="{B9CDA6C2-FB08-4958-8B1C-04840AA36384}" dt="2025-10-02T04:37:55.205" v="148" actId="1076"/>
          <ac:graphicFrameMkLst>
            <pc:docMk/>
            <pc:sldMk cId="2365456921" sldId="2147483575"/>
            <ac:graphicFrameMk id="2" creationId="{BF75C1ED-A98F-CDC1-5C3D-DA115372A150}"/>
          </ac:graphicFrameMkLst>
        </pc:graphicFrameChg>
      </pc:sldChg>
      <pc:sldChg chg="addSp modSp mod">
        <pc:chgData name="Gianfranco UNGARO" userId="4f39880c-a08b-47ae-91e1-6f6fe97eb55c" providerId="ADAL" clId="{B9CDA6C2-FB08-4958-8B1C-04840AA36384}" dt="2025-10-02T13:03:14.047" v="2173" actId="1076"/>
        <pc:sldMkLst>
          <pc:docMk/>
          <pc:sldMk cId="4139749324" sldId="2147483576"/>
        </pc:sldMkLst>
        <pc:spChg chg="add mod">
          <ac:chgData name="Gianfranco UNGARO" userId="4f39880c-a08b-47ae-91e1-6f6fe97eb55c" providerId="ADAL" clId="{B9CDA6C2-FB08-4958-8B1C-04840AA36384}" dt="2025-10-02T11:24:45.089" v="1792" actId="1076"/>
          <ac:spMkLst>
            <pc:docMk/>
            <pc:sldMk cId="4139749324" sldId="2147483576"/>
            <ac:spMk id="2" creationId="{95600280-3EFF-23F0-E5DA-5F38C65683B0}"/>
          </ac:spMkLst>
        </pc:spChg>
        <pc:spChg chg="mod">
          <ac:chgData name="Gianfranco UNGARO" userId="4f39880c-a08b-47ae-91e1-6f6fe97eb55c" providerId="ADAL" clId="{B9CDA6C2-FB08-4958-8B1C-04840AA36384}" dt="2025-10-02T11:24:21.255" v="1788" actId="1076"/>
          <ac:spMkLst>
            <pc:docMk/>
            <pc:sldMk cId="4139749324" sldId="2147483576"/>
            <ac:spMk id="8" creationId="{D66D5407-C160-F292-424F-6FDEBBF7AEC9}"/>
          </ac:spMkLst>
        </pc:spChg>
        <pc:spChg chg="mod">
          <ac:chgData name="Gianfranco UNGARO" userId="4f39880c-a08b-47ae-91e1-6f6fe97eb55c" providerId="ADAL" clId="{B9CDA6C2-FB08-4958-8B1C-04840AA36384}" dt="2025-10-02T11:24:34.185" v="1790" actId="1076"/>
          <ac:spMkLst>
            <pc:docMk/>
            <pc:sldMk cId="4139749324" sldId="2147483576"/>
            <ac:spMk id="10" creationId="{391FF5C3-15A3-48E5-CBEE-E9B94C5DB17D}"/>
          </ac:spMkLst>
        </pc:spChg>
        <pc:spChg chg="mod">
          <ac:chgData name="Gianfranco UNGARO" userId="4f39880c-a08b-47ae-91e1-6f6fe97eb55c" providerId="ADAL" clId="{B9CDA6C2-FB08-4958-8B1C-04840AA36384}" dt="2025-10-02T11:24:30.677" v="1789" actId="1076"/>
          <ac:spMkLst>
            <pc:docMk/>
            <pc:sldMk cId="4139749324" sldId="2147483576"/>
            <ac:spMk id="14" creationId="{8110F70E-8C68-D6DC-3383-5A949CA3F090}"/>
          </ac:spMkLst>
        </pc:spChg>
        <pc:spChg chg="mod">
          <ac:chgData name="Gianfranco UNGARO" userId="4f39880c-a08b-47ae-91e1-6f6fe97eb55c" providerId="ADAL" clId="{B9CDA6C2-FB08-4958-8B1C-04840AA36384}" dt="2025-10-02T04:57:35.906" v="353" actId="20577"/>
          <ac:spMkLst>
            <pc:docMk/>
            <pc:sldMk cId="4139749324" sldId="2147483576"/>
            <ac:spMk id="16" creationId="{9A7E539A-9C45-3B1D-BFCD-BD1A90687F8E}"/>
          </ac:spMkLst>
        </pc:spChg>
        <pc:spChg chg="mod">
          <ac:chgData name="Gianfranco UNGARO" userId="4f39880c-a08b-47ae-91e1-6f6fe97eb55c" providerId="ADAL" clId="{B9CDA6C2-FB08-4958-8B1C-04840AA36384}" dt="2025-10-02T04:56:53.983" v="341" actId="207"/>
          <ac:spMkLst>
            <pc:docMk/>
            <pc:sldMk cId="4139749324" sldId="2147483576"/>
            <ac:spMk id="22" creationId="{C3FE7D09-77E1-1CAA-850A-B6C7FBF34ECF}"/>
          </ac:spMkLst>
        </pc:spChg>
        <pc:spChg chg="mod">
          <ac:chgData name="Gianfranco UNGARO" userId="4f39880c-a08b-47ae-91e1-6f6fe97eb55c" providerId="ADAL" clId="{B9CDA6C2-FB08-4958-8B1C-04840AA36384}" dt="2025-10-02T13:03:09.270" v="2172" actId="14100"/>
          <ac:spMkLst>
            <pc:docMk/>
            <pc:sldMk cId="4139749324" sldId="2147483576"/>
            <ac:spMk id="24" creationId="{C9F2FB10-FCE3-1462-21A8-E13B5E0EEA6B}"/>
          </ac:spMkLst>
        </pc:spChg>
        <pc:graphicFrameChg chg="mod">
          <ac:chgData name="Gianfranco UNGARO" userId="4f39880c-a08b-47ae-91e1-6f6fe97eb55c" providerId="ADAL" clId="{B9CDA6C2-FB08-4958-8B1C-04840AA36384}" dt="2025-10-02T13:02:52.784" v="2167"/>
          <ac:graphicFrameMkLst>
            <pc:docMk/>
            <pc:sldMk cId="4139749324" sldId="2147483576"/>
            <ac:graphicFrameMk id="18" creationId="{325BB39E-3E19-C646-0D07-82964C9DAA4A}"/>
          </ac:graphicFrameMkLst>
        </pc:graphicFrameChg>
        <pc:picChg chg="mod">
          <ac:chgData name="Gianfranco UNGARO" userId="4f39880c-a08b-47ae-91e1-6f6fe97eb55c" providerId="ADAL" clId="{B9CDA6C2-FB08-4958-8B1C-04840AA36384}" dt="2025-10-02T11:24:30.677" v="1789" actId="1076"/>
          <ac:picMkLst>
            <pc:docMk/>
            <pc:sldMk cId="4139749324" sldId="2147483576"/>
            <ac:picMk id="5" creationId="{7B1005A7-73A5-7C83-3992-4144054C7D3D}"/>
          </ac:picMkLst>
        </pc:picChg>
        <pc:picChg chg="mod">
          <ac:chgData name="Gianfranco UNGARO" userId="4f39880c-a08b-47ae-91e1-6f6fe97eb55c" providerId="ADAL" clId="{B9CDA6C2-FB08-4958-8B1C-04840AA36384}" dt="2025-10-02T13:03:14.047" v="2173" actId="1076"/>
          <ac:picMkLst>
            <pc:docMk/>
            <pc:sldMk cId="4139749324" sldId="2147483576"/>
            <ac:picMk id="17" creationId="{37C6EF3B-3BB5-DE9C-C65A-32A2CBE6763C}"/>
          </ac:picMkLst>
        </pc:picChg>
      </pc:sldChg>
      <pc:sldChg chg="addSp modSp mod ord">
        <pc:chgData name="Gianfranco UNGARO" userId="4f39880c-a08b-47ae-91e1-6f6fe97eb55c" providerId="ADAL" clId="{B9CDA6C2-FB08-4958-8B1C-04840AA36384}" dt="2025-10-03T07:06:36.860" v="2526" actId="14100"/>
        <pc:sldMkLst>
          <pc:docMk/>
          <pc:sldMk cId="4280418452" sldId="2147483577"/>
        </pc:sldMkLst>
        <pc:spChg chg="add mod">
          <ac:chgData name="Gianfranco UNGARO" userId="4f39880c-a08b-47ae-91e1-6f6fe97eb55c" providerId="ADAL" clId="{B9CDA6C2-FB08-4958-8B1C-04840AA36384}" dt="2025-10-03T07:06:36.860" v="2526" actId="14100"/>
          <ac:spMkLst>
            <pc:docMk/>
            <pc:sldMk cId="4280418452" sldId="2147483577"/>
            <ac:spMk id="2" creationId="{9D5F40FB-9742-04ED-3E59-FCCAE1030475}"/>
          </ac:spMkLst>
        </pc:spChg>
        <pc:spChg chg="mod">
          <ac:chgData name="Gianfranco UNGARO" userId="4f39880c-a08b-47ae-91e1-6f6fe97eb55c" providerId="ADAL" clId="{B9CDA6C2-FB08-4958-8B1C-04840AA36384}" dt="2025-10-02T13:05:41.277" v="2201" actId="1076"/>
          <ac:spMkLst>
            <pc:docMk/>
            <pc:sldMk cId="4280418452" sldId="2147483577"/>
            <ac:spMk id="22" creationId="{7A1D10C7-0F4A-52A6-B4CA-6429124D9175}"/>
          </ac:spMkLst>
        </pc:spChg>
      </pc:sldChg>
      <pc:sldChg chg="addSp delSp modSp mod">
        <pc:chgData name="Gianfranco UNGARO" userId="4f39880c-a08b-47ae-91e1-6f6fe97eb55c" providerId="ADAL" clId="{B9CDA6C2-FB08-4958-8B1C-04840AA36384}" dt="2025-10-06T05:06:06.064" v="2550" actId="313"/>
        <pc:sldMkLst>
          <pc:docMk/>
          <pc:sldMk cId="711972406" sldId="2147483578"/>
        </pc:sldMkLst>
        <pc:spChg chg="add mod">
          <ac:chgData name="Gianfranco UNGARO" userId="4f39880c-a08b-47ae-91e1-6f6fe97eb55c" providerId="ADAL" clId="{B9CDA6C2-FB08-4958-8B1C-04840AA36384}" dt="2025-10-02T13:06:27.627" v="2203"/>
          <ac:spMkLst>
            <pc:docMk/>
            <pc:sldMk cId="711972406" sldId="2147483578"/>
            <ac:spMk id="5" creationId="{26D6DF69-48F1-383C-A120-6B548D0AAAAE}"/>
          </ac:spMkLst>
        </pc:spChg>
        <pc:spChg chg="add mod">
          <ac:chgData name="Gianfranco UNGARO" userId="4f39880c-a08b-47ae-91e1-6f6fe97eb55c" providerId="ADAL" clId="{B9CDA6C2-FB08-4958-8B1C-04840AA36384}" dt="2025-10-02T13:06:27.627" v="2203"/>
          <ac:spMkLst>
            <pc:docMk/>
            <pc:sldMk cId="711972406" sldId="2147483578"/>
            <ac:spMk id="7" creationId="{A439AAFA-58C2-FE1E-43FA-C986A25A2BAD}"/>
          </ac:spMkLst>
        </pc:spChg>
        <pc:spChg chg="mod">
          <ac:chgData name="Gianfranco UNGARO" userId="4f39880c-a08b-47ae-91e1-6f6fe97eb55c" providerId="ADAL" clId="{B9CDA6C2-FB08-4958-8B1C-04840AA36384}" dt="2025-10-06T05:06:06.064" v="2550" actId="313"/>
          <ac:spMkLst>
            <pc:docMk/>
            <pc:sldMk cId="711972406" sldId="2147483578"/>
            <ac:spMk id="22" creationId="{E2B3FE2E-6F03-F0EE-6716-B6E3A0BBCE66}"/>
          </ac:spMkLst>
        </pc:spChg>
        <pc:graphicFrameChg chg="add mod">
          <ac:chgData name="Gianfranco UNGARO" userId="4f39880c-a08b-47ae-91e1-6f6fe97eb55c" providerId="ADAL" clId="{B9CDA6C2-FB08-4958-8B1C-04840AA36384}" dt="2025-10-02T13:06:27.627" v="2203"/>
          <ac:graphicFrameMkLst>
            <pc:docMk/>
            <pc:sldMk cId="711972406" sldId="2147483578"/>
            <ac:graphicFrameMk id="6" creationId="{E58744F7-B19C-715E-7D25-ADFA0D95EFE5}"/>
          </ac:graphicFrameMkLst>
        </pc:graphicFrameChg>
        <pc:picChg chg="add mod">
          <ac:chgData name="Gianfranco UNGARO" userId="4f39880c-a08b-47ae-91e1-6f6fe97eb55c" providerId="ADAL" clId="{B9CDA6C2-FB08-4958-8B1C-04840AA36384}" dt="2025-10-02T13:06:27.627" v="2203"/>
          <ac:picMkLst>
            <pc:docMk/>
            <pc:sldMk cId="711972406" sldId="2147483578"/>
            <ac:picMk id="12" creationId="{60BC9C78-5F4A-884F-1399-47D31FABC775}"/>
          </ac:picMkLst>
        </pc:picChg>
      </pc:sldChg>
      <pc:sldChg chg="modSp mod">
        <pc:chgData name="Gianfranco UNGARO" userId="4f39880c-a08b-47ae-91e1-6f6fe97eb55c" providerId="ADAL" clId="{B9CDA6C2-FB08-4958-8B1C-04840AA36384}" dt="2025-10-06T05:22:07.694" v="2729" actId="20577"/>
        <pc:sldMkLst>
          <pc:docMk/>
          <pc:sldMk cId="306083919" sldId="2147483579"/>
        </pc:sldMkLst>
        <pc:spChg chg="mod">
          <ac:chgData name="Gianfranco UNGARO" userId="4f39880c-a08b-47ae-91e1-6f6fe97eb55c" providerId="ADAL" clId="{B9CDA6C2-FB08-4958-8B1C-04840AA36384}" dt="2025-10-02T05:04:10.166" v="457" actId="14100"/>
          <ac:spMkLst>
            <pc:docMk/>
            <pc:sldMk cId="306083919" sldId="2147483579"/>
            <ac:spMk id="6" creationId="{D56E11AC-8C96-51E0-CC14-35E943E3CE81}"/>
          </ac:spMkLst>
        </pc:spChg>
        <pc:spChg chg="mod">
          <ac:chgData name="Gianfranco UNGARO" userId="4f39880c-a08b-47ae-91e1-6f6fe97eb55c" providerId="ADAL" clId="{B9CDA6C2-FB08-4958-8B1C-04840AA36384}" dt="2025-10-02T05:04:13.701" v="458" actId="14100"/>
          <ac:spMkLst>
            <pc:docMk/>
            <pc:sldMk cId="306083919" sldId="2147483579"/>
            <ac:spMk id="11" creationId="{6374A7C7-FA2E-8A5C-FB33-0D59DC4057AC}"/>
          </ac:spMkLst>
        </pc:spChg>
        <pc:spChg chg="mod">
          <ac:chgData name="Gianfranco UNGARO" userId="4f39880c-a08b-47ae-91e1-6f6fe97eb55c" providerId="ADAL" clId="{B9CDA6C2-FB08-4958-8B1C-04840AA36384}" dt="2025-10-06T05:22:07.694" v="2729" actId="20577"/>
          <ac:spMkLst>
            <pc:docMk/>
            <pc:sldMk cId="306083919" sldId="2147483579"/>
            <ac:spMk id="16" creationId="{8FFA5DAA-7A2A-F19B-8D7A-7D4C95A94774}"/>
          </ac:spMkLst>
        </pc:spChg>
        <pc:spChg chg="mod">
          <ac:chgData name="Gianfranco UNGARO" userId="4f39880c-a08b-47ae-91e1-6f6fe97eb55c" providerId="ADAL" clId="{B9CDA6C2-FB08-4958-8B1C-04840AA36384}" dt="2025-10-02T05:04:30.514" v="474" actId="20577"/>
          <ac:spMkLst>
            <pc:docMk/>
            <pc:sldMk cId="306083919" sldId="2147483579"/>
            <ac:spMk id="19" creationId="{36F57E9D-FB4F-E4C8-6A10-9C36A1014725}"/>
          </ac:spMkLst>
        </pc:spChg>
      </pc:sldChg>
      <pc:sldChg chg="modSp mod">
        <pc:chgData name="Gianfranco UNGARO" userId="4f39880c-a08b-47ae-91e1-6f6fe97eb55c" providerId="ADAL" clId="{B9CDA6C2-FB08-4958-8B1C-04840AA36384}" dt="2025-10-02T05:05:47.870" v="510" actId="20577"/>
        <pc:sldMkLst>
          <pc:docMk/>
          <pc:sldMk cId="2879102545" sldId="2147483580"/>
        </pc:sldMkLst>
        <pc:spChg chg="mod">
          <ac:chgData name="Gianfranco UNGARO" userId="4f39880c-a08b-47ae-91e1-6f6fe97eb55c" providerId="ADAL" clId="{B9CDA6C2-FB08-4958-8B1C-04840AA36384}" dt="2025-10-02T05:04:56.748" v="484" actId="20577"/>
          <ac:spMkLst>
            <pc:docMk/>
            <pc:sldMk cId="2879102545" sldId="2147483580"/>
            <ac:spMk id="16" creationId="{6C5AF051-B29D-8ACD-C252-318B6FECE770}"/>
          </ac:spMkLst>
        </pc:spChg>
        <pc:spChg chg="mod">
          <ac:chgData name="Gianfranco UNGARO" userId="4f39880c-a08b-47ae-91e1-6f6fe97eb55c" providerId="ADAL" clId="{B9CDA6C2-FB08-4958-8B1C-04840AA36384}" dt="2025-10-02T05:05:47.870" v="510" actId="20577"/>
          <ac:spMkLst>
            <pc:docMk/>
            <pc:sldMk cId="2879102545" sldId="2147483580"/>
            <ac:spMk id="22" creationId="{7C3172AE-6F09-2B98-B03C-D16F4CF75286}"/>
          </ac:spMkLst>
        </pc:spChg>
      </pc:sldChg>
      <pc:sldChg chg="modSp mod">
        <pc:chgData name="Gianfranco UNGARO" userId="4f39880c-a08b-47ae-91e1-6f6fe97eb55c" providerId="ADAL" clId="{B9CDA6C2-FB08-4958-8B1C-04840AA36384}" dt="2025-10-03T06:46:31.412" v="2506" actId="207"/>
        <pc:sldMkLst>
          <pc:docMk/>
          <pc:sldMk cId="1370124791" sldId="2147483581"/>
        </pc:sldMkLst>
        <pc:spChg chg="mod">
          <ac:chgData name="Gianfranco UNGARO" userId="4f39880c-a08b-47ae-91e1-6f6fe97eb55c" providerId="ADAL" clId="{B9CDA6C2-FB08-4958-8B1C-04840AA36384}" dt="2025-10-02T05:19:11.345" v="1430" actId="1038"/>
          <ac:spMkLst>
            <pc:docMk/>
            <pc:sldMk cId="1370124791" sldId="2147483581"/>
            <ac:spMk id="7" creationId="{6DA501FF-EE06-9753-0CF9-72B51CAA1BB1}"/>
          </ac:spMkLst>
        </pc:spChg>
        <pc:spChg chg="mod">
          <ac:chgData name="Gianfranco UNGARO" userId="4f39880c-a08b-47ae-91e1-6f6fe97eb55c" providerId="ADAL" clId="{B9CDA6C2-FB08-4958-8B1C-04840AA36384}" dt="2025-10-02T05:19:11.345" v="1430" actId="1038"/>
          <ac:spMkLst>
            <pc:docMk/>
            <pc:sldMk cId="1370124791" sldId="2147483581"/>
            <ac:spMk id="8" creationId="{9AC24E59-7721-2A1D-6548-546167A7A12A}"/>
          </ac:spMkLst>
        </pc:spChg>
        <pc:spChg chg="mod">
          <ac:chgData name="Gianfranco UNGARO" userId="4f39880c-a08b-47ae-91e1-6f6fe97eb55c" providerId="ADAL" clId="{B9CDA6C2-FB08-4958-8B1C-04840AA36384}" dt="2025-10-02T05:19:11.345" v="1430" actId="1038"/>
          <ac:spMkLst>
            <pc:docMk/>
            <pc:sldMk cId="1370124791" sldId="2147483581"/>
            <ac:spMk id="11" creationId="{51169534-E495-B02B-B62F-07C18E9FBA3F}"/>
          </ac:spMkLst>
        </pc:spChg>
        <pc:spChg chg="mod">
          <ac:chgData name="Gianfranco UNGARO" userId="4f39880c-a08b-47ae-91e1-6f6fe97eb55c" providerId="ADAL" clId="{B9CDA6C2-FB08-4958-8B1C-04840AA36384}" dt="2025-10-02T05:19:11.345" v="1430" actId="1038"/>
          <ac:spMkLst>
            <pc:docMk/>
            <pc:sldMk cId="1370124791" sldId="2147483581"/>
            <ac:spMk id="14" creationId="{34AF666B-8290-F80A-448D-C1596537376E}"/>
          </ac:spMkLst>
        </pc:spChg>
        <pc:spChg chg="mod">
          <ac:chgData name="Gianfranco UNGARO" userId="4f39880c-a08b-47ae-91e1-6f6fe97eb55c" providerId="ADAL" clId="{B9CDA6C2-FB08-4958-8B1C-04840AA36384}" dt="2025-10-02T05:19:11.345" v="1430" actId="1038"/>
          <ac:spMkLst>
            <pc:docMk/>
            <pc:sldMk cId="1370124791" sldId="2147483581"/>
            <ac:spMk id="15" creationId="{8AA180A6-04C4-5338-0759-CA230F552F61}"/>
          </ac:spMkLst>
        </pc:spChg>
        <pc:spChg chg="mod">
          <ac:chgData name="Gianfranco UNGARO" userId="4f39880c-a08b-47ae-91e1-6f6fe97eb55c" providerId="ADAL" clId="{B9CDA6C2-FB08-4958-8B1C-04840AA36384}" dt="2025-10-02T05:22:41.351" v="1661" actId="20577"/>
          <ac:spMkLst>
            <pc:docMk/>
            <pc:sldMk cId="1370124791" sldId="2147483581"/>
            <ac:spMk id="16" creationId="{CE274DF8-35E0-6435-AA68-49C88A754575}"/>
          </ac:spMkLst>
        </pc:spChg>
        <pc:spChg chg="mod">
          <ac:chgData name="Gianfranco UNGARO" userId="4f39880c-a08b-47ae-91e1-6f6fe97eb55c" providerId="ADAL" clId="{B9CDA6C2-FB08-4958-8B1C-04840AA36384}" dt="2025-10-02T05:19:16.443" v="1432" actId="1038"/>
          <ac:spMkLst>
            <pc:docMk/>
            <pc:sldMk cId="1370124791" sldId="2147483581"/>
            <ac:spMk id="17" creationId="{13D45067-5844-3CA3-8DB1-E53703618F95}"/>
          </ac:spMkLst>
        </pc:spChg>
        <pc:spChg chg="mod">
          <ac:chgData name="Gianfranco UNGARO" userId="4f39880c-a08b-47ae-91e1-6f6fe97eb55c" providerId="ADAL" clId="{B9CDA6C2-FB08-4958-8B1C-04840AA36384}" dt="2025-10-02T05:19:22.146" v="1446" actId="1038"/>
          <ac:spMkLst>
            <pc:docMk/>
            <pc:sldMk cId="1370124791" sldId="2147483581"/>
            <ac:spMk id="18" creationId="{0351F65C-F72A-3C41-E170-CDFF3E29C4AC}"/>
          </ac:spMkLst>
        </pc:spChg>
        <pc:spChg chg="mod">
          <ac:chgData name="Gianfranco UNGARO" userId="4f39880c-a08b-47ae-91e1-6f6fe97eb55c" providerId="ADAL" clId="{B9CDA6C2-FB08-4958-8B1C-04840AA36384}" dt="2025-10-02T05:19:11.345" v="1430" actId="1038"/>
          <ac:spMkLst>
            <pc:docMk/>
            <pc:sldMk cId="1370124791" sldId="2147483581"/>
            <ac:spMk id="19" creationId="{9546A9C4-C7B1-3288-2ECF-358188DBD8D4}"/>
          </ac:spMkLst>
        </pc:spChg>
        <pc:spChg chg="mod">
          <ac:chgData name="Gianfranco UNGARO" userId="4f39880c-a08b-47ae-91e1-6f6fe97eb55c" providerId="ADAL" clId="{B9CDA6C2-FB08-4958-8B1C-04840AA36384}" dt="2025-10-02T05:19:11.345" v="1430" actId="1038"/>
          <ac:spMkLst>
            <pc:docMk/>
            <pc:sldMk cId="1370124791" sldId="2147483581"/>
            <ac:spMk id="20" creationId="{B5857C3F-2AC5-C515-8AF6-2860F52DE7DD}"/>
          </ac:spMkLst>
        </pc:spChg>
        <pc:spChg chg="mod">
          <ac:chgData name="Gianfranco UNGARO" userId="4f39880c-a08b-47ae-91e1-6f6fe97eb55c" providerId="ADAL" clId="{B9CDA6C2-FB08-4958-8B1C-04840AA36384}" dt="2025-10-02T05:19:11.345" v="1430" actId="1038"/>
          <ac:spMkLst>
            <pc:docMk/>
            <pc:sldMk cId="1370124791" sldId="2147483581"/>
            <ac:spMk id="21" creationId="{79EBF144-4207-4802-CFA8-8047DE57230A}"/>
          </ac:spMkLst>
        </pc:spChg>
        <pc:spChg chg="mod">
          <ac:chgData name="Gianfranco UNGARO" userId="4f39880c-a08b-47ae-91e1-6f6fe97eb55c" providerId="ADAL" clId="{B9CDA6C2-FB08-4958-8B1C-04840AA36384}" dt="2025-10-03T06:46:31.412" v="2506" actId="207"/>
          <ac:spMkLst>
            <pc:docMk/>
            <pc:sldMk cId="1370124791" sldId="2147483581"/>
            <ac:spMk id="22" creationId="{1995FCF1-A44C-9A98-B3C8-AC1111E42E5C}"/>
          </ac:spMkLst>
        </pc:spChg>
        <pc:spChg chg="mod">
          <ac:chgData name="Gianfranco UNGARO" userId="4f39880c-a08b-47ae-91e1-6f6fe97eb55c" providerId="ADAL" clId="{B9CDA6C2-FB08-4958-8B1C-04840AA36384}" dt="2025-10-02T05:19:11.345" v="1430" actId="1038"/>
          <ac:spMkLst>
            <pc:docMk/>
            <pc:sldMk cId="1370124791" sldId="2147483581"/>
            <ac:spMk id="29" creationId="{359E6369-CEEF-CAC6-AB3E-51EA36A824CE}"/>
          </ac:spMkLst>
        </pc:spChg>
      </pc:sldChg>
      <pc:sldChg chg="addSp modSp mod">
        <pc:chgData name="Gianfranco UNGARO" userId="4f39880c-a08b-47ae-91e1-6f6fe97eb55c" providerId="ADAL" clId="{B9CDA6C2-FB08-4958-8B1C-04840AA36384}" dt="2025-10-02T11:24:09.538" v="1787" actId="1076"/>
        <pc:sldMkLst>
          <pc:docMk/>
          <pc:sldMk cId="3120071578" sldId="2147483583"/>
        </pc:sldMkLst>
        <pc:spChg chg="add mod">
          <ac:chgData name="Gianfranco UNGARO" userId="4f39880c-a08b-47ae-91e1-6f6fe97eb55c" providerId="ADAL" clId="{B9CDA6C2-FB08-4958-8B1C-04840AA36384}" dt="2025-10-02T11:24:09.538" v="1787" actId="1076"/>
          <ac:spMkLst>
            <pc:docMk/>
            <pc:sldMk cId="3120071578" sldId="2147483583"/>
            <ac:spMk id="7" creationId="{D8D9AEA8-DBF8-DFDA-BFC3-CF5F1C4BA40B}"/>
          </ac:spMkLst>
        </pc:spChg>
        <pc:spChg chg="mod">
          <ac:chgData name="Gianfranco UNGARO" userId="4f39880c-a08b-47ae-91e1-6f6fe97eb55c" providerId="ADAL" clId="{B9CDA6C2-FB08-4958-8B1C-04840AA36384}" dt="2025-10-02T04:55:17.035" v="329" actId="20577"/>
          <ac:spMkLst>
            <pc:docMk/>
            <pc:sldMk cId="3120071578" sldId="2147483583"/>
            <ac:spMk id="10" creationId="{510775B1-76D2-2155-9B3C-DE9A2E6467AB}"/>
          </ac:spMkLst>
        </pc:spChg>
        <pc:spChg chg="mod">
          <ac:chgData name="Gianfranco UNGARO" userId="4f39880c-a08b-47ae-91e1-6f6fe97eb55c" providerId="ADAL" clId="{B9CDA6C2-FB08-4958-8B1C-04840AA36384}" dt="2025-10-02T04:54:19.028" v="258" actId="1076"/>
          <ac:spMkLst>
            <pc:docMk/>
            <pc:sldMk cId="3120071578" sldId="2147483583"/>
            <ac:spMk id="11" creationId="{D2B49DAE-B03F-1410-6719-5CB5DFCB3013}"/>
          </ac:spMkLst>
        </pc:spChg>
        <pc:spChg chg="mod">
          <ac:chgData name="Gianfranco UNGARO" userId="4f39880c-a08b-47ae-91e1-6f6fe97eb55c" providerId="ADAL" clId="{B9CDA6C2-FB08-4958-8B1C-04840AA36384}" dt="2025-10-02T04:54:19.028" v="258" actId="1076"/>
          <ac:spMkLst>
            <pc:docMk/>
            <pc:sldMk cId="3120071578" sldId="2147483583"/>
            <ac:spMk id="12" creationId="{AB097C95-5FC8-9171-CA97-7C3C9639EBBB}"/>
          </ac:spMkLst>
        </pc:spChg>
        <pc:spChg chg="mod">
          <ac:chgData name="Gianfranco UNGARO" userId="4f39880c-a08b-47ae-91e1-6f6fe97eb55c" providerId="ADAL" clId="{B9CDA6C2-FB08-4958-8B1C-04840AA36384}" dt="2025-10-02T04:54:19.028" v="258" actId="1076"/>
          <ac:spMkLst>
            <pc:docMk/>
            <pc:sldMk cId="3120071578" sldId="2147483583"/>
            <ac:spMk id="15" creationId="{EEE5B388-F488-8577-0598-B24D522AA735}"/>
          </ac:spMkLst>
        </pc:spChg>
        <pc:spChg chg="mod">
          <ac:chgData name="Gianfranco UNGARO" userId="4f39880c-a08b-47ae-91e1-6f6fe97eb55c" providerId="ADAL" clId="{B9CDA6C2-FB08-4958-8B1C-04840AA36384}" dt="2025-10-02T04:54:19.028" v="258" actId="1076"/>
          <ac:spMkLst>
            <pc:docMk/>
            <pc:sldMk cId="3120071578" sldId="2147483583"/>
            <ac:spMk id="16" creationId="{5248078D-CC97-8905-DE38-66706B65CFDC}"/>
          </ac:spMkLst>
        </pc:spChg>
        <pc:spChg chg="mod">
          <ac:chgData name="Gianfranco UNGARO" userId="4f39880c-a08b-47ae-91e1-6f6fe97eb55c" providerId="ADAL" clId="{B9CDA6C2-FB08-4958-8B1C-04840AA36384}" dt="2025-10-02T04:54:19.028" v="258" actId="1076"/>
          <ac:spMkLst>
            <pc:docMk/>
            <pc:sldMk cId="3120071578" sldId="2147483583"/>
            <ac:spMk id="21" creationId="{C872367B-45AA-B300-FAA1-92938A3A56C3}"/>
          </ac:spMkLst>
        </pc:spChg>
        <pc:spChg chg="add mod">
          <ac:chgData name="Gianfranco UNGARO" userId="4f39880c-a08b-47ae-91e1-6f6fe97eb55c" providerId="ADAL" clId="{B9CDA6C2-FB08-4958-8B1C-04840AA36384}" dt="2025-10-02T04:55:00.264" v="328" actId="20577"/>
          <ac:spMkLst>
            <pc:docMk/>
            <pc:sldMk cId="3120071578" sldId="2147483583"/>
            <ac:spMk id="26" creationId="{92B01A74-238F-426F-4822-2EA1DDD057A1}"/>
          </ac:spMkLst>
        </pc:spChg>
        <pc:picChg chg="mod">
          <ac:chgData name="Gianfranco UNGARO" userId="4f39880c-a08b-47ae-91e1-6f6fe97eb55c" providerId="ADAL" clId="{B9CDA6C2-FB08-4958-8B1C-04840AA36384}" dt="2025-10-02T04:54:19.028" v="258" actId="1076"/>
          <ac:picMkLst>
            <pc:docMk/>
            <pc:sldMk cId="3120071578" sldId="2147483583"/>
            <ac:picMk id="18" creationId="{E664642D-EDE7-44E9-9FF0-E5830ED2AD7B}"/>
          </ac:picMkLst>
        </pc:picChg>
      </pc:sldChg>
      <pc:sldChg chg="modSp mod">
        <pc:chgData name="Gianfranco UNGARO" userId="4f39880c-a08b-47ae-91e1-6f6fe97eb55c" providerId="ADAL" clId="{B9CDA6C2-FB08-4958-8B1C-04840AA36384}" dt="2025-10-06T05:03:58.274" v="2531" actId="20577"/>
        <pc:sldMkLst>
          <pc:docMk/>
          <pc:sldMk cId="491952046" sldId="2147483585"/>
        </pc:sldMkLst>
        <pc:spChg chg="mod">
          <ac:chgData name="Gianfranco UNGARO" userId="4f39880c-a08b-47ae-91e1-6f6fe97eb55c" providerId="ADAL" clId="{B9CDA6C2-FB08-4958-8B1C-04840AA36384}" dt="2025-10-02T05:15:29.174" v="1274" actId="313"/>
          <ac:spMkLst>
            <pc:docMk/>
            <pc:sldMk cId="491952046" sldId="2147483585"/>
            <ac:spMk id="16" creationId="{940003E3-B029-0226-AC7A-3A27CF335DFA}"/>
          </ac:spMkLst>
        </pc:spChg>
        <pc:spChg chg="mod">
          <ac:chgData name="Gianfranco UNGARO" userId="4f39880c-a08b-47ae-91e1-6f6fe97eb55c" providerId="ADAL" clId="{B9CDA6C2-FB08-4958-8B1C-04840AA36384}" dt="2025-10-06T05:03:58.274" v="2531" actId="20577"/>
          <ac:spMkLst>
            <pc:docMk/>
            <pc:sldMk cId="491952046" sldId="2147483585"/>
            <ac:spMk id="27" creationId="{D624CA78-8F6A-036C-1559-FC40F6A0F374}"/>
          </ac:spMkLst>
        </pc:spChg>
      </pc:sldChg>
      <pc:sldChg chg="addSp modSp mod">
        <pc:chgData name="Gianfranco UNGARO" userId="4f39880c-a08b-47ae-91e1-6f6fe97eb55c" providerId="ADAL" clId="{B9CDA6C2-FB08-4958-8B1C-04840AA36384}" dt="2025-10-03T04:46:43.670" v="2454" actId="1076"/>
        <pc:sldMkLst>
          <pc:docMk/>
          <pc:sldMk cId="3174983440" sldId="2147483586"/>
        </pc:sldMkLst>
        <pc:spChg chg="add mod">
          <ac:chgData name="Gianfranco UNGARO" userId="4f39880c-a08b-47ae-91e1-6f6fe97eb55c" providerId="ADAL" clId="{B9CDA6C2-FB08-4958-8B1C-04840AA36384}" dt="2025-10-03T04:46:21.296" v="2451" actId="14100"/>
          <ac:spMkLst>
            <pc:docMk/>
            <pc:sldMk cId="3174983440" sldId="2147483586"/>
            <ac:spMk id="10" creationId="{7F0E29AB-73FA-7922-4A6C-87DECFFD95A9}"/>
          </ac:spMkLst>
        </pc:spChg>
        <pc:spChg chg="mod">
          <ac:chgData name="Gianfranco UNGARO" userId="4f39880c-a08b-47ae-91e1-6f6fe97eb55c" providerId="ADAL" clId="{B9CDA6C2-FB08-4958-8B1C-04840AA36384}" dt="2025-10-03T04:46:43.670" v="2454" actId="1076"/>
          <ac:spMkLst>
            <pc:docMk/>
            <pc:sldMk cId="3174983440" sldId="2147483586"/>
            <ac:spMk id="16" creationId="{581DD7D8-ACE2-1C2F-CF9A-1293B36C6226}"/>
          </ac:spMkLst>
        </pc:spChg>
        <pc:spChg chg="mod">
          <ac:chgData name="Gianfranco UNGARO" userId="4f39880c-a08b-47ae-91e1-6f6fe97eb55c" providerId="ADAL" clId="{B9CDA6C2-FB08-4958-8B1C-04840AA36384}" dt="2025-10-02T05:06:57.262" v="558" actId="1076"/>
          <ac:spMkLst>
            <pc:docMk/>
            <pc:sldMk cId="3174983440" sldId="2147483586"/>
            <ac:spMk id="33" creationId="{3293DBC3-DE6C-391D-FC24-38132167F991}"/>
          </ac:spMkLst>
        </pc:spChg>
        <pc:spChg chg="mod">
          <ac:chgData name="Gianfranco UNGARO" userId="4f39880c-a08b-47ae-91e1-6f6fe97eb55c" providerId="ADAL" clId="{B9CDA6C2-FB08-4958-8B1C-04840AA36384}" dt="2025-10-02T05:06:57.262" v="558" actId="1076"/>
          <ac:spMkLst>
            <pc:docMk/>
            <pc:sldMk cId="3174983440" sldId="2147483586"/>
            <ac:spMk id="34" creationId="{E4DD9200-19A7-8729-8B04-EF4BE348A61D}"/>
          </ac:spMkLst>
        </pc:spChg>
        <pc:spChg chg="mod">
          <ac:chgData name="Gianfranco UNGARO" userId="4f39880c-a08b-47ae-91e1-6f6fe97eb55c" providerId="ADAL" clId="{B9CDA6C2-FB08-4958-8B1C-04840AA36384}" dt="2025-10-02T05:06:57.262" v="558" actId="1076"/>
          <ac:spMkLst>
            <pc:docMk/>
            <pc:sldMk cId="3174983440" sldId="2147483586"/>
            <ac:spMk id="35" creationId="{4AA62523-EA19-81C4-3EE7-C75FC39EE273}"/>
          </ac:spMkLst>
        </pc:spChg>
        <pc:spChg chg="mod">
          <ac:chgData name="Gianfranco UNGARO" userId="4f39880c-a08b-47ae-91e1-6f6fe97eb55c" providerId="ADAL" clId="{B9CDA6C2-FB08-4958-8B1C-04840AA36384}" dt="2025-10-03T04:46:14.323" v="2449" actId="20577"/>
          <ac:spMkLst>
            <pc:docMk/>
            <pc:sldMk cId="3174983440" sldId="2147483586"/>
            <ac:spMk id="37" creationId="{AB6A1E37-B273-BC0F-2AAA-CDA426095AC7}"/>
          </ac:spMkLst>
        </pc:spChg>
        <pc:spChg chg="mod">
          <ac:chgData name="Gianfranco UNGARO" userId="4f39880c-a08b-47ae-91e1-6f6fe97eb55c" providerId="ADAL" clId="{B9CDA6C2-FB08-4958-8B1C-04840AA36384}" dt="2025-10-02T05:06:57.262" v="558" actId="1076"/>
          <ac:spMkLst>
            <pc:docMk/>
            <pc:sldMk cId="3174983440" sldId="2147483586"/>
            <ac:spMk id="43" creationId="{4E594BBE-B7B5-B4A4-BD2E-1EAB4D04976C}"/>
          </ac:spMkLst>
        </pc:spChg>
        <pc:grpChg chg="mod">
          <ac:chgData name="Gianfranco UNGARO" userId="4f39880c-a08b-47ae-91e1-6f6fe97eb55c" providerId="ADAL" clId="{B9CDA6C2-FB08-4958-8B1C-04840AA36384}" dt="2025-10-02T05:06:57.262" v="558" actId="1076"/>
          <ac:grpSpMkLst>
            <pc:docMk/>
            <pc:sldMk cId="3174983440" sldId="2147483586"/>
            <ac:grpSpMk id="20" creationId="{6C8FA554-8E49-7C5A-715B-DB8CEA3CFE9C}"/>
          </ac:grpSpMkLst>
        </pc:grpChg>
        <pc:grpChg chg="mod">
          <ac:chgData name="Gianfranco UNGARO" userId="4f39880c-a08b-47ae-91e1-6f6fe97eb55c" providerId="ADAL" clId="{B9CDA6C2-FB08-4958-8B1C-04840AA36384}" dt="2025-10-02T05:06:57.262" v="558" actId="1076"/>
          <ac:grpSpMkLst>
            <pc:docMk/>
            <pc:sldMk cId="3174983440" sldId="2147483586"/>
            <ac:grpSpMk id="23" creationId="{FF28DC9A-C0E7-A360-2FAB-2779C6C66F12}"/>
          </ac:grpSpMkLst>
        </pc:grpChg>
        <pc:grpChg chg="mod">
          <ac:chgData name="Gianfranco UNGARO" userId="4f39880c-a08b-47ae-91e1-6f6fe97eb55c" providerId="ADAL" clId="{B9CDA6C2-FB08-4958-8B1C-04840AA36384}" dt="2025-10-02T05:06:57.262" v="558" actId="1076"/>
          <ac:grpSpMkLst>
            <pc:docMk/>
            <pc:sldMk cId="3174983440" sldId="2147483586"/>
            <ac:grpSpMk id="26" creationId="{5ADB6B4E-211E-3A5C-DB97-B7653216A41E}"/>
          </ac:grpSpMkLst>
        </pc:grpChg>
        <pc:grpChg chg="mod">
          <ac:chgData name="Gianfranco UNGARO" userId="4f39880c-a08b-47ae-91e1-6f6fe97eb55c" providerId="ADAL" clId="{B9CDA6C2-FB08-4958-8B1C-04840AA36384}" dt="2025-10-02T05:06:57.262" v="558" actId="1076"/>
          <ac:grpSpMkLst>
            <pc:docMk/>
            <pc:sldMk cId="3174983440" sldId="2147483586"/>
            <ac:grpSpMk id="29" creationId="{AE5DFF77-D484-2C10-A99E-DED0AC1DA24E}"/>
          </ac:grpSpMkLst>
        </pc:grpChg>
        <pc:grpChg chg="mod">
          <ac:chgData name="Gianfranco UNGARO" userId="4f39880c-a08b-47ae-91e1-6f6fe97eb55c" providerId="ADAL" clId="{B9CDA6C2-FB08-4958-8B1C-04840AA36384}" dt="2025-10-02T05:06:57.262" v="558" actId="1076"/>
          <ac:grpSpMkLst>
            <pc:docMk/>
            <pc:sldMk cId="3174983440" sldId="2147483586"/>
            <ac:grpSpMk id="40" creationId="{5CB561DE-FF2B-634B-62BB-DF94EBCE1572}"/>
          </ac:grpSpMkLst>
        </pc:grpChg>
        <pc:graphicFrameChg chg="mod">
          <ac:chgData name="Gianfranco UNGARO" userId="4f39880c-a08b-47ae-91e1-6f6fe97eb55c" providerId="ADAL" clId="{B9CDA6C2-FB08-4958-8B1C-04840AA36384}" dt="2025-10-02T05:06:57.262" v="558" actId="1076"/>
          <ac:graphicFrameMkLst>
            <pc:docMk/>
            <pc:sldMk cId="3174983440" sldId="2147483586"/>
            <ac:graphicFrameMk id="2" creationId="{B8A9EFE8-98EB-AB55-9A46-1A8CA584F764}"/>
          </ac:graphicFrameMkLst>
        </pc:graphicFrameChg>
      </pc:sldChg>
      <pc:sldChg chg="addSp delSp modSp mod">
        <pc:chgData name="Gianfranco UNGARO" userId="4f39880c-a08b-47ae-91e1-6f6fe97eb55c" providerId="ADAL" clId="{B9CDA6C2-FB08-4958-8B1C-04840AA36384}" dt="2025-10-02T07:05:03.904" v="1765" actId="1076"/>
        <pc:sldMkLst>
          <pc:docMk/>
          <pc:sldMk cId="3632704378" sldId="2147483588"/>
        </pc:sldMkLst>
        <pc:spChg chg="add mod">
          <ac:chgData name="Gianfranco UNGARO" userId="4f39880c-a08b-47ae-91e1-6f6fe97eb55c" providerId="ADAL" clId="{B9CDA6C2-FB08-4958-8B1C-04840AA36384}" dt="2025-10-02T07:05:03.904" v="1765" actId="1076"/>
          <ac:spMkLst>
            <pc:docMk/>
            <pc:sldMk cId="3632704378" sldId="2147483588"/>
            <ac:spMk id="5" creationId="{3745D067-DBCD-CA74-8267-E12551553FCA}"/>
          </ac:spMkLst>
        </pc:spChg>
        <pc:spChg chg="mod">
          <ac:chgData name="Gianfranco UNGARO" userId="4f39880c-a08b-47ae-91e1-6f6fe97eb55c" providerId="ADAL" clId="{B9CDA6C2-FB08-4958-8B1C-04840AA36384}" dt="2025-10-02T06:49:12.834" v="1741" actId="1076"/>
          <ac:spMkLst>
            <pc:docMk/>
            <pc:sldMk cId="3632704378" sldId="2147483588"/>
            <ac:spMk id="16" creationId="{26B3E437-2855-F03A-D076-AF6680CC4B93}"/>
          </ac:spMkLst>
        </pc:spChg>
        <pc:spChg chg="mod">
          <ac:chgData name="Gianfranco UNGARO" userId="4f39880c-a08b-47ae-91e1-6f6fe97eb55c" providerId="ADAL" clId="{B9CDA6C2-FB08-4958-8B1C-04840AA36384}" dt="2025-10-02T06:48:32.314" v="1724" actId="1076"/>
          <ac:spMkLst>
            <pc:docMk/>
            <pc:sldMk cId="3632704378" sldId="2147483588"/>
            <ac:spMk id="22" creationId="{C1825CE5-6A8D-FA86-4EF0-DC9A26163CE1}"/>
          </ac:spMkLst>
        </pc:spChg>
        <pc:picChg chg="add mod">
          <ac:chgData name="Gianfranco UNGARO" userId="4f39880c-a08b-47ae-91e1-6f6fe97eb55c" providerId="ADAL" clId="{B9CDA6C2-FB08-4958-8B1C-04840AA36384}" dt="2025-10-02T07:04:53.710" v="1761" actId="14100"/>
          <ac:picMkLst>
            <pc:docMk/>
            <pc:sldMk cId="3632704378" sldId="2147483588"/>
            <ac:picMk id="25" creationId="{2A2CFE39-41E6-A68C-9830-7A43A2EEA519}"/>
          </ac:picMkLst>
        </pc:picChg>
        <pc:picChg chg="add mod">
          <ac:chgData name="Gianfranco UNGARO" userId="4f39880c-a08b-47ae-91e1-6f6fe97eb55c" providerId="ADAL" clId="{B9CDA6C2-FB08-4958-8B1C-04840AA36384}" dt="2025-10-02T07:04:57.514" v="1762" actId="14100"/>
          <ac:picMkLst>
            <pc:docMk/>
            <pc:sldMk cId="3632704378" sldId="2147483588"/>
            <ac:picMk id="1026" creationId="{294B3FE9-1FDB-4D32-488F-25B4A98E3FE7}"/>
          </ac:picMkLst>
        </pc:picChg>
      </pc:sldChg>
      <pc:sldChg chg="modSp mod">
        <pc:chgData name="Gianfranco UNGARO" userId="4f39880c-a08b-47ae-91e1-6f6fe97eb55c" providerId="ADAL" clId="{B9CDA6C2-FB08-4958-8B1C-04840AA36384}" dt="2025-10-02T06:52:44.427" v="1756" actId="207"/>
        <pc:sldMkLst>
          <pc:docMk/>
          <pc:sldMk cId="2565590949" sldId="2147483590"/>
        </pc:sldMkLst>
        <pc:spChg chg="mod">
          <ac:chgData name="Gianfranco UNGARO" userId="4f39880c-a08b-47ae-91e1-6f6fe97eb55c" providerId="ADAL" clId="{B9CDA6C2-FB08-4958-8B1C-04840AA36384}" dt="2025-10-02T06:52:44.427" v="1756" actId="207"/>
          <ac:spMkLst>
            <pc:docMk/>
            <pc:sldMk cId="2565590949" sldId="2147483590"/>
            <ac:spMk id="22" creationId="{82690F35-B3A6-5C1B-6A38-6BF6F3AB54B8}"/>
          </ac:spMkLst>
        </pc:spChg>
      </pc:sldChg>
      <pc:sldChg chg="addSp modSp mod">
        <pc:chgData name="Gianfranco UNGARO" userId="4f39880c-a08b-47ae-91e1-6f6fe97eb55c" providerId="ADAL" clId="{B9CDA6C2-FB08-4958-8B1C-04840AA36384}" dt="2025-10-06T05:05:14.193" v="2533" actId="1582"/>
        <pc:sldMkLst>
          <pc:docMk/>
          <pc:sldMk cId="1162632182" sldId="2147483591"/>
        </pc:sldMkLst>
        <pc:spChg chg="mod">
          <ac:chgData name="Gianfranco UNGARO" userId="4f39880c-a08b-47ae-91e1-6f6fe97eb55c" providerId="ADAL" clId="{B9CDA6C2-FB08-4958-8B1C-04840AA36384}" dt="2025-10-06T05:05:14.193" v="2533" actId="1582"/>
          <ac:spMkLst>
            <pc:docMk/>
            <pc:sldMk cId="1162632182" sldId="2147483591"/>
            <ac:spMk id="13" creationId="{B40BDF83-5BAC-3C5B-6460-6FDAB60717F7}"/>
          </ac:spMkLst>
        </pc:spChg>
        <pc:spChg chg="mod">
          <ac:chgData name="Gianfranco UNGARO" userId="4f39880c-a08b-47ae-91e1-6f6fe97eb55c" providerId="ADAL" clId="{B9CDA6C2-FB08-4958-8B1C-04840AA36384}" dt="2025-10-06T05:05:14.193" v="2533" actId="1582"/>
          <ac:spMkLst>
            <pc:docMk/>
            <pc:sldMk cId="1162632182" sldId="2147483591"/>
            <ac:spMk id="15" creationId="{3D4F82B0-E5E3-3E84-D1AE-2AECD6F1EE1B}"/>
          </ac:spMkLst>
        </pc:spChg>
        <pc:spChg chg="mod">
          <ac:chgData name="Gianfranco UNGARO" userId="4f39880c-a08b-47ae-91e1-6f6fe97eb55c" providerId="ADAL" clId="{B9CDA6C2-FB08-4958-8B1C-04840AA36384}" dt="2025-10-06T05:05:14.193" v="2533" actId="1582"/>
          <ac:spMkLst>
            <pc:docMk/>
            <pc:sldMk cId="1162632182" sldId="2147483591"/>
            <ac:spMk id="20" creationId="{C7E8C158-5D20-E379-8171-20B7E249BFB5}"/>
          </ac:spMkLst>
        </pc:spChg>
        <pc:spChg chg="mod">
          <ac:chgData name="Gianfranco UNGARO" userId="4f39880c-a08b-47ae-91e1-6f6fe97eb55c" providerId="ADAL" clId="{B9CDA6C2-FB08-4958-8B1C-04840AA36384}" dt="2025-10-06T05:05:14.193" v="2533" actId="1582"/>
          <ac:spMkLst>
            <pc:docMk/>
            <pc:sldMk cId="1162632182" sldId="2147483591"/>
            <ac:spMk id="22" creationId="{467A1E6C-0D6F-6EEB-5C4D-53B3DD9B0EA9}"/>
          </ac:spMkLst>
        </pc:spChg>
        <pc:spChg chg="mod">
          <ac:chgData name="Gianfranco UNGARO" userId="4f39880c-a08b-47ae-91e1-6f6fe97eb55c" providerId="ADAL" clId="{B9CDA6C2-FB08-4958-8B1C-04840AA36384}" dt="2025-10-06T05:05:14.193" v="2533" actId="1582"/>
          <ac:spMkLst>
            <pc:docMk/>
            <pc:sldMk cId="1162632182" sldId="2147483591"/>
            <ac:spMk id="24" creationId="{1F1AEC59-DAC0-4FAB-F540-4271674034DD}"/>
          </ac:spMkLst>
        </pc:spChg>
        <pc:spChg chg="mod">
          <ac:chgData name="Gianfranco UNGARO" userId="4f39880c-a08b-47ae-91e1-6f6fe97eb55c" providerId="ADAL" clId="{B9CDA6C2-FB08-4958-8B1C-04840AA36384}" dt="2025-10-06T05:05:14.193" v="2533" actId="1582"/>
          <ac:spMkLst>
            <pc:docMk/>
            <pc:sldMk cId="1162632182" sldId="2147483591"/>
            <ac:spMk id="26" creationId="{AF5DE76E-8056-2FC0-F44D-193B58A81D4D}"/>
          </ac:spMkLst>
        </pc:spChg>
      </pc:sldChg>
      <pc:sldChg chg="addSp delSp modSp new mod ord">
        <pc:chgData name="Gianfranco UNGARO" userId="4f39880c-a08b-47ae-91e1-6f6fe97eb55c" providerId="ADAL" clId="{B9CDA6C2-FB08-4958-8B1C-04840AA36384}" dt="2025-10-06T05:05:47.779" v="2549" actId="20577"/>
        <pc:sldMkLst>
          <pc:docMk/>
          <pc:sldMk cId="2994605634" sldId="2147483592"/>
        </pc:sldMkLst>
        <pc:spChg chg="add mod">
          <ac:chgData name="Gianfranco UNGARO" userId="4f39880c-a08b-47ae-91e1-6f6fe97eb55c" providerId="ADAL" clId="{B9CDA6C2-FB08-4958-8B1C-04840AA36384}" dt="2025-10-02T13:05:30.589" v="2200" actId="1076"/>
          <ac:spMkLst>
            <pc:docMk/>
            <pc:sldMk cId="2994605634" sldId="2147483592"/>
            <ac:spMk id="9" creationId="{6945E0F8-13BA-AD9A-FA5C-2092916E356C}"/>
          </ac:spMkLst>
        </pc:spChg>
        <pc:spChg chg="add mod">
          <ac:chgData name="Gianfranco UNGARO" userId="4f39880c-a08b-47ae-91e1-6f6fe97eb55c" providerId="ADAL" clId="{B9CDA6C2-FB08-4958-8B1C-04840AA36384}" dt="2025-10-06T05:05:47.779" v="2549" actId="20577"/>
          <ac:spMkLst>
            <pc:docMk/>
            <pc:sldMk cId="2994605634" sldId="2147483592"/>
            <ac:spMk id="10" creationId="{6AACF5E4-F8C0-91F3-D82C-B852E8E2662F}"/>
          </ac:spMkLst>
        </pc:spChg>
        <pc:spChg chg="add mod">
          <ac:chgData name="Gianfranco UNGARO" userId="4f39880c-a08b-47ae-91e1-6f6fe97eb55c" providerId="ADAL" clId="{B9CDA6C2-FB08-4958-8B1C-04840AA36384}" dt="2025-10-02T13:04:38.716" v="2198" actId="403"/>
          <ac:spMkLst>
            <pc:docMk/>
            <pc:sldMk cId="2994605634" sldId="2147483592"/>
            <ac:spMk id="12" creationId="{42AE76A1-D90F-B428-CEC1-2B72CDB42A7A}"/>
          </ac:spMkLst>
        </pc:spChg>
        <pc:graphicFrameChg chg="add mod modGraphic">
          <ac:chgData name="Gianfranco UNGARO" userId="4f39880c-a08b-47ae-91e1-6f6fe97eb55c" providerId="ADAL" clId="{B9CDA6C2-FB08-4958-8B1C-04840AA36384}" dt="2025-10-02T13:03:55.499" v="2180" actId="14734"/>
          <ac:graphicFrameMkLst>
            <pc:docMk/>
            <pc:sldMk cId="2994605634" sldId="2147483592"/>
            <ac:graphicFrameMk id="11" creationId="{0D888641-D8FC-B37E-8BEA-FCA51F93CB2B}"/>
          </ac:graphicFrameMkLst>
        </pc:graphicFrameChg>
        <pc:picChg chg="add mod">
          <ac:chgData name="Gianfranco UNGARO" userId="4f39880c-a08b-47ae-91e1-6f6fe97eb55c" providerId="ADAL" clId="{B9CDA6C2-FB08-4958-8B1C-04840AA36384}" dt="2025-10-02T11:49:08.098" v="1834" actId="1076"/>
          <ac:picMkLst>
            <pc:docMk/>
            <pc:sldMk cId="2994605634" sldId="2147483592"/>
            <ac:picMk id="8" creationId="{B5A831F1-1665-7B07-9C48-F6A31E784913}"/>
          </ac:picMkLst>
        </pc:picChg>
        <pc:picChg chg="add mod">
          <ac:chgData name="Gianfranco UNGARO" userId="4f39880c-a08b-47ae-91e1-6f6fe97eb55c" providerId="ADAL" clId="{B9CDA6C2-FB08-4958-8B1C-04840AA36384}" dt="2025-10-02T13:04:44.251" v="2199" actId="1076"/>
          <ac:picMkLst>
            <pc:docMk/>
            <pc:sldMk cId="2994605634" sldId="2147483592"/>
            <ac:picMk id="13" creationId="{587D41F4-0C45-BC0C-58DD-057791BBA3ED}"/>
          </ac:picMkLst>
        </pc:picChg>
      </pc:sldChg>
      <pc:sldChg chg="modSp mod">
        <pc:chgData name="Gianfranco UNGARO" userId="4f39880c-a08b-47ae-91e1-6f6fe97eb55c" providerId="ADAL" clId="{B9CDA6C2-FB08-4958-8B1C-04840AA36384}" dt="2025-10-06T05:55:55.003" v="2730" actId="14100"/>
        <pc:sldMkLst>
          <pc:docMk/>
          <pc:sldMk cId="1060903810" sldId="2147483593"/>
        </pc:sldMkLst>
        <pc:spChg chg="mod">
          <ac:chgData name="Gianfranco UNGARO" userId="4f39880c-a08b-47ae-91e1-6f6fe97eb55c" providerId="ADAL" clId="{B9CDA6C2-FB08-4958-8B1C-04840AA36384}" dt="2025-10-06T05:55:55.003" v="2730" actId="14100"/>
          <ac:spMkLst>
            <pc:docMk/>
            <pc:sldMk cId="1060903810" sldId="2147483593"/>
            <ac:spMk id="132" creationId="{9815D9F3-DF8A-126D-88B0-A65F31B46CA0}"/>
          </ac:spMkLst>
        </pc:spChg>
      </pc:sldChg>
    </pc:docChg>
  </pc:docChgLst>
  <pc:docChgLst>
    <pc:chgData name="Juan NAVARRO" userId="1e1a151d-997d-4b46-bca9-6ebd631e4974" providerId="ADAL" clId="{CB9E1E38-3E68-4544-BEA0-3C50330F040F}"/>
    <pc:docChg chg="custSel modSld">
      <pc:chgData name="Juan NAVARRO" userId="1e1a151d-997d-4b46-bca9-6ebd631e4974" providerId="ADAL" clId="{CB9E1E38-3E68-4544-BEA0-3C50330F040F}" dt="2025-10-03T12:10:30.828" v="59" actId="20577"/>
      <pc:docMkLst>
        <pc:docMk/>
      </pc:docMkLst>
      <pc:sldChg chg="addSp delSp modSp mod">
        <pc:chgData name="Juan NAVARRO" userId="1e1a151d-997d-4b46-bca9-6ebd631e4974" providerId="ADAL" clId="{CB9E1E38-3E68-4544-BEA0-3C50330F040F}" dt="2025-10-03T12:06:16.055" v="58" actId="113"/>
        <pc:sldMkLst>
          <pc:docMk/>
          <pc:sldMk cId="3120071578" sldId="2147483583"/>
        </pc:sldMkLst>
        <pc:graphicFrameChg chg="modGraphic">
          <ac:chgData name="Juan NAVARRO" userId="1e1a151d-997d-4b46-bca9-6ebd631e4974" providerId="ADAL" clId="{CB9E1E38-3E68-4544-BEA0-3C50330F040F}" dt="2025-10-03T12:06:16.055" v="58" actId="113"/>
          <ac:graphicFrameMkLst>
            <pc:docMk/>
            <pc:sldMk cId="3120071578" sldId="2147483583"/>
            <ac:graphicFrameMk id="13" creationId="{45F99098-0341-A173-8B6D-C2766848B565}"/>
          </ac:graphicFrameMkLst>
        </pc:graphicFrameChg>
        <pc:picChg chg="add mod">
          <ac:chgData name="Juan NAVARRO" userId="1e1a151d-997d-4b46-bca9-6ebd631e4974" providerId="ADAL" clId="{CB9E1E38-3E68-4544-BEA0-3C50330F040F}" dt="2025-10-03T12:01:29.395" v="51" actId="1035"/>
          <ac:picMkLst>
            <pc:docMk/>
            <pc:sldMk cId="3120071578" sldId="2147483583"/>
            <ac:picMk id="22" creationId="{204C1E0C-D302-4295-307E-3D69F9D20F1C}"/>
          </ac:picMkLst>
        </pc:picChg>
      </pc:sldChg>
      <pc:sldChg chg="modSp mod">
        <pc:chgData name="Juan NAVARRO" userId="1e1a151d-997d-4b46-bca9-6ebd631e4974" providerId="ADAL" clId="{CB9E1E38-3E68-4544-BEA0-3C50330F040F}" dt="2025-10-03T12:10:30.828" v="59" actId="20577"/>
        <pc:sldMkLst>
          <pc:docMk/>
          <pc:sldMk cId="2565590949" sldId="2147483590"/>
        </pc:sldMkLst>
        <pc:spChg chg="mod">
          <ac:chgData name="Juan NAVARRO" userId="1e1a151d-997d-4b46-bca9-6ebd631e4974" providerId="ADAL" clId="{CB9E1E38-3E68-4544-BEA0-3C50330F040F}" dt="2025-10-03T12:10:30.828" v="59" actId="20577"/>
          <ac:spMkLst>
            <pc:docMk/>
            <pc:sldMk cId="2565590949" sldId="2147483590"/>
            <ac:spMk id="22" creationId="{82690F35-B3A6-5C1B-6A38-6BF6F3AB54B8}"/>
          </ac:spMkLst>
        </pc:spChg>
      </pc:sldChg>
    </pc:docChg>
  </pc:docChgLst>
  <pc:docChgLst>
    <pc:chgData name="Xavier POIRIER-COUTANSAIS" userId="2e3e5b54-b13d-4b47-9de3-f3a7250bee07" providerId="ADAL" clId="{1D8BC9D7-6E1D-40A6-A406-CC5C7BA9B8E9}"/>
    <pc:docChg chg="undo redo custSel addSld delSld modSld sldOrd modMainMaster">
      <pc:chgData name="Xavier POIRIER-COUTANSAIS" userId="2e3e5b54-b13d-4b47-9de3-f3a7250bee07" providerId="ADAL" clId="{1D8BC9D7-6E1D-40A6-A406-CC5C7BA9B8E9}" dt="2025-10-03T10:53:27.717" v="10338" actId="478"/>
      <pc:docMkLst>
        <pc:docMk/>
      </pc:docMkLst>
      <pc:sldChg chg="addSp delSp modSp mod modClrScheme chgLayout">
        <pc:chgData name="Xavier POIRIER-COUTANSAIS" userId="2e3e5b54-b13d-4b47-9de3-f3a7250bee07" providerId="ADAL" clId="{1D8BC9D7-6E1D-40A6-A406-CC5C7BA9B8E9}" dt="2025-10-02T13:40:13.163" v="9572" actId="20577"/>
        <pc:sldMkLst>
          <pc:docMk/>
          <pc:sldMk cId="3493923150" sldId="363"/>
        </pc:sldMkLst>
        <pc:spChg chg="add mod">
          <ac:chgData name="Xavier POIRIER-COUTANSAIS" userId="2e3e5b54-b13d-4b47-9de3-f3a7250bee07" providerId="ADAL" clId="{1D8BC9D7-6E1D-40A6-A406-CC5C7BA9B8E9}" dt="2025-10-02T13:20:59.918" v="9121" actId="20577"/>
          <ac:spMkLst>
            <pc:docMk/>
            <pc:sldMk cId="3493923150" sldId="363"/>
            <ac:spMk id="4" creationId="{CD02D8C1-5B8A-BA8C-B7E7-6178AD7F5ABF}"/>
          </ac:spMkLst>
        </pc:spChg>
        <pc:spChg chg="mod">
          <ac:chgData name="Xavier POIRIER-COUTANSAIS" userId="2e3e5b54-b13d-4b47-9de3-f3a7250bee07" providerId="ADAL" clId="{1D8BC9D7-6E1D-40A6-A406-CC5C7BA9B8E9}" dt="2025-10-02T13:40:13.163" v="9572" actId="20577"/>
          <ac:spMkLst>
            <pc:docMk/>
            <pc:sldMk cId="3493923150" sldId="363"/>
            <ac:spMk id="10" creationId="{00000000-0000-0000-0000-000000000000}"/>
          </ac:spMkLst>
        </pc:spChg>
        <pc:spChg chg="mod">
          <ac:chgData name="Xavier POIRIER-COUTANSAIS" userId="2e3e5b54-b13d-4b47-9de3-f3a7250bee07" providerId="ADAL" clId="{1D8BC9D7-6E1D-40A6-A406-CC5C7BA9B8E9}" dt="2025-10-02T13:37:45.348" v="9532" actId="554"/>
          <ac:spMkLst>
            <pc:docMk/>
            <pc:sldMk cId="3493923150" sldId="363"/>
            <ac:spMk id="11" creationId="{00000000-0000-0000-0000-000000000000}"/>
          </ac:spMkLst>
        </pc:spChg>
        <pc:spChg chg="mod">
          <ac:chgData name="Xavier POIRIER-COUTANSAIS" userId="2e3e5b54-b13d-4b47-9de3-f3a7250bee07" providerId="ADAL" clId="{1D8BC9D7-6E1D-40A6-A406-CC5C7BA9B8E9}" dt="2025-10-02T13:38:17.075" v="9566" actId="1035"/>
          <ac:spMkLst>
            <pc:docMk/>
            <pc:sldMk cId="3493923150" sldId="363"/>
            <ac:spMk id="17" creationId="{B78F4E2B-E303-4521-AB5D-7D6F603B2173}"/>
          </ac:spMkLst>
        </pc:spChg>
        <pc:spChg chg="mod">
          <ac:chgData name="Xavier POIRIER-COUTANSAIS" userId="2e3e5b54-b13d-4b47-9de3-f3a7250bee07" providerId="ADAL" clId="{1D8BC9D7-6E1D-40A6-A406-CC5C7BA9B8E9}" dt="2025-10-02T13:38:17.075" v="9566" actId="1035"/>
          <ac:spMkLst>
            <pc:docMk/>
            <pc:sldMk cId="3493923150" sldId="363"/>
            <ac:spMk id="18" creationId="{C85C6EBA-E641-4385-BA41-9FE2923BA06B}"/>
          </ac:spMkLst>
        </pc:spChg>
        <pc:spChg chg="mod">
          <ac:chgData name="Xavier POIRIER-COUTANSAIS" userId="2e3e5b54-b13d-4b47-9de3-f3a7250bee07" providerId="ADAL" clId="{1D8BC9D7-6E1D-40A6-A406-CC5C7BA9B8E9}" dt="2025-10-02T13:38:17.075" v="9566" actId="1035"/>
          <ac:spMkLst>
            <pc:docMk/>
            <pc:sldMk cId="3493923150" sldId="363"/>
            <ac:spMk id="79" creationId="{00000000-0000-0000-0000-000000000000}"/>
          </ac:spMkLst>
        </pc:spChg>
        <pc:spChg chg="mod">
          <ac:chgData name="Xavier POIRIER-COUTANSAIS" userId="2e3e5b54-b13d-4b47-9de3-f3a7250bee07" providerId="ADAL" clId="{1D8BC9D7-6E1D-40A6-A406-CC5C7BA9B8E9}" dt="2025-10-02T13:38:36.997" v="9569" actId="14100"/>
          <ac:spMkLst>
            <pc:docMk/>
            <pc:sldMk cId="3493923150" sldId="363"/>
            <ac:spMk id="80" creationId="{00000000-0000-0000-0000-000000000000}"/>
          </ac:spMkLst>
        </pc:spChg>
        <pc:spChg chg="mod">
          <ac:chgData name="Xavier POIRIER-COUTANSAIS" userId="2e3e5b54-b13d-4b47-9de3-f3a7250bee07" providerId="ADAL" clId="{1D8BC9D7-6E1D-40A6-A406-CC5C7BA9B8E9}" dt="2025-10-02T13:37:57.633" v="9553" actId="1036"/>
          <ac:spMkLst>
            <pc:docMk/>
            <pc:sldMk cId="3493923150" sldId="363"/>
            <ac:spMk id="82" creationId="{00000000-0000-0000-0000-000000000000}"/>
          </ac:spMkLst>
        </pc:spChg>
        <pc:spChg chg="mod">
          <ac:chgData name="Xavier POIRIER-COUTANSAIS" userId="2e3e5b54-b13d-4b47-9de3-f3a7250bee07" providerId="ADAL" clId="{1D8BC9D7-6E1D-40A6-A406-CC5C7BA9B8E9}" dt="2025-10-02T13:37:45.348" v="9532" actId="554"/>
          <ac:spMkLst>
            <pc:docMk/>
            <pc:sldMk cId="3493923150" sldId="363"/>
            <ac:spMk id="83" creationId="{00000000-0000-0000-0000-000000000000}"/>
          </ac:spMkLst>
        </pc:spChg>
      </pc:sldChg>
      <pc:sldChg chg="modSp mod">
        <pc:chgData name="Xavier POIRIER-COUTANSAIS" userId="2e3e5b54-b13d-4b47-9de3-f3a7250bee07" providerId="ADAL" clId="{1D8BC9D7-6E1D-40A6-A406-CC5C7BA9B8E9}" dt="2025-10-02T06:07:17.075" v="8619" actId="20577"/>
        <pc:sldMkLst>
          <pc:docMk/>
          <pc:sldMk cId="1621669667" sldId="487"/>
        </pc:sldMkLst>
        <pc:spChg chg="mod">
          <ac:chgData name="Xavier POIRIER-COUTANSAIS" userId="2e3e5b54-b13d-4b47-9de3-f3a7250bee07" providerId="ADAL" clId="{1D8BC9D7-6E1D-40A6-A406-CC5C7BA9B8E9}" dt="2025-10-02T06:07:17.075" v="8619" actId="20577"/>
          <ac:spMkLst>
            <pc:docMk/>
            <pc:sldMk cId="1621669667" sldId="487"/>
            <ac:spMk id="6" creationId="{8FA65C7F-B8B5-2B02-016B-68B3309CC20C}"/>
          </ac:spMkLst>
        </pc:spChg>
        <pc:spChg chg="mod">
          <ac:chgData name="Xavier POIRIER-COUTANSAIS" userId="2e3e5b54-b13d-4b47-9de3-f3a7250bee07" providerId="ADAL" clId="{1D8BC9D7-6E1D-40A6-A406-CC5C7BA9B8E9}" dt="2025-10-01T06:22:11.393" v="5380" actId="20577"/>
          <ac:spMkLst>
            <pc:docMk/>
            <pc:sldMk cId="1621669667" sldId="487"/>
            <ac:spMk id="8" creationId="{DE4C3F83-BD2B-75EB-2691-5FF4A0CC8994}"/>
          </ac:spMkLst>
        </pc:spChg>
        <pc:spChg chg="mod">
          <ac:chgData name="Xavier POIRIER-COUTANSAIS" userId="2e3e5b54-b13d-4b47-9de3-f3a7250bee07" providerId="ADAL" clId="{1D8BC9D7-6E1D-40A6-A406-CC5C7BA9B8E9}" dt="2025-10-01T13:08:41.193" v="8075" actId="790"/>
          <ac:spMkLst>
            <pc:docMk/>
            <pc:sldMk cId="1621669667" sldId="487"/>
            <ac:spMk id="20" creationId="{92EE5A33-C932-4E1B-8633-A199B8B15882}"/>
          </ac:spMkLst>
        </pc:spChg>
      </pc:sldChg>
      <pc:sldChg chg="addSp delSp modSp add mod modClrScheme chgLayout">
        <pc:chgData name="Xavier POIRIER-COUTANSAIS" userId="2e3e5b54-b13d-4b47-9de3-f3a7250bee07" providerId="ADAL" clId="{1D8BC9D7-6E1D-40A6-A406-CC5C7BA9B8E9}" dt="2025-10-02T06:04:42.404" v="8605" actId="2711"/>
        <pc:sldMkLst>
          <pc:docMk/>
          <pc:sldMk cId="1413566414" sldId="5637"/>
        </pc:sldMkLst>
        <pc:spChg chg="mod">
          <ac:chgData name="Xavier POIRIER-COUTANSAIS" userId="2e3e5b54-b13d-4b47-9de3-f3a7250bee07" providerId="ADAL" clId="{1D8BC9D7-6E1D-40A6-A406-CC5C7BA9B8E9}" dt="2025-10-02T06:04:42.404" v="8605" actId="2711"/>
          <ac:spMkLst>
            <pc:docMk/>
            <pc:sldMk cId="1413566414" sldId="5637"/>
            <ac:spMk id="4" creationId="{6B0BC068-BDD7-6A7F-CABD-2B5898619DC1}"/>
          </ac:spMkLst>
        </pc:spChg>
        <pc:spChg chg="mod">
          <ac:chgData name="Xavier POIRIER-COUTANSAIS" userId="2e3e5b54-b13d-4b47-9de3-f3a7250bee07" providerId="ADAL" clId="{1D8BC9D7-6E1D-40A6-A406-CC5C7BA9B8E9}" dt="2025-10-02T06:04:42.404" v="8605" actId="2711"/>
          <ac:spMkLst>
            <pc:docMk/>
            <pc:sldMk cId="1413566414" sldId="5637"/>
            <ac:spMk id="18" creationId="{F565555D-0BC7-B63E-0F5E-57DA87535007}"/>
          </ac:spMkLst>
        </pc:spChg>
        <pc:spChg chg="mod">
          <ac:chgData name="Xavier POIRIER-COUTANSAIS" userId="2e3e5b54-b13d-4b47-9de3-f3a7250bee07" providerId="ADAL" clId="{1D8BC9D7-6E1D-40A6-A406-CC5C7BA9B8E9}" dt="2025-10-02T06:04:42.404" v="8605" actId="2711"/>
          <ac:spMkLst>
            <pc:docMk/>
            <pc:sldMk cId="1413566414" sldId="5637"/>
            <ac:spMk id="21" creationId="{7F4B0A0D-92DC-1ECF-37E7-6F56CDD4C7C0}"/>
          </ac:spMkLst>
        </pc:spChg>
        <pc:spChg chg="mod">
          <ac:chgData name="Xavier POIRIER-COUTANSAIS" userId="2e3e5b54-b13d-4b47-9de3-f3a7250bee07" providerId="ADAL" clId="{1D8BC9D7-6E1D-40A6-A406-CC5C7BA9B8E9}" dt="2025-10-02T06:04:42.404" v="8605" actId="2711"/>
          <ac:spMkLst>
            <pc:docMk/>
            <pc:sldMk cId="1413566414" sldId="5637"/>
            <ac:spMk id="44" creationId="{181DEB7A-50E9-F763-B3E5-87C75FEB7F55}"/>
          </ac:spMkLst>
        </pc:spChg>
        <pc:spChg chg="mod">
          <ac:chgData name="Xavier POIRIER-COUTANSAIS" userId="2e3e5b54-b13d-4b47-9de3-f3a7250bee07" providerId="ADAL" clId="{1D8BC9D7-6E1D-40A6-A406-CC5C7BA9B8E9}" dt="2025-10-02T06:04:42.404" v="8605" actId="2711"/>
          <ac:spMkLst>
            <pc:docMk/>
            <pc:sldMk cId="1413566414" sldId="5637"/>
            <ac:spMk id="45" creationId="{E0CF77E6-A026-15F8-5454-3FF8347F467F}"/>
          </ac:spMkLst>
        </pc:spChg>
        <pc:spChg chg="mod">
          <ac:chgData name="Xavier POIRIER-COUTANSAIS" userId="2e3e5b54-b13d-4b47-9de3-f3a7250bee07" providerId="ADAL" clId="{1D8BC9D7-6E1D-40A6-A406-CC5C7BA9B8E9}" dt="2025-10-02T06:04:42.404" v="8605" actId="2711"/>
          <ac:spMkLst>
            <pc:docMk/>
            <pc:sldMk cId="1413566414" sldId="5637"/>
            <ac:spMk id="46" creationId="{523C30D3-A2A4-F43B-7678-576BA5456F89}"/>
          </ac:spMkLst>
        </pc:spChg>
        <pc:spChg chg="mod">
          <ac:chgData name="Xavier POIRIER-COUTANSAIS" userId="2e3e5b54-b13d-4b47-9de3-f3a7250bee07" providerId="ADAL" clId="{1D8BC9D7-6E1D-40A6-A406-CC5C7BA9B8E9}" dt="2025-10-02T06:04:42.404" v="8605" actId="2711"/>
          <ac:spMkLst>
            <pc:docMk/>
            <pc:sldMk cId="1413566414" sldId="5637"/>
            <ac:spMk id="47" creationId="{C9F827E5-2BFD-C39F-385B-DA7A1167FF98}"/>
          </ac:spMkLst>
        </pc:spChg>
        <pc:picChg chg="add mod">
          <ac:chgData name="Xavier POIRIER-COUTANSAIS" userId="2e3e5b54-b13d-4b47-9de3-f3a7250bee07" providerId="ADAL" clId="{1D8BC9D7-6E1D-40A6-A406-CC5C7BA9B8E9}" dt="2025-10-01T06:03:07.249" v="5245"/>
          <ac:picMkLst>
            <pc:docMk/>
            <pc:sldMk cId="1413566414" sldId="5637"/>
            <ac:picMk id="5" creationId="{D294B82C-34B4-3EEA-17B3-5E2417ECAA6D}"/>
          </ac:picMkLst>
        </pc:picChg>
      </pc:sldChg>
      <pc:sldChg chg="modSp mod">
        <pc:chgData name="Xavier POIRIER-COUTANSAIS" userId="2e3e5b54-b13d-4b47-9de3-f3a7250bee07" providerId="ADAL" clId="{1D8BC9D7-6E1D-40A6-A406-CC5C7BA9B8E9}" dt="2025-10-02T06:05:38.141" v="8614" actId="20577"/>
        <pc:sldMkLst>
          <pc:docMk/>
          <pc:sldMk cId="382662086" sldId="2147483572"/>
        </pc:sldMkLst>
        <pc:spChg chg="mod">
          <ac:chgData name="Xavier POIRIER-COUTANSAIS" userId="2e3e5b54-b13d-4b47-9de3-f3a7250bee07" providerId="ADAL" clId="{1D8BC9D7-6E1D-40A6-A406-CC5C7BA9B8E9}" dt="2025-10-02T06:05:38.141" v="8614" actId="20577"/>
          <ac:spMkLst>
            <pc:docMk/>
            <pc:sldMk cId="382662086" sldId="2147483572"/>
            <ac:spMk id="6" creationId="{F5B8FD27-27A5-10E7-129F-62153FDC5188}"/>
          </ac:spMkLst>
        </pc:spChg>
      </pc:sldChg>
      <pc:sldChg chg="addSp modSp mod">
        <pc:chgData name="Xavier POIRIER-COUTANSAIS" userId="2e3e5b54-b13d-4b47-9de3-f3a7250bee07" providerId="ADAL" clId="{1D8BC9D7-6E1D-40A6-A406-CC5C7BA9B8E9}" dt="2025-10-02T04:09:44.832" v="8257" actId="14100"/>
        <pc:sldMkLst>
          <pc:docMk/>
          <pc:sldMk cId="4107241847" sldId="2147483573"/>
        </pc:sldMkLst>
        <pc:spChg chg="mod">
          <ac:chgData name="Xavier POIRIER-COUTANSAIS" userId="2e3e5b54-b13d-4b47-9de3-f3a7250bee07" providerId="ADAL" clId="{1D8BC9D7-6E1D-40A6-A406-CC5C7BA9B8E9}" dt="2025-09-30T06:48:20.717" v="1176" actId="20577"/>
          <ac:spMkLst>
            <pc:docMk/>
            <pc:sldMk cId="4107241847" sldId="2147483573"/>
            <ac:spMk id="5" creationId="{41C50E50-A3FE-2C7B-FD2D-A99441146785}"/>
          </ac:spMkLst>
        </pc:spChg>
        <pc:spChg chg="mod">
          <ac:chgData name="Xavier POIRIER-COUTANSAIS" userId="2e3e5b54-b13d-4b47-9de3-f3a7250bee07" providerId="ADAL" clId="{1D8BC9D7-6E1D-40A6-A406-CC5C7BA9B8E9}" dt="2025-10-02T04:09:44.832" v="8257" actId="14100"/>
          <ac:spMkLst>
            <pc:docMk/>
            <pc:sldMk cId="4107241847" sldId="2147483573"/>
            <ac:spMk id="6" creationId="{1B5CA595-77E3-CC5C-DCA4-AAE84D6FA802}"/>
          </ac:spMkLst>
        </pc:spChg>
        <pc:spChg chg="add mod">
          <ac:chgData name="Xavier POIRIER-COUTANSAIS" userId="2e3e5b54-b13d-4b47-9de3-f3a7250bee07" providerId="ADAL" clId="{1D8BC9D7-6E1D-40A6-A406-CC5C7BA9B8E9}" dt="2025-10-01T10:10:24.793" v="8027" actId="1035"/>
          <ac:spMkLst>
            <pc:docMk/>
            <pc:sldMk cId="4107241847" sldId="2147483573"/>
            <ac:spMk id="10" creationId="{EE9AD024-FEB0-79CC-A817-9355B2FDD456}"/>
          </ac:spMkLst>
        </pc:spChg>
        <pc:picChg chg="add mod">
          <ac:chgData name="Xavier POIRIER-COUTANSAIS" userId="2e3e5b54-b13d-4b47-9de3-f3a7250bee07" providerId="ADAL" clId="{1D8BC9D7-6E1D-40A6-A406-CC5C7BA9B8E9}" dt="2025-10-01T10:10:24.793" v="8027" actId="1035"/>
          <ac:picMkLst>
            <pc:docMk/>
            <pc:sldMk cId="4107241847" sldId="2147483573"/>
            <ac:picMk id="7" creationId="{063817E2-3BA5-A095-B48D-EDA95DFE40CF}"/>
          </ac:picMkLst>
        </pc:picChg>
        <pc:picChg chg="add mod">
          <ac:chgData name="Xavier POIRIER-COUTANSAIS" userId="2e3e5b54-b13d-4b47-9de3-f3a7250bee07" providerId="ADAL" clId="{1D8BC9D7-6E1D-40A6-A406-CC5C7BA9B8E9}" dt="2025-10-01T10:10:24.793" v="8027" actId="1035"/>
          <ac:picMkLst>
            <pc:docMk/>
            <pc:sldMk cId="4107241847" sldId="2147483573"/>
            <ac:picMk id="8" creationId="{FC9B9080-76A7-E4EA-0773-4F125FAD2A36}"/>
          </ac:picMkLst>
        </pc:picChg>
        <pc:picChg chg="add mod">
          <ac:chgData name="Xavier POIRIER-COUTANSAIS" userId="2e3e5b54-b13d-4b47-9de3-f3a7250bee07" providerId="ADAL" clId="{1D8BC9D7-6E1D-40A6-A406-CC5C7BA9B8E9}" dt="2025-10-01T10:10:24.793" v="8027" actId="1035"/>
          <ac:picMkLst>
            <pc:docMk/>
            <pc:sldMk cId="4107241847" sldId="2147483573"/>
            <ac:picMk id="9" creationId="{61AE9969-895C-7EA1-228E-C30E30B85164}"/>
          </ac:picMkLst>
        </pc:picChg>
        <pc:picChg chg="add mod">
          <ac:chgData name="Xavier POIRIER-COUTANSAIS" userId="2e3e5b54-b13d-4b47-9de3-f3a7250bee07" providerId="ADAL" clId="{1D8BC9D7-6E1D-40A6-A406-CC5C7BA9B8E9}" dt="2025-10-01T10:10:32.854" v="8051" actId="1037"/>
          <ac:picMkLst>
            <pc:docMk/>
            <pc:sldMk cId="4107241847" sldId="2147483573"/>
            <ac:picMk id="12" creationId="{FB8648A7-900C-D7AE-41E7-BF152A53297B}"/>
          </ac:picMkLst>
        </pc:picChg>
      </pc:sldChg>
      <pc:sldChg chg="addSp delSp modSp mod">
        <pc:chgData name="Xavier POIRIER-COUTANSAIS" userId="2e3e5b54-b13d-4b47-9de3-f3a7250bee07" providerId="ADAL" clId="{1D8BC9D7-6E1D-40A6-A406-CC5C7BA9B8E9}" dt="2025-09-30T14:39:19.932" v="3891" actId="14100"/>
        <pc:sldMkLst>
          <pc:docMk/>
          <pc:sldMk cId="2365456921" sldId="2147483575"/>
        </pc:sldMkLst>
        <pc:spChg chg="mod">
          <ac:chgData name="Xavier POIRIER-COUTANSAIS" userId="2e3e5b54-b13d-4b47-9de3-f3a7250bee07" providerId="ADAL" clId="{1D8BC9D7-6E1D-40A6-A406-CC5C7BA9B8E9}" dt="2025-09-30T06:53:34.835" v="1235" actId="13926"/>
          <ac:spMkLst>
            <pc:docMk/>
            <pc:sldMk cId="2365456921" sldId="2147483575"/>
            <ac:spMk id="6" creationId="{E72D6A64-50F9-6985-648F-CC1DEE0B7B46}"/>
          </ac:spMkLst>
        </pc:spChg>
        <pc:graphicFrameChg chg="add mod">
          <ac:chgData name="Xavier POIRIER-COUTANSAIS" userId="2e3e5b54-b13d-4b47-9de3-f3a7250bee07" providerId="ADAL" clId="{1D8BC9D7-6E1D-40A6-A406-CC5C7BA9B8E9}" dt="2025-09-30T14:39:19.932" v="3891" actId="14100"/>
          <ac:graphicFrameMkLst>
            <pc:docMk/>
            <pc:sldMk cId="2365456921" sldId="2147483575"/>
            <ac:graphicFrameMk id="2" creationId="{BF75C1ED-A98F-CDC1-5C3D-DA115372A150}"/>
          </ac:graphicFrameMkLst>
        </pc:graphicFrameChg>
      </pc:sldChg>
      <pc:sldChg chg="addSp delSp modSp mod">
        <pc:chgData name="Xavier POIRIER-COUTANSAIS" userId="2e3e5b54-b13d-4b47-9de3-f3a7250bee07" providerId="ADAL" clId="{1D8BC9D7-6E1D-40A6-A406-CC5C7BA9B8E9}" dt="2025-10-02T04:19:39.615" v="8556" actId="478"/>
        <pc:sldMkLst>
          <pc:docMk/>
          <pc:sldMk cId="4139749324" sldId="2147483576"/>
        </pc:sldMkLst>
        <pc:spChg chg="mod">
          <ac:chgData name="Xavier POIRIER-COUTANSAIS" userId="2e3e5b54-b13d-4b47-9de3-f3a7250bee07" providerId="ADAL" clId="{1D8BC9D7-6E1D-40A6-A406-CC5C7BA9B8E9}" dt="2025-10-02T04:19:36.623" v="8555" actId="20577"/>
          <ac:spMkLst>
            <pc:docMk/>
            <pc:sldMk cId="4139749324" sldId="2147483576"/>
            <ac:spMk id="8" creationId="{D66D5407-C160-F292-424F-6FDEBBF7AEC9}"/>
          </ac:spMkLst>
        </pc:spChg>
        <pc:spChg chg="mod">
          <ac:chgData name="Xavier POIRIER-COUTANSAIS" userId="2e3e5b54-b13d-4b47-9de3-f3a7250bee07" providerId="ADAL" clId="{1D8BC9D7-6E1D-40A6-A406-CC5C7BA9B8E9}" dt="2025-09-30T07:17:57.213" v="1541" actId="20577"/>
          <ac:spMkLst>
            <pc:docMk/>
            <pc:sldMk cId="4139749324" sldId="2147483576"/>
            <ac:spMk id="16" creationId="{9A7E539A-9C45-3B1D-BFCD-BD1A90687F8E}"/>
          </ac:spMkLst>
        </pc:spChg>
        <pc:spChg chg="ord">
          <ac:chgData name="Xavier POIRIER-COUTANSAIS" userId="2e3e5b54-b13d-4b47-9de3-f3a7250bee07" providerId="ADAL" clId="{1D8BC9D7-6E1D-40A6-A406-CC5C7BA9B8E9}" dt="2025-09-30T06:56:55.169" v="1250" actId="166"/>
          <ac:spMkLst>
            <pc:docMk/>
            <pc:sldMk cId="4139749324" sldId="2147483576"/>
            <ac:spMk id="21" creationId="{F838DE7E-9038-D6DF-CFA3-DDD2702AAC48}"/>
          </ac:spMkLst>
        </pc:spChg>
        <pc:spChg chg="mod">
          <ac:chgData name="Xavier POIRIER-COUTANSAIS" userId="2e3e5b54-b13d-4b47-9de3-f3a7250bee07" providerId="ADAL" clId="{1D8BC9D7-6E1D-40A6-A406-CC5C7BA9B8E9}" dt="2025-09-30T13:24:21.446" v="3842" actId="115"/>
          <ac:spMkLst>
            <pc:docMk/>
            <pc:sldMk cId="4139749324" sldId="2147483576"/>
            <ac:spMk id="22" creationId="{C3FE7D09-77E1-1CAA-850A-B6C7FBF34ECF}"/>
          </ac:spMkLst>
        </pc:spChg>
        <pc:spChg chg="add mod">
          <ac:chgData name="Xavier POIRIER-COUTANSAIS" userId="2e3e5b54-b13d-4b47-9de3-f3a7250bee07" providerId="ADAL" clId="{1D8BC9D7-6E1D-40A6-A406-CC5C7BA9B8E9}" dt="2025-09-30T07:20:45.002" v="1577"/>
          <ac:spMkLst>
            <pc:docMk/>
            <pc:sldMk cId="4139749324" sldId="2147483576"/>
            <ac:spMk id="24" creationId="{C9F2FB10-FCE3-1462-21A8-E13B5E0EEA6B}"/>
          </ac:spMkLst>
        </pc:spChg>
        <pc:graphicFrameChg chg="add mod">
          <ac:chgData name="Xavier POIRIER-COUTANSAIS" userId="2e3e5b54-b13d-4b47-9de3-f3a7250bee07" providerId="ADAL" clId="{1D8BC9D7-6E1D-40A6-A406-CC5C7BA9B8E9}" dt="2025-09-30T07:16:25.613" v="1504" actId="1035"/>
          <ac:graphicFrameMkLst>
            <pc:docMk/>
            <pc:sldMk cId="4139749324" sldId="2147483576"/>
            <ac:graphicFrameMk id="18" creationId="{325BB39E-3E19-C646-0D07-82964C9DAA4A}"/>
          </ac:graphicFrameMkLst>
        </pc:graphicFrameChg>
        <pc:picChg chg="add mod">
          <ac:chgData name="Xavier POIRIER-COUTANSAIS" userId="2e3e5b54-b13d-4b47-9de3-f3a7250bee07" providerId="ADAL" clId="{1D8BC9D7-6E1D-40A6-A406-CC5C7BA9B8E9}" dt="2025-10-01T13:14:12.887" v="8089" actId="14100"/>
          <ac:picMkLst>
            <pc:docMk/>
            <pc:sldMk cId="4139749324" sldId="2147483576"/>
            <ac:picMk id="5" creationId="{7B1005A7-73A5-7C83-3992-4144054C7D3D}"/>
          </ac:picMkLst>
        </pc:picChg>
        <pc:picChg chg="add mod modCrop">
          <ac:chgData name="Xavier POIRIER-COUTANSAIS" userId="2e3e5b54-b13d-4b47-9de3-f3a7250bee07" providerId="ADAL" clId="{1D8BC9D7-6E1D-40A6-A406-CC5C7BA9B8E9}" dt="2025-10-01T14:36:48.188" v="8256" actId="14100"/>
          <ac:picMkLst>
            <pc:docMk/>
            <pc:sldMk cId="4139749324" sldId="2147483576"/>
            <ac:picMk id="6" creationId="{7FEDDC37-DAFF-CCF2-A5FC-F54155C44E14}"/>
          </ac:picMkLst>
        </pc:picChg>
        <pc:picChg chg="add mod">
          <ac:chgData name="Xavier POIRIER-COUTANSAIS" userId="2e3e5b54-b13d-4b47-9de3-f3a7250bee07" providerId="ADAL" clId="{1D8BC9D7-6E1D-40A6-A406-CC5C7BA9B8E9}" dt="2025-10-01T13:14:55.729" v="8096" actId="14100"/>
          <ac:picMkLst>
            <pc:docMk/>
            <pc:sldMk cId="4139749324" sldId="2147483576"/>
            <ac:picMk id="9" creationId="{0B97B17A-5539-F6DE-2E0A-F7B78F9F887F}"/>
          </ac:picMkLst>
        </pc:picChg>
        <pc:picChg chg="add mod ord">
          <ac:chgData name="Xavier POIRIER-COUTANSAIS" userId="2e3e5b54-b13d-4b47-9de3-f3a7250bee07" providerId="ADAL" clId="{1D8BC9D7-6E1D-40A6-A406-CC5C7BA9B8E9}" dt="2025-09-30T07:22:35.871" v="1616" actId="166"/>
          <ac:picMkLst>
            <pc:docMk/>
            <pc:sldMk cId="4139749324" sldId="2147483576"/>
            <ac:picMk id="17" creationId="{37C6EF3B-3BB5-DE9C-C65A-32A2CBE6763C}"/>
          </ac:picMkLst>
        </pc:picChg>
      </pc:sldChg>
      <pc:sldChg chg="addSp delSp modSp mod modNotesTx">
        <pc:chgData name="Xavier POIRIER-COUTANSAIS" userId="2e3e5b54-b13d-4b47-9de3-f3a7250bee07" providerId="ADAL" clId="{1D8BC9D7-6E1D-40A6-A406-CC5C7BA9B8E9}" dt="2025-10-03T07:16:55.603" v="9777" actId="20577"/>
        <pc:sldMkLst>
          <pc:docMk/>
          <pc:sldMk cId="4280418452" sldId="2147483577"/>
        </pc:sldMkLst>
        <pc:spChg chg="mod">
          <ac:chgData name="Xavier POIRIER-COUTANSAIS" userId="2e3e5b54-b13d-4b47-9de3-f3a7250bee07" providerId="ADAL" clId="{1D8BC9D7-6E1D-40A6-A406-CC5C7BA9B8E9}" dt="2025-10-03T07:16:32.409" v="9748" actId="14100"/>
          <ac:spMkLst>
            <pc:docMk/>
            <pc:sldMk cId="4280418452" sldId="2147483577"/>
            <ac:spMk id="16" creationId="{0120F401-D261-91AC-8767-1A7D594D7301}"/>
          </ac:spMkLst>
        </pc:spChg>
        <pc:spChg chg="mod">
          <ac:chgData name="Xavier POIRIER-COUTANSAIS" userId="2e3e5b54-b13d-4b47-9de3-f3a7250bee07" providerId="ADAL" clId="{1D8BC9D7-6E1D-40A6-A406-CC5C7BA9B8E9}" dt="2025-10-01T07:31:32.208" v="6111" actId="20577"/>
          <ac:spMkLst>
            <pc:docMk/>
            <pc:sldMk cId="4280418452" sldId="2147483577"/>
            <ac:spMk id="22" creationId="{7A1D10C7-0F4A-52A6-B4CA-6429124D9175}"/>
          </ac:spMkLst>
        </pc:spChg>
        <pc:spChg chg="add mod">
          <ac:chgData name="Xavier POIRIER-COUTANSAIS" userId="2e3e5b54-b13d-4b47-9de3-f3a7250bee07" providerId="ADAL" clId="{1D8BC9D7-6E1D-40A6-A406-CC5C7BA9B8E9}" dt="2025-09-30T07:20:51.457" v="1579"/>
          <ac:spMkLst>
            <pc:docMk/>
            <pc:sldMk cId="4280418452" sldId="2147483577"/>
            <ac:spMk id="23" creationId="{0AAFC903-5B1F-008D-29E8-84122E8FD12E}"/>
          </ac:spMkLst>
        </pc:spChg>
        <pc:graphicFrameChg chg="add mod">
          <ac:chgData name="Xavier POIRIER-COUTANSAIS" userId="2e3e5b54-b13d-4b47-9de3-f3a7250bee07" providerId="ADAL" clId="{1D8BC9D7-6E1D-40A6-A406-CC5C7BA9B8E9}" dt="2025-09-30T07:19:07.343" v="1553"/>
          <ac:graphicFrameMkLst>
            <pc:docMk/>
            <pc:sldMk cId="4280418452" sldId="2147483577"/>
            <ac:graphicFrameMk id="11" creationId="{B59A139C-6CCD-FB76-F9F0-C6E8FF1AB1D7}"/>
          </ac:graphicFrameMkLst>
        </pc:graphicFrameChg>
        <pc:picChg chg="add mod ord">
          <ac:chgData name="Xavier POIRIER-COUTANSAIS" userId="2e3e5b54-b13d-4b47-9de3-f3a7250bee07" providerId="ADAL" clId="{1D8BC9D7-6E1D-40A6-A406-CC5C7BA9B8E9}" dt="2025-09-30T07:21:05.310" v="1598" actId="1037"/>
          <ac:picMkLst>
            <pc:docMk/>
            <pc:sldMk cId="4280418452" sldId="2147483577"/>
            <ac:picMk id="13" creationId="{AD0824F7-BD82-F987-7F1B-2BBA0A08549F}"/>
          </ac:picMkLst>
        </pc:picChg>
      </pc:sldChg>
      <pc:sldChg chg="addSp delSp modSp mod">
        <pc:chgData name="Xavier POIRIER-COUTANSAIS" userId="2e3e5b54-b13d-4b47-9de3-f3a7250bee07" providerId="ADAL" clId="{1D8BC9D7-6E1D-40A6-A406-CC5C7BA9B8E9}" dt="2025-10-02T06:02:47.500" v="8591" actId="207"/>
        <pc:sldMkLst>
          <pc:docMk/>
          <pc:sldMk cId="711972406" sldId="2147483578"/>
        </pc:sldMkLst>
        <pc:spChg chg="mod">
          <ac:chgData name="Xavier POIRIER-COUTANSAIS" userId="2e3e5b54-b13d-4b47-9de3-f3a7250bee07" providerId="ADAL" clId="{1D8BC9D7-6E1D-40A6-A406-CC5C7BA9B8E9}" dt="2025-10-01T07:57:41.009" v="6930" actId="20577"/>
          <ac:spMkLst>
            <pc:docMk/>
            <pc:sldMk cId="711972406" sldId="2147483578"/>
            <ac:spMk id="16" creationId="{E8A12C60-D4E8-A402-AFDA-12B012F1D502}"/>
          </ac:spMkLst>
        </pc:spChg>
        <pc:spChg chg="mod">
          <ac:chgData name="Xavier POIRIER-COUTANSAIS" userId="2e3e5b54-b13d-4b47-9de3-f3a7250bee07" providerId="ADAL" clId="{1D8BC9D7-6E1D-40A6-A406-CC5C7BA9B8E9}" dt="2025-10-02T06:02:47.500" v="8591" actId="207"/>
          <ac:spMkLst>
            <pc:docMk/>
            <pc:sldMk cId="711972406" sldId="2147483578"/>
            <ac:spMk id="22" creationId="{E2B3FE2E-6F03-F0EE-6716-B6E3A0BBCE66}"/>
          </ac:spMkLst>
        </pc:spChg>
      </pc:sldChg>
      <pc:sldChg chg="addSp delSp modSp mod">
        <pc:chgData name="Xavier POIRIER-COUTANSAIS" userId="2e3e5b54-b13d-4b47-9de3-f3a7250bee07" providerId="ADAL" clId="{1D8BC9D7-6E1D-40A6-A406-CC5C7BA9B8E9}" dt="2025-10-02T04:24:42.981" v="8567" actId="20577"/>
        <pc:sldMkLst>
          <pc:docMk/>
          <pc:sldMk cId="306083919" sldId="2147483579"/>
        </pc:sldMkLst>
        <pc:spChg chg="add mod">
          <ac:chgData name="Xavier POIRIER-COUTANSAIS" userId="2e3e5b54-b13d-4b47-9de3-f3a7250bee07" providerId="ADAL" clId="{1D8BC9D7-6E1D-40A6-A406-CC5C7BA9B8E9}" dt="2025-09-30T12:39:16.107" v="3550" actId="1038"/>
          <ac:spMkLst>
            <pc:docMk/>
            <pc:sldMk cId="306083919" sldId="2147483579"/>
            <ac:spMk id="2" creationId="{8E950FAB-7CE2-E607-6241-4A49535906C5}"/>
          </ac:spMkLst>
        </pc:spChg>
        <pc:spChg chg="add mod">
          <ac:chgData name="Xavier POIRIER-COUTANSAIS" userId="2e3e5b54-b13d-4b47-9de3-f3a7250bee07" providerId="ADAL" clId="{1D8BC9D7-6E1D-40A6-A406-CC5C7BA9B8E9}" dt="2025-10-01T08:13:05.036" v="7657" actId="20577"/>
          <ac:spMkLst>
            <pc:docMk/>
            <pc:sldMk cId="306083919" sldId="2147483579"/>
            <ac:spMk id="5" creationId="{501F2C68-480E-753C-2F71-DC03A1F90059}"/>
          </ac:spMkLst>
        </pc:spChg>
        <pc:spChg chg="add mod">
          <ac:chgData name="Xavier POIRIER-COUTANSAIS" userId="2e3e5b54-b13d-4b47-9de3-f3a7250bee07" providerId="ADAL" clId="{1D8BC9D7-6E1D-40A6-A406-CC5C7BA9B8E9}" dt="2025-10-02T04:24:42.981" v="8567" actId="20577"/>
          <ac:spMkLst>
            <pc:docMk/>
            <pc:sldMk cId="306083919" sldId="2147483579"/>
            <ac:spMk id="6" creationId="{D56E11AC-8C96-51E0-CC14-35E943E3CE81}"/>
          </ac:spMkLst>
        </pc:spChg>
        <pc:spChg chg="add mod">
          <ac:chgData name="Xavier POIRIER-COUTANSAIS" userId="2e3e5b54-b13d-4b47-9de3-f3a7250bee07" providerId="ADAL" clId="{1D8BC9D7-6E1D-40A6-A406-CC5C7BA9B8E9}" dt="2025-09-30T07:24:02.587" v="1707" actId="20577"/>
          <ac:spMkLst>
            <pc:docMk/>
            <pc:sldMk cId="306083919" sldId="2147483579"/>
            <ac:spMk id="8" creationId="{C9949945-8154-318C-65F0-A27553343830}"/>
          </ac:spMkLst>
        </pc:spChg>
        <pc:spChg chg="add mod">
          <ac:chgData name="Xavier POIRIER-COUTANSAIS" userId="2e3e5b54-b13d-4b47-9de3-f3a7250bee07" providerId="ADAL" clId="{1D8BC9D7-6E1D-40A6-A406-CC5C7BA9B8E9}" dt="2025-10-01T13:27:54.441" v="8102" actId="313"/>
          <ac:spMkLst>
            <pc:docMk/>
            <pc:sldMk cId="306083919" sldId="2147483579"/>
            <ac:spMk id="10" creationId="{E1F8FB64-F248-5BF7-BC22-C8D84FA4B6F5}"/>
          </ac:spMkLst>
        </pc:spChg>
        <pc:spChg chg="add mod">
          <ac:chgData name="Xavier POIRIER-COUTANSAIS" userId="2e3e5b54-b13d-4b47-9de3-f3a7250bee07" providerId="ADAL" clId="{1D8BC9D7-6E1D-40A6-A406-CC5C7BA9B8E9}" dt="2025-10-02T04:24:24.878" v="8563" actId="20577"/>
          <ac:spMkLst>
            <pc:docMk/>
            <pc:sldMk cId="306083919" sldId="2147483579"/>
            <ac:spMk id="11" creationId="{6374A7C7-FA2E-8A5C-FB33-0D59DC4057AC}"/>
          </ac:spMkLst>
        </pc:spChg>
        <pc:spChg chg="mod">
          <ac:chgData name="Xavier POIRIER-COUTANSAIS" userId="2e3e5b54-b13d-4b47-9de3-f3a7250bee07" providerId="ADAL" clId="{1D8BC9D7-6E1D-40A6-A406-CC5C7BA9B8E9}" dt="2025-10-01T08:17:45.264" v="7819" actId="20577"/>
          <ac:spMkLst>
            <pc:docMk/>
            <pc:sldMk cId="306083919" sldId="2147483579"/>
            <ac:spMk id="16" creationId="{8FFA5DAA-7A2A-F19B-8D7A-7D4C95A94774}"/>
          </ac:spMkLst>
        </pc:spChg>
        <pc:spChg chg="add mod">
          <ac:chgData name="Xavier POIRIER-COUTANSAIS" userId="2e3e5b54-b13d-4b47-9de3-f3a7250bee07" providerId="ADAL" clId="{1D8BC9D7-6E1D-40A6-A406-CC5C7BA9B8E9}" dt="2025-09-30T12:39:16.107" v="3550" actId="1038"/>
          <ac:spMkLst>
            <pc:docMk/>
            <pc:sldMk cId="306083919" sldId="2147483579"/>
            <ac:spMk id="19" creationId="{36F57E9D-FB4F-E4C8-6A10-9C36A1014725}"/>
          </ac:spMkLst>
        </pc:spChg>
        <pc:graphicFrameChg chg="add mod">
          <ac:chgData name="Xavier POIRIER-COUTANSAIS" userId="2e3e5b54-b13d-4b47-9de3-f3a7250bee07" providerId="ADAL" clId="{1D8BC9D7-6E1D-40A6-A406-CC5C7BA9B8E9}" dt="2025-09-30T07:23:17.811" v="1620"/>
          <ac:graphicFrameMkLst>
            <pc:docMk/>
            <pc:sldMk cId="306083919" sldId="2147483579"/>
            <ac:graphicFrameMk id="7" creationId="{E9EF5ED3-3817-B338-E245-F053251E3D09}"/>
          </ac:graphicFrameMkLst>
        </pc:graphicFrameChg>
        <pc:picChg chg="add mod">
          <ac:chgData name="Xavier POIRIER-COUTANSAIS" userId="2e3e5b54-b13d-4b47-9de3-f3a7250bee07" providerId="ADAL" clId="{1D8BC9D7-6E1D-40A6-A406-CC5C7BA9B8E9}" dt="2025-09-30T07:23:42.162" v="1674" actId="1037"/>
          <ac:picMkLst>
            <pc:docMk/>
            <pc:sldMk cId="306083919" sldId="2147483579"/>
            <ac:picMk id="9" creationId="{E3B1703E-CDB0-1D36-1018-416E529E2CAB}"/>
          </ac:picMkLst>
        </pc:picChg>
        <pc:picChg chg="mod">
          <ac:chgData name="Xavier POIRIER-COUTANSAIS" userId="2e3e5b54-b13d-4b47-9de3-f3a7250bee07" providerId="ADAL" clId="{1D8BC9D7-6E1D-40A6-A406-CC5C7BA9B8E9}" dt="2025-09-30T12:39:16.107" v="3550" actId="1038"/>
          <ac:picMkLst>
            <pc:docMk/>
            <pc:sldMk cId="306083919" sldId="2147483579"/>
            <ac:picMk id="12" creationId="{364138A2-0CA1-C557-9DCE-1F9DE8C85547}"/>
          </ac:picMkLst>
        </pc:picChg>
        <pc:picChg chg="add mod">
          <ac:chgData name="Xavier POIRIER-COUTANSAIS" userId="2e3e5b54-b13d-4b47-9de3-f3a7250bee07" providerId="ADAL" clId="{1D8BC9D7-6E1D-40A6-A406-CC5C7BA9B8E9}" dt="2025-09-30T12:39:16.107" v="3550" actId="1038"/>
          <ac:picMkLst>
            <pc:docMk/>
            <pc:sldMk cId="306083919" sldId="2147483579"/>
            <ac:picMk id="13" creationId="{2A23AE2A-6896-19EC-9B93-9F6452360B25}"/>
          </ac:picMkLst>
        </pc:picChg>
        <pc:picChg chg="mod">
          <ac:chgData name="Xavier POIRIER-COUTANSAIS" userId="2e3e5b54-b13d-4b47-9de3-f3a7250bee07" providerId="ADAL" clId="{1D8BC9D7-6E1D-40A6-A406-CC5C7BA9B8E9}" dt="2025-09-30T12:39:16.107" v="3550" actId="1038"/>
          <ac:picMkLst>
            <pc:docMk/>
            <pc:sldMk cId="306083919" sldId="2147483579"/>
            <ac:picMk id="14" creationId="{4072B5A1-2E29-C7F8-6AF8-2C1A5846947C}"/>
          </ac:picMkLst>
        </pc:picChg>
        <pc:picChg chg="add mod">
          <ac:chgData name="Xavier POIRIER-COUTANSAIS" userId="2e3e5b54-b13d-4b47-9de3-f3a7250bee07" providerId="ADAL" clId="{1D8BC9D7-6E1D-40A6-A406-CC5C7BA9B8E9}" dt="2025-09-30T12:39:16.107" v="3550" actId="1038"/>
          <ac:picMkLst>
            <pc:docMk/>
            <pc:sldMk cId="306083919" sldId="2147483579"/>
            <ac:picMk id="15" creationId="{7012860D-FDF4-628A-6F00-F00ADFBBD5EA}"/>
          </ac:picMkLst>
        </pc:picChg>
        <pc:picChg chg="mod">
          <ac:chgData name="Xavier POIRIER-COUTANSAIS" userId="2e3e5b54-b13d-4b47-9de3-f3a7250bee07" providerId="ADAL" clId="{1D8BC9D7-6E1D-40A6-A406-CC5C7BA9B8E9}" dt="2025-09-30T12:37:27.713" v="3468" actId="1036"/>
          <ac:picMkLst>
            <pc:docMk/>
            <pc:sldMk cId="306083919" sldId="2147483579"/>
            <ac:picMk id="18" creationId="{D5FFBFC4-7DDC-1E5F-0E07-FDDA1F00AF2D}"/>
          </ac:picMkLst>
        </pc:picChg>
      </pc:sldChg>
      <pc:sldChg chg="addSp delSp modSp mod">
        <pc:chgData name="Xavier POIRIER-COUTANSAIS" userId="2e3e5b54-b13d-4b47-9de3-f3a7250bee07" providerId="ADAL" clId="{1D8BC9D7-6E1D-40A6-A406-CC5C7BA9B8E9}" dt="2025-10-03T07:36:07.279" v="10214" actId="20577"/>
        <pc:sldMkLst>
          <pc:docMk/>
          <pc:sldMk cId="2879102545" sldId="2147483580"/>
        </pc:sldMkLst>
        <pc:spChg chg="add mod">
          <ac:chgData name="Xavier POIRIER-COUTANSAIS" userId="2e3e5b54-b13d-4b47-9de3-f3a7250bee07" providerId="ADAL" clId="{1D8BC9D7-6E1D-40A6-A406-CC5C7BA9B8E9}" dt="2025-10-03T07:32:35.867" v="10156" actId="1076"/>
          <ac:spMkLst>
            <pc:docMk/>
            <pc:sldMk cId="2879102545" sldId="2147483580"/>
            <ac:spMk id="5" creationId="{3DF899FA-A087-73E7-C793-B97F16E019B1}"/>
          </ac:spMkLst>
        </pc:spChg>
        <pc:spChg chg="add mod">
          <ac:chgData name="Xavier POIRIER-COUTANSAIS" userId="2e3e5b54-b13d-4b47-9de3-f3a7250bee07" providerId="ADAL" clId="{1D8BC9D7-6E1D-40A6-A406-CC5C7BA9B8E9}" dt="2025-09-30T07:25:41.491" v="1822" actId="14100"/>
          <ac:spMkLst>
            <pc:docMk/>
            <pc:sldMk cId="2879102545" sldId="2147483580"/>
            <ac:spMk id="7" creationId="{10A1FA13-E6B1-F9DA-EB3B-CD6E2FD20000}"/>
          </ac:spMkLst>
        </pc:spChg>
        <pc:spChg chg="mod">
          <ac:chgData name="Xavier POIRIER-COUTANSAIS" userId="2e3e5b54-b13d-4b47-9de3-f3a7250bee07" providerId="ADAL" clId="{1D8BC9D7-6E1D-40A6-A406-CC5C7BA9B8E9}" dt="2025-10-01T08:19:07.094" v="7877" actId="6549"/>
          <ac:spMkLst>
            <pc:docMk/>
            <pc:sldMk cId="2879102545" sldId="2147483580"/>
            <ac:spMk id="16" creationId="{6C5AF051-B29D-8ACD-C252-318B6FECE770}"/>
          </ac:spMkLst>
        </pc:spChg>
        <pc:spChg chg="add mod">
          <ac:chgData name="Xavier POIRIER-COUTANSAIS" userId="2e3e5b54-b13d-4b47-9de3-f3a7250bee07" providerId="ADAL" clId="{1D8BC9D7-6E1D-40A6-A406-CC5C7BA9B8E9}" dt="2025-10-03T07:27:04.319" v="10024" actId="1076"/>
          <ac:spMkLst>
            <pc:docMk/>
            <pc:sldMk cId="2879102545" sldId="2147483580"/>
            <ac:spMk id="19" creationId="{47D85F38-E158-B0E6-6686-28A13750A6E2}"/>
          </ac:spMkLst>
        </pc:spChg>
        <pc:spChg chg="add mod">
          <ac:chgData name="Xavier POIRIER-COUTANSAIS" userId="2e3e5b54-b13d-4b47-9de3-f3a7250bee07" providerId="ADAL" clId="{1D8BC9D7-6E1D-40A6-A406-CC5C7BA9B8E9}" dt="2025-10-03T07:36:07.279" v="10214" actId="20577"/>
          <ac:spMkLst>
            <pc:docMk/>
            <pc:sldMk cId="2879102545" sldId="2147483580"/>
            <ac:spMk id="22" creationId="{7C3172AE-6F09-2B98-B03C-D16F4CF75286}"/>
          </ac:spMkLst>
        </pc:spChg>
        <pc:graphicFrameChg chg="add mod modGraphic">
          <ac:chgData name="Xavier POIRIER-COUTANSAIS" userId="2e3e5b54-b13d-4b47-9de3-f3a7250bee07" providerId="ADAL" clId="{1D8BC9D7-6E1D-40A6-A406-CC5C7BA9B8E9}" dt="2025-10-03T07:32:30.388" v="10155" actId="1076"/>
          <ac:graphicFrameMkLst>
            <pc:docMk/>
            <pc:sldMk cId="2879102545" sldId="2147483580"/>
            <ac:graphicFrameMk id="2" creationId="{9DCF5C28-5D7C-EE76-F001-094DAE4FBA65}"/>
          </ac:graphicFrameMkLst>
        </pc:graphicFrameChg>
        <pc:graphicFrameChg chg="add mod">
          <ac:chgData name="Xavier POIRIER-COUTANSAIS" userId="2e3e5b54-b13d-4b47-9de3-f3a7250bee07" providerId="ADAL" clId="{1D8BC9D7-6E1D-40A6-A406-CC5C7BA9B8E9}" dt="2025-09-30T07:24:33.483" v="1736"/>
          <ac:graphicFrameMkLst>
            <pc:docMk/>
            <pc:sldMk cId="2879102545" sldId="2147483580"/>
            <ac:graphicFrameMk id="6" creationId="{6DEAEB8A-F267-9CEB-19FD-0CDAA8D4937D}"/>
          </ac:graphicFrameMkLst>
        </pc:graphicFrameChg>
        <pc:picChg chg="add mod">
          <ac:chgData name="Xavier POIRIER-COUTANSAIS" userId="2e3e5b54-b13d-4b47-9de3-f3a7250bee07" providerId="ADAL" clId="{1D8BC9D7-6E1D-40A6-A406-CC5C7BA9B8E9}" dt="2025-09-30T07:25:47.938" v="1830" actId="1037"/>
          <ac:picMkLst>
            <pc:docMk/>
            <pc:sldMk cId="2879102545" sldId="2147483580"/>
            <ac:picMk id="15" creationId="{7E568A1F-1AE5-889A-02F6-3473B0E7AB33}"/>
          </ac:picMkLst>
        </pc:picChg>
      </pc:sldChg>
      <pc:sldChg chg="addSp delSp modSp mod ord">
        <pc:chgData name="Xavier POIRIER-COUTANSAIS" userId="2e3e5b54-b13d-4b47-9de3-f3a7250bee07" providerId="ADAL" clId="{1D8BC9D7-6E1D-40A6-A406-CC5C7BA9B8E9}" dt="2025-10-02T06:06:05.715" v="8618" actId="20577"/>
        <pc:sldMkLst>
          <pc:docMk/>
          <pc:sldMk cId="1370124791" sldId="2147483581"/>
        </pc:sldMkLst>
        <pc:spChg chg="mod">
          <ac:chgData name="Xavier POIRIER-COUTANSAIS" userId="2e3e5b54-b13d-4b47-9de3-f3a7250bee07" providerId="ADAL" clId="{1D8BC9D7-6E1D-40A6-A406-CC5C7BA9B8E9}" dt="2025-10-02T06:06:05.715" v="8618" actId="20577"/>
          <ac:spMkLst>
            <pc:docMk/>
            <pc:sldMk cId="1370124791" sldId="2147483581"/>
            <ac:spMk id="16" creationId="{CE274DF8-35E0-6435-AA68-49C88A754575}"/>
          </ac:spMkLst>
        </pc:spChg>
        <pc:spChg chg="add del mod">
          <ac:chgData name="Xavier POIRIER-COUTANSAIS" userId="2e3e5b54-b13d-4b47-9de3-f3a7250bee07" providerId="ADAL" clId="{1D8BC9D7-6E1D-40A6-A406-CC5C7BA9B8E9}" dt="2025-09-30T12:31:32.796" v="3364" actId="20577"/>
          <ac:spMkLst>
            <pc:docMk/>
            <pc:sldMk cId="1370124791" sldId="2147483581"/>
            <ac:spMk id="22" creationId="{1995FCF1-A44C-9A98-B3C8-AC1111E42E5C}"/>
          </ac:spMkLst>
        </pc:spChg>
        <pc:spChg chg="add mod">
          <ac:chgData name="Xavier POIRIER-COUTANSAIS" userId="2e3e5b54-b13d-4b47-9de3-f3a7250bee07" providerId="ADAL" clId="{1D8BC9D7-6E1D-40A6-A406-CC5C7BA9B8E9}" dt="2025-09-30T07:45:14.155" v="2836" actId="20577"/>
          <ac:spMkLst>
            <pc:docMk/>
            <pc:sldMk cId="1370124791" sldId="2147483581"/>
            <ac:spMk id="32" creationId="{E2F81E89-B552-E190-0412-7A749EAE7165}"/>
          </ac:spMkLst>
        </pc:spChg>
        <pc:graphicFrameChg chg="add mod">
          <ac:chgData name="Xavier POIRIER-COUTANSAIS" userId="2e3e5b54-b13d-4b47-9de3-f3a7250bee07" providerId="ADAL" clId="{1D8BC9D7-6E1D-40A6-A406-CC5C7BA9B8E9}" dt="2025-09-30T07:44:33.054" v="2812"/>
          <ac:graphicFrameMkLst>
            <pc:docMk/>
            <pc:sldMk cId="1370124791" sldId="2147483581"/>
            <ac:graphicFrameMk id="31" creationId="{63781027-F6EB-F59F-0DD9-52C68F9CA0F0}"/>
          </ac:graphicFrameMkLst>
        </pc:graphicFrameChg>
        <pc:picChg chg="add mod">
          <ac:chgData name="Xavier POIRIER-COUTANSAIS" userId="2e3e5b54-b13d-4b47-9de3-f3a7250bee07" providerId="ADAL" clId="{1D8BC9D7-6E1D-40A6-A406-CC5C7BA9B8E9}" dt="2025-09-30T07:45:19.993" v="2847" actId="1037"/>
          <ac:picMkLst>
            <pc:docMk/>
            <pc:sldMk cId="1370124791" sldId="2147483581"/>
            <ac:picMk id="34" creationId="{7B3BA024-BB14-F917-FF84-AF44BFE25CA1}"/>
          </ac:picMkLst>
        </pc:picChg>
      </pc:sldChg>
      <pc:sldChg chg="addSp delSp modSp new mod">
        <pc:chgData name="Xavier POIRIER-COUTANSAIS" userId="2e3e5b54-b13d-4b47-9de3-f3a7250bee07" providerId="ADAL" clId="{1D8BC9D7-6E1D-40A6-A406-CC5C7BA9B8E9}" dt="2025-10-02T06:01:27.397" v="8580" actId="14100"/>
        <pc:sldMkLst>
          <pc:docMk/>
          <pc:sldMk cId="3120071578" sldId="2147483583"/>
        </pc:sldMkLst>
        <pc:spChg chg="add mod">
          <ac:chgData name="Xavier POIRIER-COUTANSAIS" userId="2e3e5b54-b13d-4b47-9de3-f3a7250bee07" providerId="ADAL" clId="{1D8BC9D7-6E1D-40A6-A406-CC5C7BA9B8E9}" dt="2025-10-02T04:17:34.691" v="8526" actId="14100"/>
          <ac:spMkLst>
            <pc:docMk/>
            <pc:sldMk cId="3120071578" sldId="2147483583"/>
            <ac:spMk id="10" creationId="{510775B1-76D2-2155-9B3C-DE9A2E6467AB}"/>
          </ac:spMkLst>
        </pc:spChg>
        <pc:spChg chg="add mod">
          <ac:chgData name="Xavier POIRIER-COUTANSAIS" userId="2e3e5b54-b13d-4b47-9de3-f3a7250bee07" providerId="ADAL" clId="{1D8BC9D7-6E1D-40A6-A406-CC5C7BA9B8E9}" dt="2025-10-02T06:01:25.069" v="8579" actId="14100"/>
          <ac:spMkLst>
            <pc:docMk/>
            <pc:sldMk cId="3120071578" sldId="2147483583"/>
            <ac:spMk id="11" creationId="{D2B49DAE-B03F-1410-6719-5CB5DFCB3013}"/>
          </ac:spMkLst>
        </pc:spChg>
        <pc:spChg chg="add mod">
          <ac:chgData name="Xavier POIRIER-COUTANSAIS" userId="2e3e5b54-b13d-4b47-9de3-f3a7250bee07" providerId="ADAL" clId="{1D8BC9D7-6E1D-40A6-A406-CC5C7BA9B8E9}" dt="2025-10-02T04:17:49.977" v="8528" actId="14100"/>
          <ac:spMkLst>
            <pc:docMk/>
            <pc:sldMk cId="3120071578" sldId="2147483583"/>
            <ac:spMk id="12" creationId="{AB097C95-5FC8-9171-CA97-7C3C9639EBBB}"/>
          </ac:spMkLst>
        </pc:spChg>
        <pc:spChg chg="add mod">
          <ac:chgData name="Xavier POIRIER-COUTANSAIS" userId="2e3e5b54-b13d-4b47-9de3-f3a7250bee07" providerId="ADAL" clId="{1D8BC9D7-6E1D-40A6-A406-CC5C7BA9B8E9}" dt="2025-10-02T04:18:28.437" v="8537" actId="255"/>
          <ac:spMkLst>
            <pc:docMk/>
            <pc:sldMk cId="3120071578" sldId="2147483583"/>
            <ac:spMk id="15" creationId="{EEE5B388-F488-8577-0598-B24D522AA735}"/>
          </ac:spMkLst>
        </pc:spChg>
        <pc:spChg chg="add mod">
          <ac:chgData name="Xavier POIRIER-COUTANSAIS" userId="2e3e5b54-b13d-4b47-9de3-f3a7250bee07" providerId="ADAL" clId="{1D8BC9D7-6E1D-40A6-A406-CC5C7BA9B8E9}" dt="2025-10-02T04:18:08.271" v="8531" actId="14100"/>
          <ac:spMkLst>
            <pc:docMk/>
            <pc:sldMk cId="3120071578" sldId="2147483583"/>
            <ac:spMk id="16" creationId="{5248078D-CC97-8905-DE38-66706B65CFDC}"/>
          </ac:spMkLst>
        </pc:spChg>
        <pc:spChg chg="add mod">
          <ac:chgData name="Xavier POIRIER-COUTANSAIS" userId="2e3e5b54-b13d-4b47-9de3-f3a7250bee07" providerId="ADAL" clId="{1D8BC9D7-6E1D-40A6-A406-CC5C7BA9B8E9}" dt="2025-10-02T04:18:00.004" v="8529" actId="14100"/>
          <ac:spMkLst>
            <pc:docMk/>
            <pc:sldMk cId="3120071578" sldId="2147483583"/>
            <ac:spMk id="21" creationId="{C872367B-45AA-B300-FAA1-92938A3A56C3}"/>
          </ac:spMkLst>
        </pc:spChg>
        <pc:spChg chg="add mod">
          <ac:chgData name="Xavier POIRIER-COUTANSAIS" userId="2e3e5b54-b13d-4b47-9de3-f3a7250bee07" providerId="ADAL" clId="{1D8BC9D7-6E1D-40A6-A406-CC5C7BA9B8E9}" dt="2025-09-30T07:16:17.152" v="1498" actId="14100"/>
          <ac:spMkLst>
            <pc:docMk/>
            <pc:sldMk cId="3120071578" sldId="2147483583"/>
            <ac:spMk id="25" creationId="{D3D4A9DF-7246-3447-41B9-CE8A231F59DD}"/>
          </ac:spMkLst>
        </pc:spChg>
        <pc:graphicFrameChg chg="mod modGraphic">
          <ac:chgData name="Xavier POIRIER-COUTANSAIS" userId="2e3e5b54-b13d-4b47-9de3-f3a7250bee07" providerId="ADAL" clId="{1D8BC9D7-6E1D-40A6-A406-CC5C7BA9B8E9}" dt="2025-10-02T06:01:27.397" v="8580" actId="14100"/>
          <ac:graphicFrameMkLst>
            <pc:docMk/>
            <pc:sldMk cId="3120071578" sldId="2147483583"/>
            <ac:graphicFrameMk id="13" creationId="{45F99098-0341-A173-8B6D-C2766848B565}"/>
          </ac:graphicFrameMkLst>
        </pc:graphicFrameChg>
        <pc:graphicFrameChg chg="add mod">
          <ac:chgData name="Xavier POIRIER-COUTANSAIS" userId="2e3e5b54-b13d-4b47-9de3-f3a7250bee07" providerId="ADAL" clId="{1D8BC9D7-6E1D-40A6-A406-CC5C7BA9B8E9}" dt="2025-09-30T07:16:05.961" v="1495" actId="1035"/>
          <ac:graphicFrameMkLst>
            <pc:docMk/>
            <pc:sldMk cId="3120071578" sldId="2147483583"/>
            <ac:graphicFrameMk id="24" creationId="{3634E087-30AD-7D89-B7EF-D4FA6E6C6617}"/>
          </ac:graphicFrameMkLst>
        </pc:graphicFrameChg>
        <pc:picChg chg="add mod ord">
          <ac:chgData name="Xavier POIRIER-COUTANSAIS" userId="2e3e5b54-b13d-4b47-9de3-f3a7250bee07" providerId="ADAL" clId="{1D8BC9D7-6E1D-40A6-A406-CC5C7BA9B8E9}" dt="2025-09-30T07:16:57.239" v="1518" actId="1036"/>
          <ac:picMkLst>
            <pc:docMk/>
            <pc:sldMk cId="3120071578" sldId="2147483583"/>
            <ac:picMk id="8" creationId="{15573862-9E37-70C9-1B83-A079A9110372}"/>
          </ac:picMkLst>
        </pc:picChg>
        <pc:picChg chg="add mod">
          <ac:chgData name="Xavier POIRIER-COUTANSAIS" userId="2e3e5b54-b13d-4b47-9de3-f3a7250bee07" providerId="ADAL" clId="{1D8BC9D7-6E1D-40A6-A406-CC5C7BA9B8E9}" dt="2025-10-02T06:01:12.213" v="8577" actId="1076"/>
          <ac:picMkLst>
            <pc:docMk/>
            <pc:sldMk cId="3120071578" sldId="2147483583"/>
            <ac:picMk id="18" creationId="{E664642D-EDE7-44E9-9FF0-E5830ED2AD7B}"/>
          </ac:picMkLst>
        </pc:picChg>
        <pc:picChg chg="mod">
          <ac:chgData name="Xavier POIRIER-COUTANSAIS" userId="2e3e5b54-b13d-4b47-9de3-f3a7250bee07" providerId="ADAL" clId="{1D8BC9D7-6E1D-40A6-A406-CC5C7BA9B8E9}" dt="2025-10-02T04:18:00.004" v="8529" actId="14100"/>
          <ac:picMkLst>
            <pc:docMk/>
            <pc:sldMk cId="3120071578" sldId="2147483583"/>
            <ac:picMk id="20" creationId="{C496BDD2-D215-488E-D92B-6912FCC9868A}"/>
          </ac:picMkLst>
        </pc:picChg>
      </pc:sldChg>
      <pc:sldChg chg="addSp delSp modSp add mod">
        <pc:chgData name="Xavier POIRIER-COUTANSAIS" userId="2e3e5b54-b13d-4b47-9de3-f3a7250bee07" providerId="ADAL" clId="{1D8BC9D7-6E1D-40A6-A406-CC5C7BA9B8E9}" dt="2025-10-02T06:04:54.247" v="8607" actId="15"/>
        <pc:sldMkLst>
          <pc:docMk/>
          <pc:sldMk cId="491952046" sldId="2147483585"/>
        </pc:sldMkLst>
        <pc:spChg chg="mod">
          <ac:chgData name="Xavier POIRIER-COUTANSAIS" userId="2e3e5b54-b13d-4b47-9de3-f3a7250bee07" providerId="ADAL" clId="{1D8BC9D7-6E1D-40A6-A406-CC5C7BA9B8E9}" dt="2025-09-30T07:35:50.450" v="2459" actId="20577"/>
          <ac:spMkLst>
            <pc:docMk/>
            <pc:sldMk cId="491952046" sldId="2147483585"/>
            <ac:spMk id="8" creationId="{5E851B62-DAB5-B79B-0CB4-810A4772EB48}"/>
          </ac:spMkLst>
        </pc:spChg>
        <pc:spChg chg="add mod">
          <ac:chgData name="Xavier POIRIER-COUTANSAIS" userId="2e3e5b54-b13d-4b47-9de3-f3a7250bee07" providerId="ADAL" clId="{1D8BC9D7-6E1D-40A6-A406-CC5C7BA9B8E9}" dt="2025-09-30T07:39:24.539" v="2555" actId="1038"/>
          <ac:spMkLst>
            <pc:docMk/>
            <pc:sldMk cId="491952046" sldId="2147483585"/>
            <ac:spMk id="12" creationId="{6350F361-B554-A721-4FDA-876DE882A11C}"/>
          </ac:spMkLst>
        </pc:spChg>
        <pc:spChg chg="add mod">
          <ac:chgData name="Xavier POIRIER-COUTANSAIS" userId="2e3e5b54-b13d-4b47-9de3-f3a7250bee07" providerId="ADAL" clId="{1D8BC9D7-6E1D-40A6-A406-CC5C7BA9B8E9}" dt="2025-09-30T07:39:24.539" v="2555" actId="1038"/>
          <ac:spMkLst>
            <pc:docMk/>
            <pc:sldMk cId="491952046" sldId="2147483585"/>
            <ac:spMk id="13" creationId="{DBD5734A-9FF6-D819-632A-330AEA0B5C82}"/>
          </ac:spMkLst>
        </pc:spChg>
        <pc:spChg chg="mod">
          <ac:chgData name="Xavier POIRIER-COUTANSAIS" userId="2e3e5b54-b13d-4b47-9de3-f3a7250bee07" providerId="ADAL" clId="{1D8BC9D7-6E1D-40A6-A406-CC5C7BA9B8E9}" dt="2025-09-30T07:39:09.168" v="2536"/>
          <ac:spMkLst>
            <pc:docMk/>
            <pc:sldMk cId="491952046" sldId="2147483585"/>
            <ac:spMk id="16" creationId="{940003E3-B029-0226-AC7A-3A27CF335DFA}"/>
          </ac:spMkLst>
        </pc:spChg>
        <pc:spChg chg="add mod">
          <ac:chgData name="Xavier POIRIER-COUTANSAIS" userId="2e3e5b54-b13d-4b47-9de3-f3a7250bee07" providerId="ADAL" clId="{1D8BC9D7-6E1D-40A6-A406-CC5C7BA9B8E9}" dt="2025-10-02T06:04:54.247" v="8607" actId="15"/>
          <ac:spMkLst>
            <pc:docMk/>
            <pc:sldMk cId="491952046" sldId="2147483585"/>
            <ac:spMk id="27" creationId="{D624CA78-8F6A-036C-1559-FC40F6A0F374}"/>
          </ac:spMkLst>
        </pc:spChg>
        <pc:picChg chg="mod">
          <ac:chgData name="Xavier POIRIER-COUTANSAIS" userId="2e3e5b54-b13d-4b47-9de3-f3a7250bee07" providerId="ADAL" clId="{1D8BC9D7-6E1D-40A6-A406-CC5C7BA9B8E9}" dt="2025-09-30T07:37:01.279" v="2495" actId="1076"/>
          <ac:picMkLst>
            <pc:docMk/>
            <pc:sldMk cId="491952046" sldId="2147483585"/>
            <ac:picMk id="14" creationId="{0E5EC33F-8DC8-6530-545A-B6D8433F1492}"/>
          </ac:picMkLst>
        </pc:picChg>
        <pc:picChg chg="mod">
          <ac:chgData name="Xavier POIRIER-COUTANSAIS" userId="2e3e5b54-b13d-4b47-9de3-f3a7250bee07" providerId="ADAL" clId="{1D8BC9D7-6E1D-40A6-A406-CC5C7BA9B8E9}" dt="2025-09-30T07:39:24.539" v="2555" actId="1038"/>
          <ac:picMkLst>
            <pc:docMk/>
            <pc:sldMk cId="491952046" sldId="2147483585"/>
            <ac:picMk id="19" creationId="{2146EDC0-5E67-7196-372F-95DFDF82D83A}"/>
          </ac:picMkLst>
        </pc:picChg>
        <pc:picChg chg="add mod">
          <ac:chgData name="Xavier POIRIER-COUTANSAIS" userId="2e3e5b54-b13d-4b47-9de3-f3a7250bee07" providerId="ADAL" clId="{1D8BC9D7-6E1D-40A6-A406-CC5C7BA9B8E9}" dt="2025-09-30T07:39:24.539" v="2555" actId="1038"/>
          <ac:picMkLst>
            <pc:docMk/>
            <pc:sldMk cId="491952046" sldId="2147483585"/>
            <ac:picMk id="20" creationId="{5E4C7A1C-A01F-1AE2-4F3E-6662C9E44D79}"/>
          </ac:picMkLst>
        </pc:picChg>
        <pc:picChg chg="add mod">
          <ac:chgData name="Xavier POIRIER-COUTANSAIS" userId="2e3e5b54-b13d-4b47-9de3-f3a7250bee07" providerId="ADAL" clId="{1D8BC9D7-6E1D-40A6-A406-CC5C7BA9B8E9}" dt="2025-09-30T07:39:24.539" v="2555" actId="1038"/>
          <ac:picMkLst>
            <pc:docMk/>
            <pc:sldMk cId="491952046" sldId="2147483585"/>
            <ac:picMk id="21" creationId="{9BEE1D91-4C5A-D034-6B15-D6234A7F90B8}"/>
          </ac:picMkLst>
        </pc:picChg>
        <pc:picChg chg="mod">
          <ac:chgData name="Xavier POIRIER-COUTANSAIS" userId="2e3e5b54-b13d-4b47-9de3-f3a7250bee07" providerId="ADAL" clId="{1D8BC9D7-6E1D-40A6-A406-CC5C7BA9B8E9}" dt="2025-09-30T07:39:24.539" v="2555" actId="1038"/>
          <ac:picMkLst>
            <pc:docMk/>
            <pc:sldMk cId="491952046" sldId="2147483585"/>
            <ac:picMk id="23" creationId="{1CC9111F-D5B2-D5F7-B4CF-E6BD5060BC1F}"/>
          </ac:picMkLst>
        </pc:picChg>
        <pc:picChg chg="mod">
          <ac:chgData name="Xavier POIRIER-COUTANSAIS" userId="2e3e5b54-b13d-4b47-9de3-f3a7250bee07" providerId="ADAL" clId="{1D8BC9D7-6E1D-40A6-A406-CC5C7BA9B8E9}" dt="2025-09-30T07:39:24.539" v="2555" actId="1038"/>
          <ac:picMkLst>
            <pc:docMk/>
            <pc:sldMk cId="491952046" sldId="2147483585"/>
            <ac:picMk id="24" creationId="{5F0665DD-1C57-F0F8-2831-4089FFFED6A8}"/>
          </ac:picMkLst>
        </pc:picChg>
        <pc:picChg chg="mod">
          <ac:chgData name="Xavier POIRIER-COUTANSAIS" userId="2e3e5b54-b13d-4b47-9de3-f3a7250bee07" providerId="ADAL" clId="{1D8BC9D7-6E1D-40A6-A406-CC5C7BA9B8E9}" dt="2025-09-30T07:39:24.539" v="2555" actId="1038"/>
          <ac:picMkLst>
            <pc:docMk/>
            <pc:sldMk cId="491952046" sldId="2147483585"/>
            <ac:picMk id="25" creationId="{1E1C735A-871E-5842-3026-5CACAB381DAE}"/>
          </ac:picMkLst>
        </pc:picChg>
        <pc:picChg chg="add mod">
          <ac:chgData name="Xavier POIRIER-COUTANSAIS" userId="2e3e5b54-b13d-4b47-9de3-f3a7250bee07" providerId="ADAL" clId="{1D8BC9D7-6E1D-40A6-A406-CC5C7BA9B8E9}" dt="2025-09-30T07:39:24.539" v="2555" actId="1038"/>
          <ac:picMkLst>
            <pc:docMk/>
            <pc:sldMk cId="491952046" sldId="2147483585"/>
            <ac:picMk id="26" creationId="{C59AF587-C490-D304-38A3-A5BFBF3F7590}"/>
          </ac:picMkLst>
        </pc:picChg>
      </pc:sldChg>
      <pc:sldChg chg="addSp delSp modSp add mod modNotesTx">
        <pc:chgData name="Xavier POIRIER-COUTANSAIS" userId="2e3e5b54-b13d-4b47-9de3-f3a7250bee07" providerId="ADAL" clId="{1D8BC9D7-6E1D-40A6-A406-CC5C7BA9B8E9}" dt="2025-10-01T13:28:37.514" v="8103" actId="6549"/>
        <pc:sldMkLst>
          <pc:docMk/>
          <pc:sldMk cId="3174983440" sldId="2147483586"/>
        </pc:sldMkLst>
        <pc:spChg chg="mod">
          <ac:chgData name="Xavier POIRIER-COUTANSAIS" userId="2e3e5b54-b13d-4b47-9de3-f3a7250bee07" providerId="ADAL" clId="{1D8BC9D7-6E1D-40A6-A406-CC5C7BA9B8E9}" dt="2025-09-30T13:22:16.079" v="3805" actId="790"/>
          <ac:spMkLst>
            <pc:docMk/>
            <pc:sldMk cId="3174983440" sldId="2147483586"/>
            <ac:spMk id="4" creationId="{0AEBEEB5-A546-3482-6D79-FB6FA4A01820}"/>
          </ac:spMkLst>
        </pc:spChg>
        <pc:spChg chg="mod">
          <ac:chgData name="Xavier POIRIER-COUTANSAIS" userId="2e3e5b54-b13d-4b47-9de3-f3a7250bee07" providerId="ADAL" clId="{1D8BC9D7-6E1D-40A6-A406-CC5C7BA9B8E9}" dt="2025-09-30T12:14:24.728" v="3116" actId="20577"/>
          <ac:spMkLst>
            <pc:docMk/>
            <pc:sldMk cId="3174983440" sldId="2147483586"/>
            <ac:spMk id="6" creationId="{A8B0CDDE-EE91-2B5E-9256-BF76A64E2726}"/>
          </ac:spMkLst>
        </pc:spChg>
        <pc:spChg chg="mod">
          <ac:chgData name="Xavier POIRIER-COUTANSAIS" userId="2e3e5b54-b13d-4b47-9de3-f3a7250bee07" providerId="ADAL" clId="{1D8BC9D7-6E1D-40A6-A406-CC5C7BA9B8E9}" dt="2025-09-30T07:40:11.383" v="2616" actId="14100"/>
          <ac:spMkLst>
            <pc:docMk/>
            <pc:sldMk cId="3174983440" sldId="2147483586"/>
            <ac:spMk id="8" creationId="{E778B659-31EC-76C6-43FE-FA1FB9BDA648}"/>
          </ac:spMkLst>
        </pc:spChg>
        <pc:spChg chg="mod">
          <ac:chgData name="Xavier POIRIER-COUTANSAIS" userId="2e3e5b54-b13d-4b47-9de3-f3a7250bee07" providerId="ADAL" clId="{1D8BC9D7-6E1D-40A6-A406-CC5C7BA9B8E9}" dt="2025-09-30T13:22:16.079" v="3805" actId="790"/>
          <ac:spMkLst>
            <pc:docMk/>
            <pc:sldMk cId="3174983440" sldId="2147483586"/>
            <ac:spMk id="14" creationId="{005C7703-5EE2-B8FF-74AC-DD96F9A504C9}"/>
          </ac:spMkLst>
        </pc:spChg>
        <pc:spChg chg="mod">
          <ac:chgData name="Xavier POIRIER-COUTANSAIS" userId="2e3e5b54-b13d-4b47-9de3-f3a7250bee07" providerId="ADAL" clId="{1D8BC9D7-6E1D-40A6-A406-CC5C7BA9B8E9}" dt="2025-10-01T13:28:37.514" v="8103" actId="6549"/>
          <ac:spMkLst>
            <pc:docMk/>
            <pc:sldMk cId="3174983440" sldId="2147483586"/>
            <ac:spMk id="16" creationId="{581DD7D8-ACE2-1C2F-CF9A-1293B36C6226}"/>
          </ac:spMkLst>
        </pc:spChg>
        <pc:spChg chg="mod">
          <ac:chgData name="Xavier POIRIER-COUTANSAIS" userId="2e3e5b54-b13d-4b47-9de3-f3a7250bee07" providerId="ADAL" clId="{1D8BC9D7-6E1D-40A6-A406-CC5C7BA9B8E9}" dt="2025-09-30T12:14:40.596" v="3130" actId="20577"/>
          <ac:spMkLst>
            <pc:docMk/>
            <pc:sldMk cId="3174983440" sldId="2147483586"/>
            <ac:spMk id="18" creationId="{A21B51C4-78C2-352A-2C6B-D2A68173FD28}"/>
          </ac:spMkLst>
        </pc:spChg>
        <pc:spChg chg="mod">
          <ac:chgData name="Xavier POIRIER-COUTANSAIS" userId="2e3e5b54-b13d-4b47-9de3-f3a7250bee07" providerId="ADAL" clId="{1D8BC9D7-6E1D-40A6-A406-CC5C7BA9B8E9}" dt="2025-09-30T13:22:16.079" v="3805" actId="790"/>
          <ac:spMkLst>
            <pc:docMk/>
            <pc:sldMk cId="3174983440" sldId="2147483586"/>
            <ac:spMk id="19" creationId="{6B71BBD8-0DC6-B37D-5A02-EFD45B539358}"/>
          </ac:spMkLst>
        </pc:spChg>
        <pc:spChg chg="mod">
          <ac:chgData name="Xavier POIRIER-COUTANSAIS" userId="2e3e5b54-b13d-4b47-9de3-f3a7250bee07" providerId="ADAL" clId="{1D8BC9D7-6E1D-40A6-A406-CC5C7BA9B8E9}" dt="2025-09-30T12:15:18.677" v="3171" actId="108"/>
          <ac:spMkLst>
            <pc:docMk/>
            <pc:sldMk cId="3174983440" sldId="2147483586"/>
            <ac:spMk id="21" creationId="{B3EA3FFF-BC75-9D71-4072-67584A2ACE53}"/>
          </ac:spMkLst>
        </pc:spChg>
        <pc:spChg chg="mod">
          <ac:chgData name="Xavier POIRIER-COUTANSAIS" userId="2e3e5b54-b13d-4b47-9de3-f3a7250bee07" providerId="ADAL" clId="{1D8BC9D7-6E1D-40A6-A406-CC5C7BA9B8E9}" dt="2025-09-30T12:14:00.420" v="3090" actId="20577"/>
          <ac:spMkLst>
            <pc:docMk/>
            <pc:sldMk cId="3174983440" sldId="2147483586"/>
            <ac:spMk id="27" creationId="{E2AB3175-D9A7-41AF-C28B-92B4DC8C8796}"/>
          </ac:spMkLst>
        </pc:spChg>
        <pc:spChg chg="mod">
          <ac:chgData name="Xavier POIRIER-COUTANSAIS" userId="2e3e5b54-b13d-4b47-9de3-f3a7250bee07" providerId="ADAL" clId="{1D8BC9D7-6E1D-40A6-A406-CC5C7BA9B8E9}" dt="2025-09-30T13:22:16.079" v="3805" actId="790"/>
          <ac:spMkLst>
            <pc:docMk/>
            <pc:sldMk cId="3174983440" sldId="2147483586"/>
            <ac:spMk id="28" creationId="{80F36903-12F9-ED90-3216-58C1C719D30D}"/>
          </ac:spMkLst>
        </pc:spChg>
        <pc:spChg chg="mod">
          <ac:chgData name="Xavier POIRIER-COUTANSAIS" userId="2e3e5b54-b13d-4b47-9de3-f3a7250bee07" providerId="ADAL" clId="{1D8BC9D7-6E1D-40A6-A406-CC5C7BA9B8E9}" dt="2025-09-30T13:22:21.082" v="3806" actId="313"/>
          <ac:spMkLst>
            <pc:docMk/>
            <pc:sldMk cId="3174983440" sldId="2147483586"/>
            <ac:spMk id="30" creationId="{AC934833-F97B-FABB-5B80-929D36CE0CBA}"/>
          </ac:spMkLst>
        </pc:spChg>
        <pc:spChg chg="mod">
          <ac:chgData name="Xavier POIRIER-COUTANSAIS" userId="2e3e5b54-b13d-4b47-9de3-f3a7250bee07" providerId="ADAL" clId="{1D8BC9D7-6E1D-40A6-A406-CC5C7BA9B8E9}" dt="2025-09-30T13:22:16.079" v="3805" actId="790"/>
          <ac:spMkLst>
            <pc:docMk/>
            <pc:sldMk cId="3174983440" sldId="2147483586"/>
            <ac:spMk id="32" creationId="{B1D1FB03-137B-62BC-AB0D-B5AA2BAF38C3}"/>
          </ac:spMkLst>
        </pc:spChg>
        <pc:spChg chg="add mod">
          <ac:chgData name="Xavier POIRIER-COUTANSAIS" userId="2e3e5b54-b13d-4b47-9de3-f3a7250bee07" providerId="ADAL" clId="{1D8BC9D7-6E1D-40A6-A406-CC5C7BA9B8E9}" dt="2025-09-30T12:09:30.122" v="2973" actId="1035"/>
          <ac:spMkLst>
            <pc:docMk/>
            <pc:sldMk cId="3174983440" sldId="2147483586"/>
            <ac:spMk id="33" creationId="{3293DBC3-DE6C-391D-FC24-38132167F991}"/>
          </ac:spMkLst>
        </pc:spChg>
        <pc:spChg chg="add mod">
          <ac:chgData name="Xavier POIRIER-COUTANSAIS" userId="2e3e5b54-b13d-4b47-9de3-f3a7250bee07" providerId="ADAL" clId="{1D8BC9D7-6E1D-40A6-A406-CC5C7BA9B8E9}" dt="2025-09-30T13:22:16.079" v="3805" actId="790"/>
          <ac:spMkLst>
            <pc:docMk/>
            <pc:sldMk cId="3174983440" sldId="2147483586"/>
            <ac:spMk id="34" creationId="{E4DD9200-19A7-8729-8B04-EF4BE348A61D}"/>
          </ac:spMkLst>
        </pc:spChg>
        <pc:spChg chg="add mod">
          <ac:chgData name="Xavier POIRIER-COUTANSAIS" userId="2e3e5b54-b13d-4b47-9de3-f3a7250bee07" providerId="ADAL" clId="{1D8BC9D7-6E1D-40A6-A406-CC5C7BA9B8E9}" dt="2025-09-30T13:22:16.079" v="3805" actId="790"/>
          <ac:spMkLst>
            <pc:docMk/>
            <pc:sldMk cId="3174983440" sldId="2147483586"/>
            <ac:spMk id="35" creationId="{4AA62523-EA19-81C4-3EE7-C75FC39EE273}"/>
          </ac:spMkLst>
        </pc:spChg>
        <pc:spChg chg="mod">
          <ac:chgData name="Xavier POIRIER-COUTANSAIS" userId="2e3e5b54-b13d-4b47-9de3-f3a7250bee07" providerId="ADAL" clId="{1D8BC9D7-6E1D-40A6-A406-CC5C7BA9B8E9}" dt="2025-09-30T12:13:06.428" v="2994" actId="20577"/>
          <ac:spMkLst>
            <pc:docMk/>
            <pc:sldMk cId="3174983440" sldId="2147483586"/>
            <ac:spMk id="37" creationId="{AB6A1E37-B273-BC0F-2AAA-CDA426095AC7}"/>
          </ac:spMkLst>
        </pc:spChg>
        <pc:spChg chg="mod">
          <ac:chgData name="Xavier POIRIER-COUTANSAIS" userId="2e3e5b54-b13d-4b47-9de3-f3a7250bee07" providerId="ADAL" clId="{1D8BC9D7-6E1D-40A6-A406-CC5C7BA9B8E9}" dt="2025-09-30T13:22:16.079" v="3805" actId="790"/>
          <ac:spMkLst>
            <pc:docMk/>
            <pc:sldMk cId="3174983440" sldId="2147483586"/>
            <ac:spMk id="41" creationId="{6CAA84F3-26AE-D5A9-1BAA-BEF493379F82}"/>
          </ac:spMkLst>
        </pc:spChg>
        <pc:spChg chg="mod">
          <ac:chgData name="Xavier POIRIER-COUTANSAIS" userId="2e3e5b54-b13d-4b47-9de3-f3a7250bee07" providerId="ADAL" clId="{1D8BC9D7-6E1D-40A6-A406-CC5C7BA9B8E9}" dt="2025-09-30T13:22:16.079" v="3805" actId="790"/>
          <ac:spMkLst>
            <pc:docMk/>
            <pc:sldMk cId="3174983440" sldId="2147483586"/>
            <ac:spMk id="42" creationId="{3836BCEC-3405-2863-A07B-24FB81033DE2}"/>
          </ac:spMkLst>
        </pc:spChg>
        <pc:spChg chg="mod">
          <ac:chgData name="Xavier POIRIER-COUTANSAIS" userId="2e3e5b54-b13d-4b47-9de3-f3a7250bee07" providerId="ADAL" clId="{1D8BC9D7-6E1D-40A6-A406-CC5C7BA9B8E9}" dt="2025-09-30T12:09:30.122" v="2973" actId="1035"/>
          <ac:spMkLst>
            <pc:docMk/>
            <pc:sldMk cId="3174983440" sldId="2147483586"/>
            <ac:spMk id="43" creationId="{4E594BBE-B7B5-B4A4-BD2E-1EAB4D04976C}"/>
          </ac:spMkLst>
        </pc:spChg>
        <pc:grpChg chg="mod">
          <ac:chgData name="Xavier POIRIER-COUTANSAIS" userId="2e3e5b54-b13d-4b47-9de3-f3a7250bee07" providerId="ADAL" clId="{1D8BC9D7-6E1D-40A6-A406-CC5C7BA9B8E9}" dt="2025-09-30T12:09:30.122" v="2973" actId="1035"/>
          <ac:grpSpMkLst>
            <pc:docMk/>
            <pc:sldMk cId="3174983440" sldId="2147483586"/>
            <ac:grpSpMk id="13" creationId="{0CB4212A-7E73-8D3C-6528-F9B8C01A0821}"/>
          </ac:grpSpMkLst>
        </pc:grpChg>
        <pc:grpChg chg="mod">
          <ac:chgData name="Xavier POIRIER-COUTANSAIS" userId="2e3e5b54-b13d-4b47-9de3-f3a7250bee07" providerId="ADAL" clId="{1D8BC9D7-6E1D-40A6-A406-CC5C7BA9B8E9}" dt="2025-09-30T12:09:30.122" v="2973" actId="1035"/>
          <ac:grpSpMkLst>
            <pc:docMk/>
            <pc:sldMk cId="3174983440" sldId="2147483586"/>
            <ac:grpSpMk id="23" creationId="{FF28DC9A-C0E7-A360-2FAB-2779C6C66F12}"/>
          </ac:grpSpMkLst>
        </pc:grpChg>
        <pc:grpChg chg="mod">
          <ac:chgData name="Xavier POIRIER-COUTANSAIS" userId="2e3e5b54-b13d-4b47-9de3-f3a7250bee07" providerId="ADAL" clId="{1D8BC9D7-6E1D-40A6-A406-CC5C7BA9B8E9}" dt="2025-09-30T12:09:30.122" v="2973" actId="1035"/>
          <ac:grpSpMkLst>
            <pc:docMk/>
            <pc:sldMk cId="3174983440" sldId="2147483586"/>
            <ac:grpSpMk id="26" creationId="{5ADB6B4E-211E-3A5C-DB97-B7653216A41E}"/>
          </ac:grpSpMkLst>
        </pc:grpChg>
        <pc:grpChg chg="mod">
          <ac:chgData name="Xavier POIRIER-COUTANSAIS" userId="2e3e5b54-b13d-4b47-9de3-f3a7250bee07" providerId="ADAL" clId="{1D8BC9D7-6E1D-40A6-A406-CC5C7BA9B8E9}" dt="2025-09-30T12:09:44.520" v="2974" actId="14100"/>
          <ac:grpSpMkLst>
            <pc:docMk/>
            <pc:sldMk cId="3174983440" sldId="2147483586"/>
            <ac:grpSpMk id="29" creationId="{AE5DFF77-D484-2C10-A99E-DED0AC1DA24E}"/>
          </ac:grpSpMkLst>
        </pc:grpChg>
        <pc:grpChg chg="mod">
          <ac:chgData name="Xavier POIRIER-COUTANSAIS" userId="2e3e5b54-b13d-4b47-9de3-f3a7250bee07" providerId="ADAL" clId="{1D8BC9D7-6E1D-40A6-A406-CC5C7BA9B8E9}" dt="2025-09-30T12:16:43.631" v="3178" actId="14100"/>
          <ac:grpSpMkLst>
            <pc:docMk/>
            <pc:sldMk cId="3174983440" sldId="2147483586"/>
            <ac:grpSpMk id="40" creationId="{5CB561DE-FF2B-634B-62BB-DF94EBCE1572}"/>
          </ac:grpSpMkLst>
        </pc:grpChg>
        <pc:graphicFrameChg chg="mod">
          <ac:chgData name="Xavier POIRIER-COUTANSAIS" userId="2e3e5b54-b13d-4b47-9de3-f3a7250bee07" providerId="ADAL" clId="{1D8BC9D7-6E1D-40A6-A406-CC5C7BA9B8E9}" dt="2025-09-30T12:09:30.122" v="2973" actId="1035"/>
          <ac:graphicFrameMkLst>
            <pc:docMk/>
            <pc:sldMk cId="3174983440" sldId="2147483586"/>
            <ac:graphicFrameMk id="2" creationId="{B8A9EFE8-98EB-AB55-9A46-1A8CA584F764}"/>
          </ac:graphicFrameMkLst>
        </pc:graphicFrameChg>
        <pc:picChg chg="mod">
          <ac:chgData name="Xavier POIRIER-COUTANSAIS" userId="2e3e5b54-b13d-4b47-9de3-f3a7250bee07" providerId="ADAL" clId="{1D8BC9D7-6E1D-40A6-A406-CC5C7BA9B8E9}" dt="2025-09-30T07:40:20.102" v="2662" actId="1037"/>
          <ac:picMkLst>
            <pc:docMk/>
            <pc:sldMk cId="3174983440" sldId="2147483586"/>
            <ac:picMk id="9" creationId="{95AEF8C1-C082-0EC2-C897-09325E89E09A}"/>
          </ac:picMkLst>
        </pc:picChg>
      </pc:sldChg>
      <pc:sldChg chg="addSp delSp modSp add mod">
        <pc:chgData name="Xavier POIRIER-COUTANSAIS" userId="2e3e5b54-b13d-4b47-9de3-f3a7250bee07" providerId="ADAL" clId="{1D8BC9D7-6E1D-40A6-A406-CC5C7BA9B8E9}" dt="2025-10-03T09:57:15.396" v="10331" actId="166"/>
        <pc:sldMkLst>
          <pc:docMk/>
          <pc:sldMk cId="3632704378" sldId="2147483588"/>
        </pc:sldMkLst>
        <pc:spChg chg="mod">
          <ac:chgData name="Xavier POIRIER-COUTANSAIS" userId="2e3e5b54-b13d-4b47-9de3-f3a7250bee07" providerId="ADAL" clId="{1D8BC9D7-6E1D-40A6-A406-CC5C7BA9B8E9}" dt="2025-10-03T09:57:04.991" v="10330" actId="20577"/>
          <ac:spMkLst>
            <pc:docMk/>
            <pc:sldMk cId="3632704378" sldId="2147483588"/>
            <ac:spMk id="5" creationId="{3745D067-DBCD-CA74-8267-E12551553FCA}"/>
          </ac:spMkLst>
        </pc:spChg>
        <pc:spChg chg="mod">
          <ac:chgData name="Xavier POIRIER-COUTANSAIS" userId="2e3e5b54-b13d-4b47-9de3-f3a7250bee07" providerId="ADAL" clId="{1D8BC9D7-6E1D-40A6-A406-CC5C7BA9B8E9}" dt="2025-09-30T07:43:44.084" v="2805" actId="14100"/>
          <ac:spMkLst>
            <pc:docMk/>
            <pc:sldMk cId="3632704378" sldId="2147483588"/>
            <ac:spMk id="8" creationId="{EA53EDA8-FC9D-CF16-D43D-7E8428A8A76C}"/>
          </ac:spMkLst>
        </pc:spChg>
        <pc:spChg chg="mod ord">
          <ac:chgData name="Xavier POIRIER-COUTANSAIS" userId="2e3e5b54-b13d-4b47-9de3-f3a7250bee07" providerId="ADAL" clId="{1D8BC9D7-6E1D-40A6-A406-CC5C7BA9B8E9}" dt="2025-10-03T09:57:15.396" v="10331" actId="166"/>
          <ac:spMkLst>
            <pc:docMk/>
            <pc:sldMk cId="3632704378" sldId="2147483588"/>
            <ac:spMk id="16" creationId="{26B3E437-2855-F03A-D076-AF6680CC4B93}"/>
          </ac:spMkLst>
        </pc:spChg>
        <pc:spChg chg="add mod">
          <ac:chgData name="Xavier POIRIER-COUTANSAIS" userId="2e3e5b54-b13d-4b47-9de3-f3a7250bee07" providerId="ADAL" clId="{1D8BC9D7-6E1D-40A6-A406-CC5C7BA9B8E9}" dt="2025-10-02T06:24:32.311" v="8659" actId="1076"/>
          <ac:spMkLst>
            <pc:docMk/>
            <pc:sldMk cId="3632704378" sldId="2147483588"/>
            <ac:spMk id="22" creationId="{C1825CE5-6A8D-FA86-4EF0-DC9A26163CE1}"/>
          </ac:spMkLst>
        </pc:spChg>
        <pc:picChg chg="add mod">
          <ac:chgData name="Xavier POIRIER-COUTANSAIS" userId="2e3e5b54-b13d-4b47-9de3-f3a7250bee07" providerId="ADAL" clId="{1D8BC9D7-6E1D-40A6-A406-CC5C7BA9B8E9}" dt="2025-09-30T07:44:14.773" v="2810" actId="14100"/>
          <ac:picMkLst>
            <pc:docMk/>
            <pc:sldMk cId="3632704378" sldId="2147483588"/>
            <ac:picMk id="2" creationId="{988A110D-31FB-6A02-5047-DAB51626AAA7}"/>
          </ac:picMkLst>
        </pc:picChg>
      </pc:sldChg>
      <pc:sldChg chg="addSp delSp modSp add mod modClrScheme modShow chgLayout">
        <pc:chgData name="Xavier POIRIER-COUTANSAIS" userId="2e3e5b54-b13d-4b47-9de3-f3a7250bee07" providerId="ADAL" clId="{1D8BC9D7-6E1D-40A6-A406-CC5C7BA9B8E9}" dt="2025-09-30T12:07:15.871" v="2950" actId="1036"/>
        <pc:sldMkLst>
          <pc:docMk/>
          <pc:sldMk cId="2618898518" sldId="2147483589"/>
        </pc:sldMkLst>
        <pc:spChg chg="mod">
          <ac:chgData name="Xavier POIRIER-COUTANSAIS" userId="2e3e5b54-b13d-4b47-9de3-f3a7250bee07" providerId="ADAL" clId="{1D8BC9D7-6E1D-40A6-A406-CC5C7BA9B8E9}" dt="2025-09-30T12:06:43.519" v="2921" actId="1036"/>
          <ac:spMkLst>
            <pc:docMk/>
            <pc:sldMk cId="2618898518" sldId="2147483589"/>
            <ac:spMk id="6" creationId="{2D9F9BA9-D6F5-5678-9AAD-77CC98F8AE38}"/>
          </ac:spMkLst>
        </pc:spChg>
        <pc:spChg chg="mod">
          <ac:chgData name="Xavier POIRIER-COUTANSAIS" userId="2e3e5b54-b13d-4b47-9de3-f3a7250bee07" providerId="ADAL" clId="{1D8BC9D7-6E1D-40A6-A406-CC5C7BA9B8E9}" dt="2025-09-30T12:06:43.519" v="2921" actId="1036"/>
          <ac:spMkLst>
            <pc:docMk/>
            <pc:sldMk cId="2618898518" sldId="2147483589"/>
            <ac:spMk id="10" creationId="{A2DDFF14-4239-2EE8-B621-D9CFDE20D3EE}"/>
          </ac:spMkLst>
        </pc:spChg>
        <pc:spChg chg="add mod">
          <ac:chgData name="Xavier POIRIER-COUTANSAIS" userId="2e3e5b54-b13d-4b47-9de3-f3a7250bee07" providerId="ADAL" clId="{1D8BC9D7-6E1D-40A6-A406-CC5C7BA9B8E9}" dt="2025-09-30T12:06:56.952" v="2926" actId="20577"/>
          <ac:spMkLst>
            <pc:docMk/>
            <pc:sldMk cId="2618898518" sldId="2147483589"/>
            <ac:spMk id="12" creationId="{F5AC8E8A-168A-08CC-FBFE-3E41F5975208}"/>
          </ac:spMkLst>
        </pc:spChg>
        <pc:spChg chg="mod">
          <ac:chgData name="Xavier POIRIER-COUTANSAIS" userId="2e3e5b54-b13d-4b47-9de3-f3a7250bee07" providerId="ADAL" clId="{1D8BC9D7-6E1D-40A6-A406-CC5C7BA9B8E9}" dt="2025-09-30T12:06:43.519" v="2921" actId="1036"/>
          <ac:spMkLst>
            <pc:docMk/>
            <pc:sldMk cId="2618898518" sldId="2147483589"/>
            <ac:spMk id="25" creationId="{89459E2E-0648-918B-182D-48ACA1942281}"/>
          </ac:spMkLst>
        </pc:spChg>
        <pc:spChg chg="mod">
          <ac:chgData name="Xavier POIRIER-COUTANSAIS" userId="2e3e5b54-b13d-4b47-9de3-f3a7250bee07" providerId="ADAL" clId="{1D8BC9D7-6E1D-40A6-A406-CC5C7BA9B8E9}" dt="2025-09-30T12:06:43.519" v="2921" actId="1036"/>
          <ac:spMkLst>
            <pc:docMk/>
            <pc:sldMk cId="2618898518" sldId="2147483589"/>
            <ac:spMk id="30" creationId="{0B77069A-BA64-7156-6C6D-5A58AAF53923}"/>
          </ac:spMkLst>
        </pc:spChg>
        <pc:spChg chg="mod">
          <ac:chgData name="Xavier POIRIER-COUTANSAIS" userId="2e3e5b54-b13d-4b47-9de3-f3a7250bee07" providerId="ADAL" clId="{1D8BC9D7-6E1D-40A6-A406-CC5C7BA9B8E9}" dt="2025-09-30T12:06:43.519" v="2921" actId="1036"/>
          <ac:spMkLst>
            <pc:docMk/>
            <pc:sldMk cId="2618898518" sldId="2147483589"/>
            <ac:spMk id="31" creationId="{2DB6B31F-35E8-8CFC-E66D-0D73131F3A55}"/>
          </ac:spMkLst>
        </pc:spChg>
        <pc:spChg chg="mod">
          <ac:chgData name="Xavier POIRIER-COUTANSAIS" userId="2e3e5b54-b13d-4b47-9de3-f3a7250bee07" providerId="ADAL" clId="{1D8BC9D7-6E1D-40A6-A406-CC5C7BA9B8E9}" dt="2025-09-30T12:06:43.519" v="2921" actId="1036"/>
          <ac:spMkLst>
            <pc:docMk/>
            <pc:sldMk cId="2618898518" sldId="2147483589"/>
            <ac:spMk id="32" creationId="{4171588C-4D04-2FC4-7730-4E19CC2857D5}"/>
          </ac:spMkLst>
        </pc:spChg>
        <pc:spChg chg="mod">
          <ac:chgData name="Xavier POIRIER-COUTANSAIS" userId="2e3e5b54-b13d-4b47-9de3-f3a7250bee07" providerId="ADAL" clId="{1D8BC9D7-6E1D-40A6-A406-CC5C7BA9B8E9}" dt="2025-09-30T12:06:43.519" v="2921" actId="1036"/>
          <ac:spMkLst>
            <pc:docMk/>
            <pc:sldMk cId="2618898518" sldId="2147483589"/>
            <ac:spMk id="54" creationId="{3A35665D-026F-FBA2-4EE0-2A5BFA66C36E}"/>
          </ac:spMkLst>
        </pc:spChg>
        <pc:spChg chg="mod">
          <ac:chgData name="Xavier POIRIER-COUTANSAIS" userId="2e3e5b54-b13d-4b47-9de3-f3a7250bee07" providerId="ADAL" clId="{1D8BC9D7-6E1D-40A6-A406-CC5C7BA9B8E9}" dt="2025-09-30T12:06:43.519" v="2921" actId="1036"/>
          <ac:spMkLst>
            <pc:docMk/>
            <pc:sldMk cId="2618898518" sldId="2147483589"/>
            <ac:spMk id="66" creationId="{6531BA60-E2BB-ABC7-66C3-D5DBE6D0A1E3}"/>
          </ac:spMkLst>
        </pc:spChg>
        <pc:spChg chg="mod">
          <ac:chgData name="Xavier POIRIER-COUTANSAIS" userId="2e3e5b54-b13d-4b47-9de3-f3a7250bee07" providerId="ADAL" clId="{1D8BC9D7-6E1D-40A6-A406-CC5C7BA9B8E9}" dt="2025-09-30T12:06:43.519" v="2921" actId="1036"/>
          <ac:spMkLst>
            <pc:docMk/>
            <pc:sldMk cId="2618898518" sldId="2147483589"/>
            <ac:spMk id="67" creationId="{430646D6-714F-328A-5266-A5EE6AD7BD9A}"/>
          </ac:spMkLst>
        </pc:spChg>
        <pc:spChg chg="mod">
          <ac:chgData name="Xavier POIRIER-COUTANSAIS" userId="2e3e5b54-b13d-4b47-9de3-f3a7250bee07" providerId="ADAL" clId="{1D8BC9D7-6E1D-40A6-A406-CC5C7BA9B8E9}" dt="2025-09-30T12:06:43.519" v="2921" actId="1036"/>
          <ac:spMkLst>
            <pc:docMk/>
            <pc:sldMk cId="2618898518" sldId="2147483589"/>
            <ac:spMk id="69" creationId="{9316FFAC-ADA7-9427-1ECC-4DE7AD682EBD}"/>
          </ac:spMkLst>
        </pc:spChg>
        <pc:spChg chg="add mod">
          <ac:chgData name="Xavier POIRIER-COUTANSAIS" userId="2e3e5b54-b13d-4b47-9de3-f3a7250bee07" providerId="ADAL" clId="{1D8BC9D7-6E1D-40A6-A406-CC5C7BA9B8E9}" dt="2025-09-30T12:07:15.871" v="2950" actId="1036"/>
          <ac:spMkLst>
            <pc:docMk/>
            <pc:sldMk cId="2618898518" sldId="2147483589"/>
            <ac:spMk id="71" creationId="{9E2808EE-2DCC-B2EC-35CF-C49FACDDB2C1}"/>
          </ac:spMkLst>
        </pc:spChg>
        <pc:graphicFrameChg chg="add mod">
          <ac:chgData name="Xavier POIRIER-COUTANSAIS" userId="2e3e5b54-b13d-4b47-9de3-f3a7250bee07" providerId="ADAL" clId="{1D8BC9D7-6E1D-40A6-A406-CC5C7BA9B8E9}" dt="2025-09-30T12:05:14.411" v="2882"/>
          <ac:graphicFrameMkLst>
            <pc:docMk/>
            <pc:sldMk cId="2618898518" sldId="2147483589"/>
            <ac:graphicFrameMk id="9" creationId="{D9770A9C-881B-E2D9-7FF0-C23CD9EC9159}"/>
          </ac:graphicFrameMkLst>
        </pc:graphicFrameChg>
        <pc:picChg chg="mod">
          <ac:chgData name="Xavier POIRIER-COUTANSAIS" userId="2e3e5b54-b13d-4b47-9de3-f3a7250bee07" providerId="ADAL" clId="{1D8BC9D7-6E1D-40A6-A406-CC5C7BA9B8E9}" dt="2025-09-30T12:06:32.187" v="2902" actId="1036"/>
          <ac:picMkLst>
            <pc:docMk/>
            <pc:sldMk cId="2618898518" sldId="2147483589"/>
            <ac:picMk id="2" creationId="{8BDCA595-1A1A-E5D0-F22F-33C9D2D176E9}"/>
          </ac:picMkLst>
        </pc:picChg>
        <pc:picChg chg="mod">
          <ac:chgData name="Xavier POIRIER-COUTANSAIS" userId="2e3e5b54-b13d-4b47-9de3-f3a7250bee07" providerId="ADAL" clId="{1D8BC9D7-6E1D-40A6-A406-CC5C7BA9B8E9}" dt="2025-09-30T12:03:16.540" v="2869" actId="1076"/>
          <ac:picMkLst>
            <pc:docMk/>
            <pc:sldMk cId="2618898518" sldId="2147483589"/>
            <ac:picMk id="11" creationId="{7D0F7425-3F13-1E17-0F9D-0D4FC69948EB}"/>
          </ac:picMkLst>
        </pc:picChg>
      </pc:sldChg>
      <pc:sldChg chg="delSp modSp add mod">
        <pc:chgData name="Xavier POIRIER-COUTANSAIS" userId="2e3e5b54-b13d-4b47-9de3-f3a7250bee07" providerId="ADAL" clId="{1D8BC9D7-6E1D-40A6-A406-CC5C7BA9B8E9}" dt="2025-10-02T04:16:39.308" v="8474" actId="20577"/>
        <pc:sldMkLst>
          <pc:docMk/>
          <pc:sldMk cId="2565590949" sldId="2147483590"/>
        </pc:sldMkLst>
        <pc:spChg chg="mod">
          <ac:chgData name="Xavier POIRIER-COUTANSAIS" userId="2e3e5b54-b13d-4b47-9de3-f3a7250bee07" providerId="ADAL" clId="{1D8BC9D7-6E1D-40A6-A406-CC5C7BA9B8E9}" dt="2025-10-01T14:33:11.016" v="8181" actId="20577"/>
          <ac:spMkLst>
            <pc:docMk/>
            <pc:sldMk cId="2565590949" sldId="2147483590"/>
            <ac:spMk id="16" creationId="{4021155C-F811-07BA-619A-F5A2D24E83B0}"/>
          </ac:spMkLst>
        </pc:spChg>
        <pc:spChg chg="mod">
          <ac:chgData name="Xavier POIRIER-COUTANSAIS" userId="2e3e5b54-b13d-4b47-9de3-f3a7250bee07" providerId="ADAL" clId="{1D8BC9D7-6E1D-40A6-A406-CC5C7BA9B8E9}" dt="2025-10-02T04:16:39.308" v="8474" actId="20577"/>
          <ac:spMkLst>
            <pc:docMk/>
            <pc:sldMk cId="2565590949" sldId="2147483590"/>
            <ac:spMk id="22" creationId="{82690F35-B3A6-5C1B-6A38-6BF6F3AB54B8}"/>
          </ac:spMkLst>
        </pc:spChg>
      </pc:sldChg>
      <pc:sldChg chg="addSp delSp modSp new mod">
        <pc:chgData name="Xavier POIRIER-COUTANSAIS" userId="2e3e5b54-b13d-4b47-9de3-f3a7250bee07" providerId="ADAL" clId="{1D8BC9D7-6E1D-40A6-A406-CC5C7BA9B8E9}" dt="2025-10-03T10:00:12.668" v="10337" actId="20577"/>
        <pc:sldMkLst>
          <pc:docMk/>
          <pc:sldMk cId="1162632182" sldId="2147483591"/>
        </pc:sldMkLst>
        <pc:spChg chg="mod">
          <ac:chgData name="Xavier POIRIER-COUTANSAIS" userId="2e3e5b54-b13d-4b47-9de3-f3a7250bee07" providerId="ADAL" clId="{1D8BC9D7-6E1D-40A6-A406-CC5C7BA9B8E9}" dt="2025-10-01T06:23:02.482" v="5405" actId="790"/>
          <ac:spMkLst>
            <pc:docMk/>
            <pc:sldMk cId="1162632182" sldId="2147483591"/>
            <ac:spMk id="2" creationId="{B61D9C2A-3EAA-9220-E36E-77DC7800B7FE}"/>
          </ac:spMkLst>
        </pc:spChg>
        <pc:spChg chg="add mod">
          <ac:chgData name="Xavier POIRIER-COUTANSAIS" userId="2e3e5b54-b13d-4b47-9de3-f3a7250bee07" providerId="ADAL" clId="{1D8BC9D7-6E1D-40A6-A406-CC5C7BA9B8E9}" dt="2025-10-02T04:14:30.290" v="8466" actId="20577"/>
          <ac:spMkLst>
            <pc:docMk/>
            <pc:sldMk cId="1162632182" sldId="2147483591"/>
            <ac:spMk id="7" creationId="{4CE367E0-412E-4F7E-B8E5-E891575573CD}"/>
          </ac:spMkLst>
        </pc:spChg>
        <pc:spChg chg="add mod">
          <ac:chgData name="Xavier POIRIER-COUTANSAIS" userId="2e3e5b54-b13d-4b47-9de3-f3a7250bee07" providerId="ADAL" clId="{1D8BC9D7-6E1D-40A6-A406-CC5C7BA9B8E9}" dt="2025-10-02T12:07:26.720" v="8777" actId="14100"/>
          <ac:spMkLst>
            <pc:docMk/>
            <pc:sldMk cId="1162632182" sldId="2147483591"/>
            <ac:spMk id="9" creationId="{2672D723-2203-5470-91FC-259638EB4F9A}"/>
          </ac:spMkLst>
        </pc:spChg>
        <pc:spChg chg="add mod">
          <ac:chgData name="Xavier POIRIER-COUTANSAIS" userId="2e3e5b54-b13d-4b47-9de3-f3a7250bee07" providerId="ADAL" clId="{1D8BC9D7-6E1D-40A6-A406-CC5C7BA9B8E9}" dt="2025-10-02T12:07:12.993" v="8775" actId="1076"/>
          <ac:spMkLst>
            <pc:docMk/>
            <pc:sldMk cId="1162632182" sldId="2147483591"/>
            <ac:spMk id="13" creationId="{B40BDF83-5BAC-3C5B-6460-6FDAB60717F7}"/>
          </ac:spMkLst>
        </pc:spChg>
        <pc:spChg chg="add mod">
          <ac:chgData name="Xavier POIRIER-COUTANSAIS" userId="2e3e5b54-b13d-4b47-9de3-f3a7250bee07" providerId="ADAL" clId="{1D8BC9D7-6E1D-40A6-A406-CC5C7BA9B8E9}" dt="2025-10-02T12:09:36.855" v="8790" actId="14100"/>
          <ac:spMkLst>
            <pc:docMk/>
            <pc:sldMk cId="1162632182" sldId="2147483591"/>
            <ac:spMk id="14" creationId="{796EF29D-DBB9-2B25-6F92-121126701446}"/>
          </ac:spMkLst>
        </pc:spChg>
        <pc:spChg chg="add mod">
          <ac:chgData name="Xavier POIRIER-COUTANSAIS" userId="2e3e5b54-b13d-4b47-9de3-f3a7250bee07" providerId="ADAL" clId="{1D8BC9D7-6E1D-40A6-A406-CC5C7BA9B8E9}" dt="2025-10-03T10:00:12.668" v="10337" actId="20577"/>
          <ac:spMkLst>
            <pc:docMk/>
            <pc:sldMk cId="1162632182" sldId="2147483591"/>
            <ac:spMk id="15" creationId="{3D4F82B0-E5E3-3E84-D1AE-2AECD6F1EE1B}"/>
          </ac:spMkLst>
        </pc:spChg>
        <pc:spChg chg="add mod">
          <ac:chgData name="Xavier POIRIER-COUTANSAIS" userId="2e3e5b54-b13d-4b47-9de3-f3a7250bee07" providerId="ADAL" clId="{1D8BC9D7-6E1D-40A6-A406-CC5C7BA9B8E9}" dt="2025-10-02T12:09:58.733" v="8794" actId="14100"/>
          <ac:spMkLst>
            <pc:docMk/>
            <pc:sldMk cId="1162632182" sldId="2147483591"/>
            <ac:spMk id="19" creationId="{CDCFF0A8-116B-819B-E2AC-100D089EB85C}"/>
          </ac:spMkLst>
        </pc:spChg>
        <pc:spChg chg="add mod">
          <ac:chgData name="Xavier POIRIER-COUTANSAIS" userId="2e3e5b54-b13d-4b47-9de3-f3a7250bee07" providerId="ADAL" clId="{1D8BC9D7-6E1D-40A6-A406-CC5C7BA9B8E9}" dt="2025-10-02T12:10:22.340" v="8802" actId="6549"/>
          <ac:spMkLst>
            <pc:docMk/>
            <pc:sldMk cId="1162632182" sldId="2147483591"/>
            <ac:spMk id="20" creationId="{C7E8C158-5D20-E379-8171-20B7E249BFB5}"/>
          </ac:spMkLst>
        </pc:spChg>
        <pc:spChg chg="add mod">
          <ac:chgData name="Xavier POIRIER-COUTANSAIS" userId="2e3e5b54-b13d-4b47-9de3-f3a7250bee07" providerId="ADAL" clId="{1D8BC9D7-6E1D-40A6-A406-CC5C7BA9B8E9}" dt="2025-10-02T12:13:15.384" v="9005" actId="14100"/>
          <ac:spMkLst>
            <pc:docMk/>
            <pc:sldMk cId="1162632182" sldId="2147483591"/>
            <ac:spMk id="21" creationId="{8B39669F-7E8D-02E6-BB44-9F6FDD2D769E}"/>
          </ac:spMkLst>
        </pc:spChg>
        <pc:spChg chg="add mod">
          <ac:chgData name="Xavier POIRIER-COUTANSAIS" userId="2e3e5b54-b13d-4b47-9de3-f3a7250bee07" providerId="ADAL" clId="{1D8BC9D7-6E1D-40A6-A406-CC5C7BA9B8E9}" dt="2025-10-02T12:13:18.484" v="9007" actId="20577"/>
          <ac:spMkLst>
            <pc:docMk/>
            <pc:sldMk cId="1162632182" sldId="2147483591"/>
            <ac:spMk id="22" creationId="{467A1E6C-0D6F-6EEB-5C4D-53B3DD9B0EA9}"/>
          </ac:spMkLst>
        </pc:spChg>
        <pc:spChg chg="add mod">
          <ac:chgData name="Xavier POIRIER-COUTANSAIS" userId="2e3e5b54-b13d-4b47-9de3-f3a7250bee07" providerId="ADAL" clId="{1D8BC9D7-6E1D-40A6-A406-CC5C7BA9B8E9}" dt="2025-10-02T12:11:53.777" v="8887" actId="1076"/>
          <ac:spMkLst>
            <pc:docMk/>
            <pc:sldMk cId="1162632182" sldId="2147483591"/>
            <ac:spMk id="23" creationId="{22890A73-85A2-C48F-1777-5F2945551E23}"/>
          </ac:spMkLst>
        </pc:spChg>
        <pc:spChg chg="add mod">
          <ac:chgData name="Xavier POIRIER-COUTANSAIS" userId="2e3e5b54-b13d-4b47-9de3-f3a7250bee07" providerId="ADAL" clId="{1D8BC9D7-6E1D-40A6-A406-CC5C7BA9B8E9}" dt="2025-10-02T12:14:25.048" v="9106" actId="33524"/>
          <ac:spMkLst>
            <pc:docMk/>
            <pc:sldMk cId="1162632182" sldId="2147483591"/>
            <ac:spMk id="24" creationId="{1F1AEC59-DAC0-4FAB-F540-4271674034DD}"/>
          </ac:spMkLst>
        </pc:spChg>
        <pc:spChg chg="add mod">
          <ac:chgData name="Xavier POIRIER-COUTANSAIS" userId="2e3e5b54-b13d-4b47-9de3-f3a7250bee07" providerId="ADAL" clId="{1D8BC9D7-6E1D-40A6-A406-CC5C7BA9B8E9}" dt="2025-10-02T12:13:37.695" v="9010" actId="14100"/>
          <ac:spMkLst>
            <pc:docMk/>
            <pc:sldMk cId="1162632182" sldId="2147483591"/>
            <ac:spMk id="25" creationId="{27FF67FB-F6AF-1C01-1F10-4B5086D05536}"/>
          </ac:spMkLst>
        </pc:spChg>
        <pc:spChg chg="add mod">
          <ac:chgData name="Xavier POIRIER-COUTANSAIS" userId="2e3e5b54-b13d-4b47-9de3-f3a7250bee07" providerId="ADAL" clId="{1D8BC9D7-6E1D-40A6-A406-CC5C7BA9B8E9}" dt="2025-10-02T12:14:17.398" v="9105" actId="20577"/>
          <ac:spMkLst>
            <pc:docMk/>
            <pc:sldMk cId="1162632182" sldId="2147483591"/>
            <ac:spMk id="26" creationId="{AF5DE76E-8056-2FC0-F44D-193B58A81D4D}"/>
          </ac:spMkLst>
        </pc:spChg>
        <pc:picChg chg="add mod">
          <ac:chgData name="Xavier POIRIER-COUTANSAIS" userId="2e3e5b54-b13d-4b47-9de3-f3a7250bee07" providerId="ADAL" clId="{1D8BC9D7-6E1D-40A6-A406-CC5C7BA9B8E9}" dt="2025-10-02T12:03:46.202" v="8667" actId="1076"/>
          <ac:picMkLst>
            <pc:docMk/>
            <pc:sldMk cId="1162632182" sldId="2147483591"/>
            <ac:picMk id="5" creationId="{6712E94D-D671-CBFE-01E0-633786A77255}"/>
          </ac:picMkLst>
        </pc:picChg>
      </pc:sldChg>
      <pc:sldChg chg="addSp delSp modSp add mod">
        <pc:chgData name="Xavier POIRIER-COUTANSAIS" userId="2e3e5b54-b13d-4b47-9de3-f3a7250bee07" providerId="ADAL" clId="{1D8BC9D7-6E1D-40A6-A406-CC5C7BA9B8E9}" dt="2025-10-03T08:00:38.525" v="10325" actId="20577"/>
        <pc:sldMkLst>
          <pc:docMk/>
          <pc:sldMk cId="1060903810" sldId="2147483593"/>
        </pc:sldMkLst>
        <pc:spChg chg="mod">
          <ac:chgData name="Xavier POIRIER-COUTANSAIS" userId="2e3e5b54-b13d-4b47-9de3-f3a7250bee07" providerId="ADAL" clId="{1D8BC9D7-6E1D-40A6-A406-CC5C7BA9B8E9}" dt="2025-10-03T07:59:53.527" v="10317" actId="20577"/>
          <ac:spMkLst>
            <pc:docMk/>
            <pc:sldMk cId="1060903810" sldId="2147483593"/>
            <ac:spMk id="16" creationId="{69535C79-FB3F-63E4-772B-3BE9A0E57D53}"/>
          </ac:spMkLst>
        </pc:spChg>
        <pc:spChg chg="add mod">
          <ac:chgData name="Xavier POIRIER-COUTANSAIS" userId="2e3e5b54-b13d-4b47-9de3-f3a7250bee07" providerId="ADAL" clId="{1D8BC9D7-6E1D-40A6-A406-CC5C7BA9B8E9}" dt="2025-10-03T07:19:12.058" v="9823" actId="1037"/>
          <ac:spMkLst>
            <pc:docMk/>
            <pc:sldMk cId="1060903810" sldId="2147483593"/>
            <ac:spMk id="71" creationId="{CCC56E5F-860B-F50F-6FD8-E8B47CD5C1C4}"/>
          </ac:spMkLst>
        </pc:spChg>
        <pc:spChg chg="add mod">
          <ac:chgData name="Xavier POIRIER-COUTANSAIS" userId="2e3e5b54-b13d-4b47-9de3-f3a7250bee07" providerId="ADAL" clId="{1D8BC9D7-6E1D-40A6-A406-CC5C7BA9B8E9}" dt="2025-10-03T07:19:12.058" v="9823" actId="1037"/>
          <ac:spMkLst>
            <pc:docMk/>
            <pc:sldMk cId="1060903810" sldId="2147483593"/>
            <ac:spMk id="73" creationId="{3B3A4426-18F0-9521-3F1D-E0DDB60BA086}"/>
          </ac:spMkLst>
        </pc:spChg>
        <pc:spChg chg="mod">
          <ac:chgData name="Xavier POIRIER-COUTANSAIS" userId="2e3e5b54-b13d-4b47-9de3-f3a7250bee07" providerId="ADAL" clId="{1D8BC9D7-6E1D-40A6-A406-CC5C7BA9B8E9}" dt="2025-10-03T07:32:57.453" v="10158" actId="403"/>
          <ac:spMkLst>
            <pc:docMk/>
            <pc:sldMk cId="1060903810" sldId="2147483593"/>
            <ac:spMk id="75" creationId="{576D7AFC-461E-D618-CF15-EEECB8C34DE2}"/>
          </ac:spMkLst>
        </pc:spChg>
        <pc:spChg chg="mod">
          <ac:chgData name="Xavier POIRIER-COUTANSAIS" userId="2e3e5b54-b13d-4b47-9de3-f3a7250bee07" providerId="ADAL" clId="{1D8BC9D7-6E1D-40A6-A406-CC5C7BA9B8E9}" dt="2025-10-03T07:32:57.453" v="10158" actId="403"/>
          <ac:spMkLst>
            <pc:docMk/>
            <pc:sldMk cId="1060903810" sldId="2147483593"/>
            <ac:spMk id="78" creationId="{D5E91500-ECF8-D68B-9EF0-167422BA1EB0}"/>
          </ac:spMkLst>
        </pc:spChg>
        <pc:spChg chg="add mod">
          <ac:chgData name="Xavier POIRIER-COUTANSAIS" userId="2e3e5b54-b13d-4b47-9de3-f3a7250bee07" providerId="ADAL" clId="{1D8BC9D7-6E1D-40A6-A406-CC5C7BA9B8E9}" dt="2025-10-03T07:19:12.058" v="9823" actId="1037"/>
          <ac:spMkLst>
            <pc:docMk/>
            <pc:sldMk cId="1060903810" sldId="2147483593"/>
            <ac:spMk id="80" creationId="{3E098E27-0E8B-7081-8BC7-997A2FC53E1F}"/>
          </ac:spMkLst>
        </pc:spChg>
        <pc:spChg chg="mod">
          <ac:chgData name="Xavier POIRIER-COUTANSAIS" userId="2e3e5b54-b13d-4b47-9de3-f3a7250bee07" providerId="ADAL" clId="{1D8BC9D7-6E1D-40A6-A406-CC5C7BA9B8E9}" dt="2025-10-03T07:32:57.453" v="10158" actId="403"/>
          <ac:spMkLst>
            <pc:docMk/>
            <pc:sldMk cId="1060903810" sldId="2147483593"/>
            <ac:spMk id="81" creationId="{559CA2AC-0967-7E7F-2355-B537776C8C0B}"/>
          </ac:spMkLst>
        </pc:spChg>
        <pc:spChg chg="add mod">
          <ac:chgData name="Xavier POIRIER-COUTANSAIS" userId="2e3e5b54-b13d-4b47-9de3-f3a7250bee07" providerId="ADAL" clId="{1D8BC9D7-6E1D-40A6-A406-CC5C7BA9B8E9}" dt="2025-10-03T07:19:12.058" v="9823" actId="1037"/>
          <ac:spMkLst>
            <pc:docMk/>
            <pc:sldMk cId="1060903810" sldId="2147483593"/>
            <ac:spMk id="83" creationId="{995604A1-E843-C12B-8F40-43BA18D12704}"/>
          </ac:spMkLst>
        </pc:spChg>
        <pc:spChg chg="add mod">
          <ac:chgData name="Xavier POIRIER-COUTANSAIS" userId="2e3e5b54-b13d-4b47-9de3-f3a7250bee07" providerId="ADAL" clId="{1D8BC9D7-6E1D-40A6-A406-CC5C7BA9B8E9}" dt="2025-10-03T07:19:12.058" v="9823" actId="1037"/>
          <ac:spMkLst>
            <pc:docMk/>
            <pc:sldMk cId="1060903810" sldId="2147483593"/>
            <ac:spMk id="85" creationId="{B0411804-F5FF-5689-A253-0CB31254FB93}"/>
          </ac:spMkLst>
        </pc:spChg>
        <pc:spChg chg="add mod">
          <ac:chgData name="Xavier POIRIER-COUTANSAIS" userId="2e3e5b54-b13d-4b47-9de3-f3a7250bee07" providerId="ADAL" clId="{1D8BC9D7-6E1D-40A6-A406-CC5C7BA9B8E9}" dt="2025-10-03T07:19:26.172" v="9825" actId="20577"/>
          <ac:spMkLst>
            <pc:docMk/>
            <pc:sldMk cId="1060903810" sldId="2147483593"/>
            <ac:spMk id="86" creationId="{736A3190-814C-52AF-9819-CBED8D3DC8F3}"/>
          </ac:spMkLst>
        </pc:spChg>
        <pc:spChg chg="mod">
          <ac:chgData name="Xavier POIRIER-COUTANSAIS" userId="2e3e5b54-b13d-4b47-9de3-f3a7250bee07" providerId="ADAL" clId="{1D8BC9D7-6E1D-40A6-A406-CC5C7BA9B8E9}" dt="2025-10-03T07:32:57.453" v="10158" actId="403"/>
          <ac:spMkLst>
            <pc:docMk/>
            <pc:sldMk cId="1060903810" sldId="2147483593"/>
            <ac:spMk id="87" creationId="{73724D4C-AC5F-6F19-6B85-B15E01425EA1}"/>
          </ac:spMkLst>
        </pc:spChg>
        <pc:spChg chg="mod">
          <ac:chgData name="Xavier POIRIER-COUTANSAIS" userId="2e3e5b54-b13d-4b47-9de3-f3a7250bee07" providerId="ADAL" clId="{1D8BC9D7-6E1D-40A6-A406-CC5C7BA9B8E9}" dt="2025-10-03T07:19:36.080" v="9829" actId="20577"/>
          <ac:spMkLst>
            <pc:docMk/>
            <pc:sldMk cId="1060903810" sldId="2147483593"/>
            <ac:spMk id="88" creationId="{5B8A0841-A601-8992-E858-D115509B269D}"/>
          </ac:spMkLst>
        </pc:spChg>
        <pc:spChg chg="mod">
          <ac:chgData name="Xavier POIRIER-COUTANSAIS" userId="2e3e5b54-b13d-4b47-9de3-f3a7250bee07" providerId="ADAL" clId="{1D8BC9D7-6E1D-40A6-A406-CC5C7BA9B8E9}" dt="2025-10-03T07:19:40.003" v="9831" actId="20577"/>
          <ac:spMkLst>
            <pc:docMk/>
            <pc:sldMk cId="1060903810" sldId="2147483593"/>
            <ac:spMk id="89" creationId="{9DA91396-9B3F-E44C-E179-ADB19E1F90C5}"/>
          </ac:spMkLst>
        </pc:spChg>
        <pc:spChg chg="mod">
          <ac:chgData name="Xavier POIRIER-COUTANSAIS" userId="2e3e5b54-b13d-4b47-9de3-f3a7250bee07" providerId="ADAL" clId="{1D8BC9D7-6E1D-40A6-A406-CC5C7BA9B8E9}" dt="2025-10-03T07:19:44.428" v="9833" actId="20577"/>
          <ac:spMkLst>
            <pc:docMk/>
            <pc:sldMk cId="1060903810" sldId="2147483593"/>
            <ac:spMk id="90" creationId="{CBC9EEF8-4C55-4212-8E95-856ACDF33446}"/>
          </ac:spMkLst>
        </pc:spChg>
        <pc:spChg chg="mod">
          <ac:chgData name="Xavier POIRIER-COUTANSAIS" userId="2e3e5b54-b13d-4b47-9de3-f3a7250bee07" providerId="ADAL" clId="{1D8BC9D7-6E1D-40A6-A406-CC5C7BA9B8E9}" dt="2025-10-03T07:19:50.328" v="9837" actId="20577"/>
          <ac:spMkLst>
            <pc:docMk/>
            <pc:sldMk cId="1060903810" sldId="2147483593"/>
            <ac:spMk id="91" creationId="{A415293D-B56D-B65E-0E8F-19D5D746F734}"/>
          </ac:spMkLst>
        </pc:spChg>
        <pc:spChg chg="mod">
          <ac:chgData name="Xavier POIRIER-COUTANSAIS" userId="2e3e5b54-b13d-4b47-9de3-f3a7250bee07" providerId="ADAL" clId="{1D8BC9D7-6E1D-40A6-A406-CC5C7BA9B8E9}" dt="2025-10-03T07:19:53.770" v="9839" actId="20577"/>
          <ac:spMkLst>
            <pc:docMk/>
            <pc:sldMk cId="1060903810" sldId="2147483593"/>
            <ac:spMk id="92" creationId="{F265A381-B000-7C61-A5DC-7EEDCD1C99B3}"/>
          </ac:spMkLst>
        </pc:spChg>
        <pc:spChg chg="mod">
          <ac:chgData name="Xavier POIRIER-COUTANSAIS" userId="2e3e5b54-b13d-4b47-9de3-f3a7250bee07" providerId="ADAL" clId="{1D8BC9D7-6E1D-40A6-A406-CC5C7BA9B8E9}" dt="2025-10-03T07:19:57.132" v="9841" actId="20577"/>
          <ac:spMkLst>
            <pc:docMk/>
            <pc:sldMk cId="1060903810" sldId="2147483593"/>
            <ac:spMk id="93" creationId="{32CB647E-172B-CEBA-19A2-7515FE45CE6E}"/>
          </ac:spMkLst>
        </pc:spChg>
        <pc:spChg chg="mod">
          <ac:chgData name="Xavier POIRIER-COUTANSAIS" userId="2e3e5b54-b13d-4b47-9de3-f3a7250bee07" providerId="ADAL" clId="{1D8BC9D7-6E1D-40A6-A406-CC5C7BA9B8E9}" dt="2025-10-03T07:20:02.040" v="9843" actId="20577"/>
          <ac:spMkLst>
            <pc:docMk/>
            <pc:sldMk cId="1060903810" sldId="2147483593"/>
            <ac:spMk id="94" creationId="{BFC89E95-BC66-D35E-2B9F-9E5669D2993F}"/>
          </ac:spMkLst>
        </pc:spChg>
        <pc:spChg chg="mod">
          <ac:chgData name="Xavier POIRIER-COUTANSAIS" userId="2e3e5b54-b13d-4b47-9de3-f3a7250bee07" providerId="ADAL" clId="{1D8BC9D7-6E1D-40A6-A406-CC5C7BA9B8E9}" dt="2025-10-03T07:32:57.453" v="10158" actId="403"/>
          <ac:spMkLst>
            <pc:docMk/>
            <pc:sldMk cId="1060903810" sldId="2147483593"/>
            <ac:spMk id="95" creationId="{DC2E21DF-04DF-23C1-A38D-00C9D092B3C5}"/>
          </ac:spMkLst>
        </pc:spChg>
        <pc:spChg chg="mod">
          <ac:chgData name="Xavier POIRIER-COUTANSAIS" userId="2e3e5b54-b13d-4b47-9de3-f3a7250bee07" providerId="ADAL" clId="{1D8BC9D7-6E1D-40A6-A406-CC5C7BA9B8E9}" dt="2025-10-03T07:33:09.186" v="10160" actId="14100"/>
          <ac:spMkLst>
            <pc:docMk/>
            <pc:sldMk cId="1060903810" sldId="2147483593"/>
            <ac:spMk id="98" creationId="{ED626A11-631E-68D5-1165-FE978773FC4F}"/>
          </ac:spMkLst>
        </pc:spChg>
        <pc:spChg chg="add mod">
          <ac:chgData name="Xavier POIRIER-COUTANSAIS" userId="2e3e5b54-b13d-4b47-9de3-f3a7250bee07" providerId="ADAL" clId="{1D8BC9D7-6E1D-40A6-A406-CC5C7BA9B8E9}" dt="2025-10-03T07:19:12.058" v="9823" actId="1037"/>
          <ac:spMkLst>
            <pc:docMk/>
            <pc:sldMk cId="1060903810" sldId="2147483593"/>
            <ac:spMk id="105" creationId="{3FAF570F-146B-C859-78F6-20D686C470D1}"/>
          </ac:spMkLst>
        </pc:spChg>
        <pc:spChg chg="mod">
          <ac:chgData name="Xavier POIRIER-COUTANSAIS" userId="2e3e5b54-b13d-4b47-9de3-f3a7250bee07" providerId="ADAL" clId="{1D8BC9D7-6E1D-40A6-A406-CC5C7BA9B8E9}" dt="2025-10-03T07:32:57.453" v="10158" actId="403"/>
          <ac:spMkLst>
            <pc:docMk/>
            <pc:sldMk cId="1060903810" sldId="2147483593"/>
            <ac:spMk id="106" creationId="{425135E8-18E7-FF5A-D75F-A6AF098E3300}"/>
          </ac:spMkLst>
        </pc:spChg>
        <pc:spChg chg="add mod">
          <ac:chgData name="Xavier POIRIER-COUTANSAIS" userId="2e3e5b54-b13d-4b47-9de3-f3a7250bee07" providerId="ADAL" clId="{1D8BC9D7-6E1D-40A6-A406-CC5C7BA9B8E9}" dt="2025-10-03T07:19:12.058" v="9823" actId="1037"/>
          <ac:spMkLst>
            <pc:docMk/>
            <pc:sldMk cId="1060903810" sldId="2147483593"/>
            <ac:spMk id="109" creationId="{00C0B413-D121-A53B-DA2D-CD99651D6DDD}"/>
          </ac:spMkLst>
        </pc:spChg>
        <pc:spChg chg="mod">
          <ac:chgData name="Xavier POIRIER-COUTANSAIS" userId="2e3e5b54-b13d-4b47-9de3-f3a7250bee07" providerId="ADAL" clId="{1D8BC9D7-6E1D-40A6-A406-CC5C7BA9B8E9}" dt="2025-10-03T07:32:57.453" v="10158" actId="403"/>
          <ac:spMkLst>
            <pc:docMk/>
            <pc:sldMk cId="1060903810" sldId="2147483593"/>
            <ac:spMk id="110" creationId="{D78EF216-BB92-C57D-4686-B07CE6E5AF40}"/>
          </ac:spMkLst>
        </pc:spChg>
        <pc:spChg chg="add mod">
          <ac:chgData name="Xavier POIRIER-COUTANSAIS" userId="2e3e5b54-b13d-4b47-9de3-f3a7250bee07" providerId="ADAL" clId="{1D8BC9D7-6E1D-40A6-A406-CC5C7BA9B8E9}" dt="2025-10-03T07:32:57.453" v="10158" actId="403"/>
          <ac:spMkLst>
            <pc:docMk/>
            <pc:sldMk cId="1060903810" sldId="2147483593"/>
            <ac:spMk id="115" creationId="{5379F9FB-5018-B71C-DCD7-DB7F3539387D}"/>
          </ac:spMkLst>
        </pc:spChg>
        <pc:spChg chg="mod">
          <ac:chgData name="Xavier POIRIER-COUTANSAIS" userId="2e3e5b54-b13d-4b47-9de3-f3a7250bee07" providerId="ADAL" clId="{1D8BC9D7-6E1D-40A6-A406-CC5C7BA9B8E9}" dt="2025-10-03T07:33:31.618" v="10167" actId="1076"/>
          <ac:spMkLst>
            <pc:docMk/>
            <pc:sldMk cId="1060903810" sldId="2147483593"/>
            <ac:spMk id="117" creationId="{DB63E43C-1ECD-0DC3-1070-F2DD8D97C807}"/>
          </ac:spMkLst>
        </pc:spChg>
        <pc:spChg chg="mod">
          <ac:chgData name="Xavier POIRIER-COUTANSAIS" userId="2e3e5b54-b13d-4b47-9de3-f3a7250bee07" providerId="ADAL" clId="{1D8BC9D7-6E1D-40A6-A406-CC5C7BA9B8E9}" dt="2025-10-03T07:33:24.446" v="10166" actId="1035"/>
          <ac:spMkLst>
            <pc:docMk/>
            <pc:sldMk cId="1060903810" sldId="2147483593"/>
            <ac:spMk id="119" creationId="{72B66F48-B7BE-2ADD-740B-1375B9FB36C3}"/>
          </ac:spMkLst>
        </pc:spChg>
        <pc:spChg chg="mod">
          <ac:chgData name="Xavier POIRIER-COUTANSAIS" userId="2e3e5b54-b13d-4b47-9de3-f3a7250bee07" providerId="ADAL" clId="{1D8BC9D7-6E1D-40A6-A406-CC5C7BA9B8E9}" dt="2025-10-03T07:33:37.749" v="10169" actId="14100"/>
          <ac:spMkLst>
            <pc:docMk/>
            <pc:sldMk cId="1060903810" sldId="2147483593"/>
            <ac:spMk id="121" creationId="{25F3DE29-5F06-E35B-9FDC-8DFDC8F533C6}"/>
          </ac:spMkLst>
        </pc:spChg>
        <pc:spChg chg="mod">
          <ac:chgData name="Xavier POIRIER-COUTANSAIS" userId="2e3e5b54-b13d-4b47-9de3-f3a7250bee07" providerId="ADAL" clId="{1D8BC9D7-6E1D-40A6-A406-CC5C7BA9B8E9}" dt="2025-10-03T07:32:57.453" v="10158" actId="403"/>
          <ac:spMkLst>
            <pc:docMk/>
            <pc:sldMk cId="1060903810" sldId="2147483593"/>
            <ac:spMk id="123" creationId="{CC83F4FE-61DE-1F91-10B4-2C5B14EFB85C}"/>
          </ac:spMkLst>
        </pc:spChg>
        <pc:spChg chg="mod">
          <ac:chgData name="Xavier POIRIER-COUTANSAIS" userId="2e3e5b54-b13d-4b47-9de3-f3a7250bee07" providerId="ADAL" clId="{1D8BC9D7-6E1D-40A6-A406-CC5C7BA9B8E9}" dt="2025-10-03T07:32:57.453" v="10158" actId="403"/>
          <ac:spMkLst>
            <pc:docMk/>
            <pc:sldMk cId="1060903810" sldId="2147483593"/>
            <ac:spMk id="125" creationId="{E379218C-C9B2-72F5-EF53-3B4BBD232B4E}"/>
          </ac:spMkLst>
        </pc:spChg>
        <pc:spChg chg="add mod">
          <ac:chgData name="Xavier POIRIER-COUTANSAIS" userId="2e3e5b54-b13d-4b47-9de3-f3a7250bee07" providerId="ADAL" clId="{1D8BC9D7-6E1D-40A6-A406-CC5C7BA9B8E9}" dt="2025-10-03T07:19:12.058" v="9823" actId="1037"/>
          <ac:spMkLst>
            <pc:docMk/>
            <pc:sldMk cId="1060903810" sldId="2147483593"/>
            <ac:spMk id="127" creationId="{13068FF9-4D2E-79F7-EA95-490FD374CDB7}"/>
          </ac:spMkLst>
        </pc:spChg>
        <pc:spChg chg="add mod">
          <ac:chgData name="Xavier POIRIER-COUTANSAIS" userId="2e3e5b54-b13d-4b47-9de3-f3a7250bee07" providerId="ADAL" clId="{1D8BC9D7-6E1D-40A6-A406-CC5C7BA9B8E9}" dt="2025-10-03T07:21:24.997" v="9910" actId="1076"/>
          <ac:spMkLst>
            <pc:docMk/>
            <pc:sldMk cId="1060903810" sldId="2147483593"/>
            <ac:spMk id="131" creationId="{8E9ADABB-C2C2-9B61-39C3-705C2F1366E8}"/>
          </ac:spMkLst>
        </pc:spChg>
        <pc:spChg chg="add mod">
          <ac:chgData name="Xavier POIRIER-COUTANSAIS" userId="2e3e5b54-b13d-4b47-9de3-f3a7250bee07" providerId="ADAL" clId="{1D8BC9D7-6E1D-40A6-A406-CC5C7BA9B8E9}" dt="2025-10-03T08:00:38.525" v="10325" actId="20577"/>
          <ac:spMkLst>
            <pc:docMk/>
            <pc:sldMk cId="1060903810" sldId="2147483593"/>
            <ac:spMk id="132" creationId="{9815D9F3-DF8A-126D-88B0-A65F31B46CA0}"/>
          </ac:spMkLst>
        </pc:spChg>
      </pc:sldChg>
    </pc:docChg>
  </pc:docChgLst>
  <pc:docChgLst>
    <pc:chgData name="Pablo BARTOLOME" userId="S::pablo.bartolome@totalenergies.com::ba7189e8-9cc7-4110-94e8-c09901e9c92f" providerId="AD" clId="Web-{6D75E5EA-724D-0891-624A-F2924D155C5C}"/>
    <pc:docChg chg="modSld">
      <pc:chgData name="Pablo BARTOLOME" userId="S::pablo.bartolome@totalenergies.com::ba7189e8-9cc7-4110-94e8-c09901e9c92f" providerId="AD" clId="Web-{6D75E5EA-724D-0891-624A-F2924D155C5C}" dt="2025-10-02T05:54:25.191" v="347" actId="20577"/>
      <pc:docMkLst>
        <pc:docMk/>
      </pc:docMkLst>
      <pc:sldChg chg="modSp">
        <pc:chgData name="Pablo BARTOLOME" userId="S::pablo.bartolome@totalenergies.com::ba7189e8-9cc7-4110-94e8-c09901e9c92f" providerId="AD" clId="Web-{6D75E5EA-724D-0891-624A-F2924D155C5C}" dt="2025-10-02T05:54:25.191" v="347" actId="20577"/>
        <pc:sldMkLst>
          <pc:docMk/>
          <pc:sldMk cId="4139749324" sldId="2147483576"/>
        </pc:sldMkLst>
        <pc:spChg chg="mod">
          <ac:chgData name="Pablo BARTOLOME" userId="S::pablo.bartolome@totalenergies.com::ba7189e8-9cc7-4110-94e8-c09901e9c92f" providerId="AD" clId="Web-{6D75E5EA-724D-0891-624A-F2924D155C5C}" dt="2025-10-02T05:54:25.191" v="347" actId="20577"/>
          <ac:spMkLst>
            <pc:docMk/>
            <pc:sldMk cId="4139749324" sldId="2147483576"/>
            <ac:spMk id="22" creationId="{C3FE7D09-77E1-1CAA-850A-B6C7FBF34ECF}"/>
          </ac:spMkLst>
        </pc:spChg>
      </pc:sldChg>
      <pc:sldChg chg="modSp">
        <pc:chgData name="Pablo BARTOLOME" userId="S::pablo.bartolome@totalenergies.com::ba7189e8-9cc7-4110-94e8-c09901e9c92f" providerId="AD" clId="Web-{6D75E5EA-724D-0891-624A-F2924D155C5C}" dt="2025-10-02T05:52:22.362" v="345" actId="20577"/>
        <pc:sldMkLst>
          <pc:docMk/>
          <pc:sldMk cId="711972406" sldId="2147483578"/>
        </pc:sldMkLst>
        <pc:spChg chg="mod">
          <ac:chgData name="Pablo BARTOLOME" userId="S::pablo.bartolome@totalenergies.com::ba7189e8-9cc7-4110-94e8-c09901e9c92f" providerId="AD" clId="Web-{6D75E5EA-724D-0891-624A-F2924D155C5C}" dt="2025-10-02T05:52:22.362" v="345" actId="20577"/>
          <ac:spMkLst>
            <pc:docMk/>
            <pc:sldMk cId="711972406" sldId="2147483578"/>
            <ac:spMk id="16" creationId="{E8A12C60-D4E8-A402-AFDA-12B012F1D502}"/>
          </ac:spMkLst>
        </pc:spChg>
      </pc:sldChg>
      <pc:sldChg chg="modSp modCm">
        <pc:chgData name="Pablo BARTOLOME" userId="S::pablo.bartolome@totalenergies.com::ba7189e8-9cc7-4110-94e8-c09901e9c92f" providerId="AD" clId="Web-{6D75E5EA-724D-0891-624A-F2924D155C5C}" dt="2025-10-02T05:39:25.160" v="334" actId="20577"/>
        <pc:sldMkLst>
          <pc:docMk/>
          <pc:sldMk cId="3120071578" sldId="2147483583"/>
        </pc:sldMkLst>
        <pc:spChg chg="mod">
          <ac:chgData name="Pablo BARTOLOME" userId="S::pablo.bartolome@totalenergies.com::ba7189e8-9cc7-4110-94e8-c09901e9c92f" providerId="AD" clId="Web-{6D75E5EA-724D-0891-624A-F2924D155C5C}" dt="2025-10-02T05:39:25.160" v="334" actId="20577"/>
          <ac:spMkLst>
            <pc:docMk/>
            <pc:sldMk cId="3120071578" sldId="2147483583"/>
            <ac:spMk id="10" creationId="{510775B1-76D2-2155-9B3C-DE9A2E6467AB}"/>
          </ac:spMkLst>
        </pc:spChg>
        <pc:spChg chg="mod">
          <ac:chgData name="Pablo BARTOLOME" userId="S::pablo.bartolome@totalenergies.com::ba7189e8-9cc7-4110-94e8-c09901e9c92f" providerId="AD" clId="Web-{6D75E5EA-724D-0891-624A-F2924D155C5C}" dt="2025-10-02T05:32:31.203" v="164" actId="20577"/>
          <ac:spMkLst>
            <pc:docMk/>
            <pc:sldMk cId="3120071578" sldId="2147483583"/>
            <ac:spMk id="15" creationId="{EEE5B388-F488-8577-0598-B24D522AA735}"/>
          </ac:spMkLst>
        </pc:spChg>
        <pc:spChg chg="mod">
          <ac:chgData name="Pablo BARTOLOME" userId="S::pablo.bartolome@totalenergies.com::ba7189e8-9cc7-4110-94e8-c09901e9c92f" providerId="AD" clId="Web-{6D75E5EA-724D-0891-624A-F2924D155C5C}" dt="2025-10-02T05:32:55.641" v="165" actId="1076"/>
          <ac:spMkLst>
            <pc:docMk/>
            <pc:sldMk cId="3120071578" sldId="2147483583"/>
            <ac:spMk id="26" creationId="{92B01A74-238F-426F-4822-2EA1DDD057A1}"/>
          </ac:spMkLst>
        </pc:spChg>
        <pc:graphicFrameChg chg="mod modGraphic">
          <ac:chgData name="Pablo BARTOLOME" userId="S::pablo.bartolome@totalenergies.com::ba7189e8-9cc7-4110-94e8-c09901e9c92f" providerId="AD" clId="Web-{6D75E5EA-724D-0891-624A-F2924D155C5C}" dt="2025-10-02T05:37:00.221" v="243"/>
          <ac:graphicFrameMkLst>
            <pc:docMk/>
            <pc:sldMk cId="3120071578" sldId="2147483583"/>
            <ac:graphicFrameMk id="13" creationId="{45F99098-0341-A173-8B6D-C2766848B565}"/>
          </ac:graphicFrameMkLst>
        </pc:graphicFrameChg>
        <pc:extLst>
          <p:ext xmlns:p="http://schemas.openxmlformats.org/presentationml/2006/main" uri="{D6D511B9-2390-475A-947B-AFAB55BFBCF1}">
            <pc226:cmChg xmlns:pc226="http://schemas.microsoft.com/office/powerpoint/2022/06/main/command" chg="mod">
              <pc226:chgData name="Pablo BARTOLOME" userId="S::pablo.bartolome@totalenergies.com::ba7189e8-9cc7-4110-94e8-c09901e9c92f" providerId="AD" clId="Web-{6D75E5EA-724D-0891-624A-F2924D155C5C}" dt="2025-10-02T05:36:28.252" v="192"/>
              <pc2:cmMkLst xmlns:pc2="http://schemas.microsoft.com/office/powerpoint/2019/9/main/command">
                <pc:docMk/>
                <pc:sldMk cId="3120071578" sldId="2147483583"/>
                <pc2:cmMk id="{D7742E4F-ACDA-4456-8DF6-BB03BD1C535D}"/>
              </pc2:cmMkLst>
            </pc226:cmChg>
          </p:ext>
        </pc:extLst>
      </pc:sldChg>
      <pc:sldChg chg="modSp">
        <pc:chgData name="Pablo BARTOLOME" userId="S::pablo.bartolome@totalenergies.com::ba7189e8-9cc7-4110-94e8-c09901e9c92f" providerId="AD" clId="Web-{6D75E5EA-724D-0891-624A-F2924D155C5C}" dt="2025-10-02T05:32:14.250" v="162" actId="20577"/>
        <pc:sldMkLst>
          <pc:docMk/>
          <pc:sldMk cId="2565590949" sldId="2147483590"/>
        </pc:sldMkLst>
        <pc:spChg chg="mod">
          <ac:chgData name="Pablo BARTOLOME" userId="S::pablo.bartolome@totalenergies.com::ba7189e8-9cc7-4110-94e8-c09901e9c92f" providerId="AD" clId="Web-{6D75E5EA-724D-0891-624A-F2924D155C5C}" dt="2025-10-02T05:32:14.250" v="162" actId="20577"/>
          <ac:spMkLst>
            <pc:docMk/>
            <pc:sldMk cId="2565590949" sldId="2147483590"/>
            <ac:spMk id="22" creationId="{82690F35-B3A6-5C1B-6A38-6BF6F3AB54B8}"/>
          </ac:spMkLst>
        </pc:spChg>
      </pc:sldChg>
    </pc:docChg>
  </pc:docChgLst>
  <pc:docChgLst>
    <pc:chgData name="Jean-Christophe NAVARRE" userId="S::jean-christophe.navarre@totalenergies.com::8dec7de1-684b-4648-a118-abb2128b9447" providerId="AD" clId="Web-{59B6DE73-B7EA-7BFB-B8A7-BE9D461D89D2}"/>
    <pc:docChg chg="mod modSld">
      <pc:chgData name="Jean-Christophe NAVARRE" userId="S::jean-christophe.navarre@totalenergies.com::8dec7de1-684b-4648-a118-abb2128b9447" providerId="AD" clId="Web-{59B6DE73-B7EA-7BFB-B8A7-BE9D461D89D2}" dt="2025-10-01T12:57:17.590" v="11" actId="20577"/>
      <pc:docMkLst>
        <pc:docMk/>
      </pc:docMkLst>
      <pc:sldChg chg="modSp">
        <pc:chgData name="Jean-Christophe NAVARRE" userId="S::jean-christophe.navarre@totalenergies.com::8dec7de1-684b-4648-a118-abb2128b9447" providerId="AD" clId="Web-{59B6DE73-B7EA-7BFB-B8A7-BE9D461D89D2}" dt="2025-10-01T12:40:21.739" v="8" actId="20577"/>
        <pc:sldMkLst>
          <pc:docMk/>
          <pc:sldMk cId="382662086" sldId="2147483572"/>
        </pc:sldMkLst>
        <pc:spChg chg="mod">
          <ac:chgData name="Jean-Christophe NAVARRE" userId="S::jean-christophe.navarre@totalenergies.com::8dec7de1-684b-4648-a118-abb2128b9447" providerId="AD" clId="Web-{59B6DE73-B7EA-7BFB-B8A7-BE9D461D89D2}" dt="2025-10-01T12:40:21.739" v="8" actId="20577"/>
          <ac:spMkLst>
            <pc:docMk/>
            <pc:sldMk cId="382662086" sldId="2147483572"/>
            <ac:spMk id="6" creationId="{F5B8FD27-27A5-10E7-129F-62153FDC5188}"/>
          </ac:spMkLst>
        </pc:spChg>
      </pc:sldChg>
      <pc:sldChg chg="modSp">
        <pc:chgData name="Jean-Christophe NAVARRE" userId="S::jean-christophe.navarre@totalenergies.com::8dec7de1-684b-4648-a118-abb2128b9447" providerId="AD" clId="Web-{59B6DE73-B7EA-7BFB-B8A7-BE9D461D89D2}" dt="2025-10-01T12:57:17.590" v="11" actId="20577"/>
        <pc:sldMkLst>
          <pc:docMk/>
          <pc:sldMk cId="4139749324" sldId="2147483576"/>
        </pc:sldMkLst>
        <pc:spChg chg="mod">
          <ac:chgData name="Jean-Christophe NAVARRE" userId="S::jean-christophe.navarre@totalenergies.com::8dec7de1-684b-4648-a118-abb2128b9447" providerId="AD" clId="Web-{59B6DE73-B7EA-7BFB-B8A7-BE9D461D89D2}" dt="2025-10-01T12:57:17.590" v="11" actId="20577"/>
          <ac:spMkLst>
            <pc:docMk/>
            <pc:sldMk cId="4139749324" sldId="2147483576"/>
            <ac:spMk id="16" creationId="{9A7E539A-9C45-3B1D-BFCD-BD1A90687F8E}"/>
          </ac:spMkLst>
        </pc:spChg>
      </pc:sldChg>
    </pc:docChg>
  </pc:docChgLst>
  <pc:docChgLst>
    <pc:chgData name="Pablo BARTOLOME" userId="ba7189e8-9cc7-4110-94e8-c09901e9c92f" providerId="ADAL" clId="{E7CAE6B3-88EE-41D8-803A-7AA37C420C2A}"/>
    <pc:docChg chg="undo custSel modSld">
      <pc:chgData name="Pablo BARTOLOME" userId="ba7189e8-9cc7-4110-94e8-c09901e9c92f" providerId="ADAL" clId="{E7CAE6B3-88EE-41D8-803A-7AA37C420C2A}" dt="2025-10-01T14:40:39.133" v="8" actId="478"/>
      <pc:docMkLst>
        <pc:docMk/>
      </pc:docMkLst>
      <pc:sldChg chg="addSp delSp modSp mod">
        <pc:chgData name="Pablo BARTOLOME" userId="ba7189e8-9cc7-4110-94e8-c09901e9c92f" providerId="ADAL" clId="{E7CAE6B3-88EE-41D8-803A-7AA37C420C2A}" dt="2025-10-01T14:40:39.133" v="8" actId="478"/>
        <pc:sldMkLst>
          <pc:docMk/>
          <pc:sldMk cId="3120071578" sldId="2147483583"/>
        </pc:sldMkLst>
      </pc:sldChg>
    </pc:docChg>
  </pc:docChgLst>
  <pc:docChgLst>
    <pc:chgData name="Ankit SHARMA" userId="43303027-a0d0-4905-8976-171edecca630" providerId="ADAL" clId="{B3C2A304-E191-4321-B413-FF48F7646624}"/>
    <pc:docChg chg="custSel modSld">
      <pc:chgData name="Ankit SHARMA" userId="43303027-a0d0-4905-8976-171edecca630" providerId="ADAL" clId="{B3C2A304-E191-4321-B413-FF48F7646624}" dt="2025-10-03T14:07:29.747" v="438" actId="313"/>
      <pc:docMkLst>
        <pc:docMk/>
      </pc:docMkLst>
      <pc:sldChg chg="modSp mod">
        <pc:chgData name="Ankit SHARMA" userId="43303027-a0d0-4905-8976-171edecca630" providerId="ADAL" clId="{B3C2A304-E191-4321-B413-FF48F7646624}" dt="2025-10-03T14:07:29.747" v="438" actId="313"/>
        <pc:sldMkLst>
          <pc:docMk/>
          <pc:sldMk cId="3174983440" sldId="2147483586"/>
        </pc:sldMkLst>
        <pc:spChg chg="mod">
          <ac:chgData name="Ankit SHARMA" userId="43303027-a0d0-4905-8976-171edecca630" providerId="ADAL" clId="{B3C2A304-E191-4321-B413-FF48F7646624}" dt="2025-10-03T14:01:16.106" v="238" actId="20577"/>
          <ac:spMkLst>
            <pc:docMk/>
            <pc:sldMk cId="3174983440" sldId="2147483586"/>
            <ac:spMk id="6" creationId="{A8B0CDDE-EE91-2B5E-9256-BF76A64E2726}"/>
          </ac:spMkLst>
        </pc:spChg>
        <pc:spChg chg="mod">
          <ac:chgData name="Ankit SHARMA" userId="43303027-a0d0-4905-8976-171edecca630" providerId="ADAL" clId="{B3C2A304-E191-4321-B413-FF48F7646624}" dt="2025-10-03T14:00:04.993" v="160" actId="20577"/>
          <ac:spMkLst>
            <pc:docMk/>
            <pc:sldMk cId="3174983440" sldId="2147483586"/>
            <ac:spMk id="14" creationId="{005C7703-5EE2-B8FF-74AC-DD96F9A504C9}"/>
          </ac:spMkLst>
        </pc:spChg>
        <pc:spChg chg="mod">
          <ac:chgData name="Ankit SHARMA" userId="43303027-a0d0-4905-8976-171edecca630" providerId="ADAL" clId="{B3C2A304-E191-4321-B413-FF48F7646624}" dt="2025-10-03T14:06:06.668" v="406" actId="20577"/>
          <ac:spMkLst>
            <pc:docMk/>
            <pc:sldMk cId="3174983440" sldId="2147483586"/>
            <ac:spMk id="16" creationId="{581DD7D8-ACE2-1C2F-CF9A-1293B36C6226}"/>
          </ac:spMkLst>
        </pc:spChg>
        <pc:spChg chg="mod">
          <ac:chgData name="Ankit SHARMA" userId="43303027-a0d0-4905-8976-171edecca630" providerId="ADAL" clId="{B3C2A304-E191-4321-B413-FF48F7646624}" dt="2025-10-03T14:02:22.519" v="313" actId="20577"/>
          <ac:spMkLst>
            <pc:docMk/>
            <pc:sldMk cId="3174983440" sldId="2147483586"/>
            <ac:spMk id="18" creationId="{A21B51C4-78C2-352A-2C6B-D2A68173FD28}"/>
          </ac:spMkLst>
        </pc:spChg>
        <pc:spChg chg="mod">
          <ac:chgData name="Ankit SHARMA" userId="43303027-a0d0-4905-8976-171edecca630" providerId="ADAL" clId="{B3C2A304-E191-4321-B413-FF48F7646624}" dt="2025-10-03T14:07:04.820" v="422" actId="20577"/>
          <ac:spMkLst>
            <pc:docMk/>
            <pc:sldMk cId="3174983440" sldId="2147483586"/>
            <ac:spMk id="19" creationId="{6B71BBD8-0DC6-B37D-5A02-EFD45B539358}"/>
          </ac:spMkLst>
        </pc:spChg>
        <pc:spChg chg="mod">
          <ac:chgData name="Ankit SHARMA" userId="43303027-a0d0-4905-8976-171edecca630" providerId="ADAL" clId="{B3C2A304-E191-4321-B413-FF48F7646624}" dt="2025-10-03T14:02:42.214" v="320" actId="313"/>
          <ac:spMkLst>
            <pc:docMk/>
            <pc:sldMk cId="3174983440" sldId="2147483586"/>
            <ac:spMk id="21" creationId="{B3EA3FFF-BC75-9D71-4072-67584A2ACE53}"/>
          </ac:spMkLst>
        </pc:spChg>
        <pc:spChg chg="mod">
          <ac:chgData name="Ankit SHARMA" userId="43303027-a0d0-4905-8976-171edecca630" providerId="ADAL" clId="{B3C2A304-E191-4321-B413-FF48F7646624}" dt="2025-10-03T14:07:10.226" v="427" actId="20577"/>
          <ac:spMkLst>
            <pc:docMk/>
            <pc:sldMk cId="3174983440" sldId="2147483586"/>
            <ac:spMk id="22" creationId="{290C8C2C-E4ED-9FE0-CA55-AE0E64B6BA31}"/>
          </ac:spMkLst>
        </pc:spChg>
        <pc:spChg chg="mod">
          <ac:chgData name="Ankit SHARMA" userId="43303027-a0d0-4905-8976-171edecca630" providerId="ADAL" clId="{B3C2A304-E191-4321-B413-FF48F7646624}" dt="2025-10-03T14:07:29.747" v="438" actId="313"/>
          <ac:spMkLst>
            <pc:docMk/>
            <pc:sldMk cId="3174983440" sldId="2147483586"/>
            <ac:spMk id="25" creationId="{EE720C03-2DF4-04EB-9E2B-D5411946AC13}"/>
          </ac:spMkLst>
        </pc:spChg>
        <pc:spChg chg="mod">
          <ac:chgData name="Ankit SHARMA" userId="43303027-a0d0-4905-8976-171edecca630" providerId="ADAL" clId="{B3C2A304-E191-4321-B413-FF48F7646624}" dt="2025-10-03T13:57:34.282" v="84" actId="20577"/>
          <ac:spMkLst>
            <pc:docMk/>
            <pc:sldMk cId="3174983440" sldId="2147483586"/>
            <ac:spMk id="37" creationId="{AB6A1E37-B273-BC0F-2AAA-CDA426095AC7}"/>
          </ac:spMkLst>
        </pc:spChg>
        <pc:spChg chg="mod">
          <ac:chgData name="Ankit SHARMA" userId="43303027-a0d0-4905-8976-171edecca630" providerId="ADAL" clId="{B3C2A304-E191-4321-B413-FF48F7646624}" dt="2025-10-03T14:03:01.502" v="322" actId="20577"/>
          <ac:spMkLst>
            <pc:docMk/>
            <pc:sldMk cId="3174983440" sldId="2147483586"/>
            <ac:spMk id="41" creationId="{6CAA84F3-26AE-D5A9-1BAA-BEF493379F82}"/>
          </ac:spMkLst>
        </pc:spChg>
      </pc:sldChg>
    </pc:docChg>
  </pc:docChgLst>
  <pc:docChgLst>
    <pc:chgData name="Pablo BARTOLOME" userId="S::pablo.bartolome@totalenergies.com::ba7189e8-9cc7-4110-94e8-c09901e9c92f" providerId="AD" clId="Web-{204FE3FB-AF1F-4DFF-D87D-4C6FBD1EFA09}"/>
    <pc:docChg chg="modSld">
      <pc:chgData name="Pablo BARTOLOME" userId="S::pablo.bartolome@totalenergies.com::ba7189e8-9cc7-4110-94e8-c09901e9c92f" providerId="AD" clId="Web-{204FE3FB-AF1F-4DFF-D87D-4C6FBD1EFA09}" dt="2025-10-01T14:37:32.590" v="6"/>
      <pc:docMkLst>
        <pc:docMk/>
      </pc:docMkLst>
      <pc:sldChg chg="addSp delSp modSp mod setBg">
        <pc:chgData name="Pablo BARTOLOME" userId="S::pablo.bartolome@totalenergies.com::ba7189e8-9cc7-4110-94e8-c09901e9c92f" providerId="AD" clId="Web-{204FE3FB-AF1F-4DFF-D87D-4C6FBD1EFA09}" dt="2025-10-01T14:37:32.590" v="6"/>
        <pc:sldMkLst>
          <pc:docMk/>
          <pc:sldMk cId="3120071578" sldId="214748358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_7FFFFFB7_8CFE021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a:t>AL PC 2024 AL recomendation follow up status</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2145555669177719E-2"/>
          <c:y val="0.11025960778847917"/>
          <c:w val="0.55692115190146685"/>
          <c:h val="0.74055765220779268"/>
        </c:manualLayout>
      </c:layout>
      <c:pieChart>
        <c:varyColors val="1"/>
        <c:ser>
          <c:idx val="0"/>
          <c:order val="0"/>
          <c:explosion val="1"/>
          <c:dPt>
            <c:idx val="0"/>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1-E781-4EC1-826F-1819CEE5BB63}"/>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E781-4EC1-826F-1819CEE5BB63}"/>
              </c:ext>
            </c:extLst>
          </c:dPt>
          <c:dPt>
            <c:idx val="2"/>
            <c:bubble3D val="0"/>
            <c:explosion val="0"/>
            <c:spPr>
              <a:solidFill>
                <a:schemeClr val="accent6">
                  <a:lumMod val="40000"/>
                  <a:lumOff val="60000"/>
                </a:schemeClr>
              </a:solidFill>
              <a:ln w="19050">
                <a:solidFill>
                  <a:schemeClr val="lt1"/>
                </a:solidFill>
              </a:ln>
              <a:effectLst/>
            </c:spPr>
            <c:extLst>
              <c:ext xmlns:c16="http://schemas.microsoft.com/office/drawing/2014/chart" uri="{C3380CC4-5D6E-409C-BE32-E72D297353CC}">
                <c16:uniqueId val="{00000005-E781-4EC1-826F-1819CEE5BB63}"/>
              </c:ext>
            </c:extLst>
          </c:dPt>
          <c:dPt>
            <c:idx val="3"/>
            <c:bubble3D val="0"/>
            <c:spPr>
              <a:solidFill>
                <a:srgbClr val="FFC000"/>
              </a:solidFill>
              <a:ln w="19050">
                <a:solidFill>
                  <a:schemeClr val="lt1"/>
                </a:solidFill>
              </a:ln>
              <a:effectLst/>
            </c:spPr>
            <c:extLst>
              <c:ext xmlns:c16="http://schemas.microsoft.com/office/drawing/2014/chart" uri="{C3380CC4-5D6E-409C-BE32-E72D297353CC}">
                <c16:uniqueId val="{00000007-E781-4EC1-826F-1819CEE5BB63}"/>
              </c:ext>
            </c:extLst>
          </c:dPt>
          <c:dPt>
            <c:idx val="4"/>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9-E781-4EC1-826F-1819CEE5BB63}"/>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fr-FR"/>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Sheet2!$K$13:$K$17</c:f>
              <c:strCache>
                <c:ptCount val="5"/>
                <c:pt idx="0">
                  <c:v>Implemented</c:v>
                </c:pt>
                <c:pt idx="1">
                  <c:v>Partially implemented </c:v>
                </c:pt>
                <c:pt idx="2">
                  <c:v>In progress</c:v>
                </c:pt>
                <c:pt idx="3">
                  <c:v>Not applicable</c:v>
                </c:pt>
                <c:pt idx="4">
                  <c:v>Shifted to next year</c:v>
                </c:pt>
              </c:strCache>
            </c:strRef>
          </c:cat>
          <c:val>
            <c:numRef>
              <c:f>Sheet2!$J$13:$J$17</c:f>
              <c:numCache>
                <c:formatCode>0%</c:formatCode>
                <c:ptCount val="5"/>
                <c:pt idx="0">
                  <c:v>0.3</c:v>
                </c:pt>
                <c:pt idx="1">
                  <c:v>0.3</c:v>
                </c:pt>
                <c:pt idx="2">
                  <c:v>0.18</c:v>
                </c:pt>
                <c:pt idx="3">
                  <c:v>0.04</c:v>
                </c:pt>
                <c:pt idx="4">
                  <c:v>0.18</c:v>
                </c:pt>
              </c:numCache>
            </c:numRef>
          </c:val>
          <c:extLst>
            <c:ext xmlns:c16="http://schemas.microsoft.com/office/drawing/2014/chart" uri="{C3380CC4-5D6E-409C-BE32-E72D297353CC}">
              <c16:uniqueId val="{0000000A-E781-4EC1-826F-1819CEE5BB63}"/>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64460237924804853"/>
          <c:y val="0.15122619689065939"/>
          <c:w val="0.30629196918566998"/>
          <c:h val="0.77681843583384835"/>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587DFA-EAB8-41C2-AC5A-1CB050CDBAC0}"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3D734793-0C18-45F8-8C44-BCEE63AB2A4B}">
      <dgm:prSet phldrT="[Text]" custT="1"/>
      <dgm:spPr>
        <a:xfrm>
          <a:off x="1783337" y="0"/>
          <a:ext cx="594445" cy="485403"/>
        </a:xfrm>
        <a:prstGeom prst="trapezoid">
          <a:avLst>
            <a:gd name="adj" fmla="val 61232"/>
          </a:avLst>
        </a:prstGeom>
        <a:solidFill>
          <a:srgbClr val="003064"/>
        </a:solidFill>
        <a:ln w="19050" cap="rnd" cmpd="sng" algn="ctr">
          <a:solidFill>
            <a:srgbClr val="003064"/>
          </a:solidFill>
          <a:prstDash val="solid"/>
        </a:ln>
        <a:effectLst/>
      </dgm:spPr>
      <dgm:t>
        <a:bodyPr/>
        <a:lstStyle/>
        <a:p>
          <a:pPr>
            <a:spcBef>
              <a:spcPts val="2400"/>
            </a:spcBef>
            <a:spcAft>
              <a:spcPts val="0"/>
            </a:spcAft>
            <a:buNone/>
          </a:pPr>
          <a:r>
            <a:rPr lang="fr-FR" sz="900" b="1">
              <a:solidFill>
                <a:srgbClr val="FFFFFF"/>
              </a:solidFill>
              <a:latin typeface="Arial" panose="020B0604020202020204"/>
              <a:ea typeface="+mn-ea"/>
              <a:cs typeface="+mn-cs"/>
            </a:rPr>
            <a:t>IOC</a:t>
          </a:r>
          <a:endParaRPr lang="en-US" sz="900" b="1">
            <a:solidFill>
              <a:srgbClr val="FFFFFF"/>
            </a:solidFill>
            <a:latin typeface="Arial" panose="020B0604020202020204"/>
            <a:ea typeface="+mn-ea"/>
            <a:cs typeface="+mn-cs"/>
          </a:endParaRPr>
        </a:p>
      </dgm:t>
    </dgm:pt>
    <dgm:pt modelId="{2D07BEF5-D983-45DD-A258-2572FF8517AD}" type="parTrans" cxnId="{EC7CC597-5FC5-46D5-AE1E-EE0FAB9F2622}">
      <dgm:prSet/>
      <dgm:spPr/>
      <dgm:t>
        <a:bodyPr/>
        <a:lstStyle/>
        <a:p>
          <a:pPr>
            <a:spcBef>
              <a:spcPts val="500"/>
            </a:spcBef>
          </a:pPr>
          <a:endParaRPr lang="en-US" sz="900" b="1"/>
        </a:p>
      </dgm:t>
    </dgm:pt>
    <dgm:pt modelId="{055B3AC6-B7FC-427B-B8D0-9B700AAE6812}" type="sibTrans" cxnId="{EC7CC597-5FC5-46D5-AE1E-EE0FAB9F2622}">
      <dgm:prSet/>
      <dgm:spPr/>
      <dgm:t>
        <a:bodyPr/>
        <a:lstStyle/>
        <a:p>
          <a:pPr>
            <a:spcBef>
              <a:spcPts val="500"/>
            </a:spcBef>
          </a:pPr>
          <a:endParaRPr lang="en-US" sz="900" b="1"/>
        </a:p>
      </dgm:t>
    </dgm:pt>
    <dgm:pt modelId="{5DEC2C7E-9F7F-4191-A220-52E07112060E}">
      <dgm:prSet phldrT="[Text]" custT="1"/>
      <dgm:spPr>
        <a:xfrm>
          <a:off x="1486114" y="485403"/>
          <a:ext cx="1188891" cy="485403"/>
        </a:xfrm>
        <a:prstGeom prst="trapezoid">
          <a:avLst>
            <a:gd name="adj" fmla="val 61232"/>
          </a:avLst>
        </a:prstGeom>
        <a:solidFill>
          <a:srgbClr val="7F7F7F"/>
        </a:solidFill>
        <a:ln w="19050" cap="rnd" cmpd="sng" algn="ctr">
          <a:solidFill>
            <a:srgbClr val="7F7F7F"/>
          </a:solidFill>
          <a:prstDash val="solid"/>
        </a:ln>
        <a:effectLst/>
      </dgm:spPr>
      <dgm:t>
        <a:bodyPr/>
        <a:lstStyle/>
        <a:p>
          <a:pPr>
            <a:spcBef>
              <a:spcPts val="500"/>
            </a:spcBef>
            <a:buNone/>
          </a:pPr>
          <a:r>
            <a:rPr lang="fr-FR" sz="1100" b="1">
              <a:solidFill>
                <a:srgbClr val="FFFFFF"/>
              </a:solidFill>
              <a:latin typeface="Arial" panose="020B0604020202020204"/>
              <a:ea typeface="+mn-ea"/>
              <a:cs typeface="+mn-cs"/>
            </a:rPr>
            <a:t>Change management</a:t>
          </a:r>
          <a:endParaRPr lang="en-US" sz="1100" b="1">
            <a:solidFill>
              <a:srgbClr val="FFFFFF"/>
            </a:solidFill>
            <a:latin typeface="Arial" panose="020B0604020202020204"/>
            <a:ea typeface="+mn-ea"/>
            <a:cs typeface="+mn-cs"/>
          </a:endParaRPr>
        </a:p>
      </dgm:t>
    </dgm:pt>
    <dgm:pt modelId="{7FF554A1-C452-43CE-99B9-CD83DC94A72A}" type="parTrans" cxnId="{87B3CC14-3969-403C-BF11-8F38FD602128}">
      <dgm:prSet/>
      <dgm:spPr/>
      <dgm:t>
        <a:bodyPr/>
        <a:lstStyle/>
        <a:p>
          <a:pPr>
            <a:spcBef>
              <a:spcPts val="500"/>
            </a:spcBef>
          </a:pPr>
          <a:endParaRPr lang="en-US" sz="900" b="1"/>
        </a:p>
      </dgm:t>
    </dgm:pt>
    <dgm:pt modelId="{B4600DAB-1875-4758-A7F7-76EB00EEE177}" type="sibTrans" cxnId="{87B3CC14-3969-403C-BF11-8F38FD602128}">
      <dgm:prSet/>
      <dgm:spPr/>
      <dgm:t>
        <a:bodyPr/>
        <a:lstStyle/>
        <a:p>
          <a:pPr>
            <a:spcBef>
              <a:spcPts val="500"/>
            </a:spcBef>
          </a:pPr>
          <a:endParaRPr lang="en-US" sz="900" b="1"/>
        </a:p>
      </dgm:t>
    </dgm:pt>
    <dgm:pt modelId="{5C994FC9-47A8-45C9-A3C7-ABCBAA610D6E}">
      <dgm:prSet phldrT="[Text]" custT="1"/>
      <dgm:spPr>
        <a:xfrm>
          <a:off x="1188891" y="970807"/>
          <a:ext cx="1783337" cy="485403"/>
        </a:xfrm>
        <a:prstGeom prst="trapezoid">
          <a:avLst>
            <a:gd name="adj" fmla="val 61232"/>
          </a:avLst>
        </a:prstGeom>
        <a:solidFill>
          <a:srgbClr val="5681BB"/>
        </a:solidFill>
        <a:ln w="19050" cap="rnd" cmpd="sng" algn="ctr">
          <a:solidFill>
            <a:srgbClr val="5681BB"/>
          </a:solidFill>
          <a:prstDash val="solid"/>
        </a:ln>
        <a:effectLst/>
      </dgm:spPr>
      <dgm:t>
        <a:bodyPr/>
        <a:lstStyle/>
        <a:p>
          <a:pPr>
            <a:spcBef>
              <a:spcPts val="500"/>
            </a:spcBef>
            <a:buNone/>
          </a:pPr>
          <a:r>
            <a:rPr lang="fr-FR" sz="1050" b="1" err="1">
              <a:solidFill>
                <a:srgbClr val="FFFFFF"/>
              </a:solidFill>
              <a:latin typeface="Arial" panose="020B0604020202020204"/>
              <a:ea typeface="+mn-ea"/>
              <a:cs typeface="+mn-cs"/>
            </a:rPr>
            <a:t>Digitalization</a:t>
          </a:r>
          <a:endParaRPr lang="en-US" sz="1050" b="1">
            <a:solidFill>
              <a:srgbClr val="FFFFFF"/>
            </a:solidFill>
            <a:latin typeface="Arial" panose="020B0604020202020204"/>
            <a:ea typeface="+mn-ea"/>
            <a:cs typeface="+mn-cs"/>
          </a:endParaRPr>
        </a:p>
      </dgm:t>
    </dgm:pt>
    <dgm:pt modelId="{6417AF08-3754-4F86-80D7-8BC733351BE3}" type="parTrans" cxnId="{6D859726-0A48-47A8-9F0D-F6A9FECE89B4}">
      <dgm:prSet/>
      <dgm:spPr/>
      <dgm:t>
        <a:bodyPr/>
        <a:lstStyle/>
        <a:p>
          <a:pPr>
            <a:spcBef>
              <a:spcPts val="500"/>
            </a:spcBef>
          </a:pPr>
          <a:endParaRPr lang="en-US" sz="900" b="1"/>
        </a:p>
      </dgm:t>
    </dgm:pt>
    <dgm:pt modelId="{A4CC2840-48AB-46AD-9BD5-222F2634CC6F}" type="sibTrans" cxnId="{6D859726-0A48-47A8-9F0D-F6A9FECE89B4}">
      <dgm:prSet/>
      <dgm:spPr/>
      <dgm:t>
        <a:bodyPr/>
        <a:lstStyle/>
        <a:p>
          <a:pPr>
            <a:spcBef>
              <a:spcPts val="500"/>
            </a:spcBef>
          </a:pPr>
          <a:endParaRPr lang="en-US" sz="900" b="1"/>
        </a:p>
      </dgm:t>
    </dgm:pt>
    <dgm:pt modelId="{76B714B3-233B-4538-BED4-9AC8A5638758}">
      <dgm:prSet phldrT="[Text]" custT="1"/>
      <dgm:spPr>
        <a:xfrm>
          <a:off x="0" y="2912423"/>
          <a:ext cx="4161120" cy="485403"/>
        </a:xfrm>
        <a:prstGeom prst="trapezoid">
          <a:avLst>
            <a:gd name="adj" fmla="val 61232"/>
          </a:avLst>
        </a:prstGeom>
        <a:solidFill>
          <a:srgbClr val="1859A9">
            <a:hueOff val="0"/>
            <a:satOff val="0"/>
            <a:lumOff val="0"/>
            <a:alphaOff val="0"/>
          </a:srgbClr>
        </a:solidFill>
        <a:ln w="19050" cap="rnd" cmpd="sng" algn="ctr">
          <a:solidFill>
            <a:srgbClr val="1859A9">
              <a:hueOff val="0"/>
              <a:satOff val="0"/>
              <a:lumOff val="0"/>
              <a:alphaOff val="0"/>
            </a:srgbClr>
          </a:solidFill>
          <a:prstDash val="solid"/>
        </a:ln>
        <a:effectLst/>
      </dgm:spPr>
      <dgm:t>
        <a:bodyPr/>
        <a:lstStyle/>
        <a:p>
          <a:pPr>
            <a:spcBef>
              <a:spcPts val="500"/>
            </a:spcBef>
            <a:buNone/>
          </a:pPr>
          <a:r>
            <a:rPr lang="fr-FR" sz="1100" b="1">
              <a:solidFill>
                <a:srgbClr val="FFFFFF"/>
              </a:solidFill>
              <a:latin typeface="Arial" panose="020B0604020202020204"/>
              <a:ea typeface="+mn-ea"/>
              <a:cs typeface="+mn-cs"/>
            </a:rPr>
            <a:t>Maintenance &amp; </a:t>
          </a:r>
          <a:r>
            <a:rPr lang="fr-FR" sz="1100" b="1" err="1">
              <a:solidFill>
                <a:srgbClr val="FFFFFF"/>
              </a:solidFill>
              <a:latin typeface="Arial" panose="020B0604020202020204"/>
              <a:ea typeface="+mn-ea"/>
              <a:cs typeface="+mn-cs"/>
            </a:rPr>
            <a:t>integrity</a:t>
          </a:r>
          <a:r>
            <a:rPr lang="fr-FR" sz="1100" b="1">
              <a:solidFill>
                <a:srgbClr val="FFFFFF"/>
              </a:solidFill>
              <a:latin typeface="Arial" panose="020B0604020202020204"/>
              <a:ea typeface="+mn-ea"/>
              <a:cs typeface="+mn-cs"/>
            </a:rPr>
            <a:t> re-engineering</a:t>
          </a:r>
          <a:endParaRPr lang="en-US" sz="1100" b="1">
            <a:solidFill>
              <a:srgbClr val="FFFFFF"/>
            </a:solidFill>
            <a:latin typeface="Arial" panose="020B0604020202020204"/>
            <a:ea typeface="+mn-ea"/>
            <a:cs typeface="+mn-cs"/>
          </a:endParaRPr>
        </a:p>
      </dgm:t>
    </dgm:pt>
    <dgm:pt modelId="{24F9F12A-E747-4B38-8053-C00C201C87D6}" type="parTrans" cxnId="{6E2F9490-AB5F-45FD-8FF5-77AE0FF806D2}">
      <dgm:prSet/>
      <dgm:spPr/>
      <dgm:t>
        <a:bodyPr/>
        <a:lstStyle/>
        <a:p>
          <a:pPr>
            <a:spcBef>
              <a:spcPts val="500"/>
            </a:spcBef>
          </a:pPr>
          <a:endParaRPr lang="en-US" sz="900" b="1"/>
        </a:p>
      </dgm:t>
    </dgm:pt>
    <dgm:pt modelId="{04B1A628-6598-426D-9AC5-35BA8724FB83}" type="sibTrans" cxnId="{6E2F9490-AB5F-45FD-8FF5-77AE0FF806D2}">
      <dgm:prSet/>
      <dgm:spPr/>
      <dgm:t>
        <a:bodyPr/>
        <a:lstStyle/>
        <a:p>
          <a:pPr>
            <a:spcBef>
              <a:spcPts val="500"/>
            </a:spcBef>
          </a:pPr>
          <a:endParaRPr lang="en-US" sz="900" b="1"/>
        </a:p>
      </dgm:t>
    </dgm:pt>
    <dgm:pt modelId="{B01D3310-A89E-4BC8-9142-48D77A28E3BE}">
      <dgm:prSet phldrT="[Text]" custT="1"/>
      <dgm:spPr>
        <a:xfrm>
          <a:off x="891668" y="1456211"/>
          <a:ext cx="2377782" cy="485403"/>
        </a:xfrm>
        <a:prstGeom prst="trapezoid">
          <a:avLst>
            <a:gd name="adj" fmla="val 61232"/>
          </a:avLst>
        </a:prstGeom>
        <a:solidFill>
          <a:srgbClr val="003064">
            <a:lumMod val="25000"/>
            <a:lumOff val="75000"/>
          </a:srgbClr>
        </a:solidFill>
        <a:ln w="19050" cap="rnd" cmpd="sng" algn="ctr">
          <a:solidFill>
            <a:srgbClr val="003064">
              <a:lumMod val="25000"/>
              <a:lumOff val="75000"/>
            </a:srgbClr>
          </a:solidFill>
          <a:prstDash val="solid"/>
        </a:ln>
        <a:effectLst/>
      </dgm:spPr>
      <dgm:t>
        <a:bodyPr/>
        <a:lstStyle/>
        <a:p>
          <a:pPr>
            <a:spcBef>
              <a:spcPts val="500"/>
            </a:spcBef>
            <a:buNone/>
          </a:pPr>
          <a:r>
            <a:rPr lang="fr-FR" sz="1100" b="1" err="1">
              <a:solidFill>
                <a:srgbClr val="FFFFFF"/>
              </a:solidFill>
              <a:latin typeface="Arial" panose="020B0604020202020204"/>
              <a:ea typeface="+mn-ea"/>
              <a:cs typeface="+mn-cs"/>
            </a:rPr>
            <a:t>Efficiency</a:t>
          </a:r>
          <a:endParaRPr lang="en-US" sz="1100" b="1">
            <a:solidFill>
              <a:srgbClr val="FFFFFF"/>
            </a:solidFill>
            <a:latin typeface="Arial" panose="020B0604020202020204"/>
            <a:ea typeface="+mn-ea"/>
            <a:cs typeface="+mn-cs"/>
          </a:endParaRPr>
        </a:p>
      </dgm:t>
    </dgm:pt>
    <dgm:pt modelId="{7C0EDFC0-7223-4C83-813E-84DB15FF8048}" type="parTrans" cxnId="{81D5AECD-FDB6-4591-A696-92E4277F02A5}">
      <dgm:prSet/>
      <dgm:spPr/>
      <dgm:t>
        <a:bodyPr/>
        <a:lstStyle/>
        <a:p>
          <a:pPr>
            <a:spcBef>
              <a:spcPts val="500"/>
            </a:spcBef>
          </a:pPr>
          <a:endParaRPr lang="en-US" sz="900" b="1"/>
        </a:p>
      </dgm:t>
    </dgm:pt>
    <dgm:pt modelId="{6514DDDC-06A3-4C0F-A6C6-74A7731B39BB}" type="sibTrans" cxnId="{81D5AECD-FDB6-4591-A696-92E4277F02A5}">
      <dgm:prSet/>
      <dgm:spPr/>
      <dgm:t>
        <a:bodyPr/>
        <a:lstStyle/>
        <a:p>
          <a:pPr>
            <a:spcBef>
              <a:spcPts val="500"/>
            </a:spcBef>
          </a:pPr>
          <a:endParaRPr lang="en-US" sz="900" b="1"/>
        </a:p>
      </dgm:t>
    </dgm:pt>
    <dgm:pt modelId="{28658D70-A9D6-476A-A2CB-5E83F6E78E3A}">
      <dgm:prSet phldrT="[Text]" custT="1"/>
      <dgm:spPr>
        <a:xfrm>
          <a:off x="594445" y="1941615"/>
          <a:ext cx="2972228" cy="485403"/>
        </a:xfrm>
        <a:prstGeom prst="trapezoid">
          <a:avLst>
            <a:gd name="adj" fmla="val 61232"/>
          </a:avLst>
        </a:prstGeom>
        <a:solidFill>
          <a:srgbClr val="7F7F7F"/>
        </a:solidFill>
        <a:ln w="19050" cap="rnd" cmpd="sng" algn="ctr">
          <a:solidFill>
            <a:srgbClr val="7F7F7F"/>
          </a:solidFill>
          <a:prstDash val="solid"/>
        </a:ln>
        <a:effectLst/>
      </dgm:spPr>
      <dgm:t>
        <a:bodyPr/>
        <a:lstStyle/>
        <a:p>
          <a:pPr>
            <a:spcBef>
              <a:spcPts val="500"/>
            </a:spcBef>
            <a:buNone/>
          </a:pPr>
          <a:r>
            <a:rPr lang="fr-FR" sz="1100" b="1">
              <a:solidFill>
                <a:srgbClr val="FFFFFF"/>
              </a:solidFill>
              <a:latin typeface="Arial" panose="020B0604020202020204"/>
              <a:ea typeface="+mn-ea"/>
              <a:cs typeface="+mn-cs"/>
            </a:rPr>
            <a:t>Lean </a:t>
          </a:r>
          <a:r>
            <a:rPr lang="fr-FR" sz="1100" b="1" err="1">
              <a:solidFill>
                <a:srgbClr val="FFFFFF"/>
              </a:solidFill>
              <a:latin typeface="Arial" panose="020B0604020202020204"/>
              <a:ea typeface="+mn-ea"/>
              <a:cs typeface="+mn-cs"/>
            </a:rPr>
            <a:t>Core</a:t>
          </a:r>
          <a:r>
            <a:rPr lang="fr-FR" sz="1100" b="1">
              <a:solidFill>
                <a:srgbClr val="FFFFFF"/>
              </a:solidFill>
              <a:latin typeface="Arial" panose="020B0604020202020204"/>
              <a:ea typeface="+mn-ea"/>
              <a:cs typeface="+mn-cs"/>
            </a:rPr>
            <a:t> </a:t>
          </a:r>
          <a:r>
            <a:rPr lang="fr-FR" sz="1100" b="1" err="1">
              <a:solidFill>
                <a:srgbClr val="FFFFFF"/>
              </a:solidFill>
              <a:latin typeface="Arial" panose="020B0604020202020204"/>
              <a:ea typeface="+mn-ea"/>
              <a:cs typeface="+mn-cs"/>
            </a:rPr>
            <a:t>crew</a:t>
          </a:r>
          <a:endParaRPr lang="en-US" sz="1100" b="1">
            <a:solidFill>
              <a:srgbClr val="FFFFFF"/>
            </a:solidFill>
            <a:latin typeface="Arial" panose="020B0604020202020204"/>
            <a:ea typeface="+mn-ea"/>
            <a:cs typeface="+mn-cs"/>
          </a:endParaRPr>
        </a:p>
      </dgm:t>
    </dgm:pt>
    <dgm:pt modelId="{70E0C67A-3DBD-4872-8C0A-80D062E297B7}" type="parTrans" cxnId="{685318BB-5F5D-45A1-BBE8-4135DD8F78A2}">
      <dgm:prSet/>
      <dgm:spPr/>
      <dgm:t>
        <a:bodyPr/>
        <a:lstStyle/>
        <a:p>
          <a:pPr>
            <a:spcBef>
              <a:spcPts val="500"/>
            </a:spcBef>
          </a:pPr>
          <a:endParaRPr lang="en-US" sz="900" b="1"/>
        </a:p>
      </dgm:t>
    </dgm:pt>
    <dgm:pt modelId="{5D3FA290-CF2C-47B7-957F-12A71A5E3935}" type="sibTrans" cxnId="{685318BB-5F5D-45A1-BBE8-4135DD8F78A2}">
      <dgm:prSet/>
      <dgm:spPr/>
      <dgm:t>
        <a:bodyPr/>
        <a:lstStyle/>
        <a:p>
          <a:pPr>
            <a:spcBef>
              <a:spcPts val="500"/>
            </a:spcBef>
          </a:pPr>
          <a:endParaRPr lang="en-US" sz="900" b="1"/>
        </a:p>
      </dgm:t>
    </dgm:pt>
    <dgm:pt modelId="{36099DFF-326E-4609-A302-FCDA2C965E8A}">
      <dgm:prSet phldrT="[Text]" custT="1"/>
      <dgm:spPr>
        <a:xfrm>
          <a:off x="297222" y="2427019"/>
          <a:ext cx="3566674" cy="485403"/>
        </a:xfrm>
        <a:prstGeom prst="trapezoid">
          <a:avLst>
            <a:gd name="adj" fmla="val 61232"/>
          </a:avLst>
        </a:prstGeom>
        <a:solidFill>
          <a:srgbClr val="4A96CD"/>
        </a:solidFill>
        <a:ln w="19050" cap="rnd" cmpd="sng" algn="ctr">
          <a:solidFill>
            <a:srgbClr val="4A96CD"/>
          </a:solidFill>
          <a:prstDash val="solid"/>
        </a:ln>
        <a:effectLst/>
      </dgm:spPr>
      <dgm:t>
        <a:bodyPr/>
        <a:lstStyle/>
        <a:p>
          <a:pPr>
            <a:spcBef>
              <a:spcPts val="500"/>
            </a:spcBef>
            <a:buNone/>
          </a:pPr>
          <a:r>
            <a:rPr lang="fr-FR" sz="1100" b="1">
              <a:solidFill>
                <a:srgbClr val="FFFFFF"/>
              </a:solidFill>
              <a:latin typeface="Arial" panose="020B0604020202020204"/>
              <a:ea typeface="+mn-ea"/>
              <a:cs typeface="+mn-cs"/>
            </a:rPr>
            <a:t>Maintenance </a:t>
          </a:r>
          <a:r>
            <a:rPr lang="fr-FR" sz="1100" b="1" err="1">
              <a:solidFill>
                <a:srgbClr val="FFFFFF"/>
              </a:solidFill>
              <a:latin typeface="Arial" panose="020B0604020202020204"/>
              <a:ea typeface="+mn-ea"/>
              <a:cs typeface="+mn-cs"/>
            </a:rPr>
            <a:t>work</a:t>
          </a:r>
          <a:r>
            <a:rPr lang="fr-FR" sz="1100" b="1">
              <a:solidFill>
                <a:srgbClr val="FFFFFF"/>
              </a:solidFill>
              <a:latin typeface="Arial" panose="020B0604020202020204"/>
              <a:ea typeface="+mn-ea"/>
              <a:cs typeface="+mn-cs"/>
            </a:rPr>
            <a:t> by </a:t>
          </a:r>
          <a:r>
            <a:rPr lang="fr-FR" sz="1100" b="1" err="1">
              <a:solidFill>
                <a:srgbClr val="FFFFFF"/>
              </a:solidFill>
              <a:latin typeface="Arial" panose="020B0604020202020204"/>
              <a:ea typeface="+mn-ea"/>
              <a:cs typeface="+mn-cs"/>
            </a:rPr>
            <a:t>campaign</a:t>
          </a:r>
          <a:endParaRPr lang="en-US" sz="1100" b="1">
            <a:solidFill>
              <a:srgbClr val="FFFFFF"/>
            </a:solidFill>
            <a:latin typeface="Arial" panose="020B0604020202020204"/>
            <a:ea typeface="+mn-ea"/>
            <a:cs typeface="+mn-cs"/>
          </a:endParaRPr>
        </a:p>
      </dgm:t>
    </dgm:pt>
    <dgm:pt modelId="{2CA4895F-B794-4CE1-A1EC-2DFA4425A303}" type="parTrans" cxnId="{93BC1168-EB75-43E1-A439-F49F2A82133F}">
      <dgm:prSet/>
      <dgm:spPr/>
      <dgm:t>
        <a:bodyPr/>
        <a:lstStyle/>
        <a:p>
          <a:pPr>
            <a:spcBef>
              <a:spcPts val="500"/>
            </a:spcBef>
          </a:pPr>
          <a:endParaRPr lang="en-US" sz="900" b="1"/>
        </a:p>
      </dgm:t>
    </dgm:pt>
    <dgm:pt modelId="{BC0C1F79-029A-4DF7-BC3A-F98CA372F000}" type="sibTrans" cxnId="{93BC1168-EB75-43E1-A439-F49F2A82133F}">
      <dgm:prSet/>
      <dgm:spPr/>
      <dgm:t>
        <a:bodyPr/>
        <a:lstStyle/>
        <a:p>
          <a:pPr>
            <a:spcBef>
              <a:spcPts val="500"/>
            </a:spcBef>
          </a:pPr>
          <a:endParaRPr lang="en-US" sz="900" b="1"/>
        </a:p>
      </dgm:t>
    </dgm:pt>
    <dgm:pt modelId="{7C477548-0207-4895-ACA7-B33AC5AA4B12}" type="pres">
      <dgm:prSet presAssocID="{AE587DFA-EAB8-41C2-AC5A-1CB050CDBAC0}" presName="Name0" presStyleCnt="0">
        <dgm:presLayoutVars>
          <dgm:dir/>
          <dgm:animLvl val="lvl"/>
          <dgm:resizeHandles val="exact"/>
        </dgm:presLayoutVars>
      </dgm:prSet>
      <dgm:spPr/>
    </dgm:pt>
    <dgm:pt modelId="{B187C475-268C-4CE9-BF2C-C79667C46883}" type="pres">
      <dgm:prSet presAssocID="{3D734793-0C18-45F8-8C44-BCEE63AB2A4B}" presName="Name8" presStyleCnt="0"/>
      <dgm:spPr/>
    </dgm:pt>
    <dgm:pt modelId="{2FF706C8-6271-4531-8D1C-E13E04A3173C}" type="pres">
      <dgm:prSet presAssocID="{3D734793-0C18-45F8-8C44-BCEE63AB2A4B}" presName="level" presStyleLbl="node1" presStyleIdx="0" presStyleCnt="7">
        <dgm:presLayoutVars>
          <dgm:chMax val="1"/>
          <dgm:bulletEnabled val="1"/>
        </dgm:presLayoutVars>
      </dgm:prSet>
      <dgm:spPr/>
    </dgm:pt>
    <dgm:pt modelId="{A0293BDB-FD92-4790-B22E-95A7DFACD077}" type="pres">
      <dgm:prSet presAssocID="{3D734793-0C18-45F8-8C44-BCEE63AB2A4B}" presName="levelTx" presStyleLbl="revTx" presStyleIdx="0" presStyleCnt="0">
        <dgm:presLayoutVars>
          <dgm:chMax val="1"/>
          <dgm:bulletEnabled val="1"/>
        </dgm:presLayoutVars>
      </dgm:prSet>
      <dgm:spPr/>
    </dgm:pt>
    <dgm:pt modelId="{72B6B37A-6FE8-4D3A-9CD7-9C18BCE26AF6}" type="pres">
      <dgm:prSet presAssocID="{5DEC2C7E-9F7F-4191-A220-52E07112060E}" presName="Name8" presStyleCnt="0"/>
      <dgm:spPr/>
    </dgm:pt>
    <dgm:pt modelId="{965485A2-AB32-4618-8364-03C20DA60327}" type="pres">
      <dgm:prSet presAssocID="{5DEC2C7E-9F7F-4191-A220-52E07112060E}" presName="level" presStyleLbl="node1" presStyleIdx="1" presStyleCnt="7">
        <dgm:presLayoutVars>
          <dgm:chMax val="1"/>
          <dgm:bulletEnabled val="1"/>
        </dgm:presLayoutVars>
      </dgm:prSet>
      <dgm:spPr/>
    </dgm:pt>
    <dgm:pt modelId="{1DF9A93F-53DC-49C8-83BA-1895037BE6A5}" type="pres">
      <dgm:prSet presAssocID="{5DEC2C7E-9F7F-4191-A220-52E07112060E}" presName="levelTx" presStyleLbl="revTx" presStyleIdx="0" presStyleCnt="0">
        <dgm:presLayoutVars>
          <dgm:chMax val="1"/>
          <dgm:bulletEnabled val="1"/>
        </dgm:presLayoutVars>
      </dgm:prSet>
      <dgm:spPr/>
    </dgm:pt>
    <dgm:pt modelId="{73CBD156-68A8-4302-8DCD-07B34B9DF524}" type="pres">
      <dgm:prSet presAssocID="{5C994FC9-47A8-45C9-A3C7-ABCBAA610D6E}" presName="Name8" presStyleCnt="0"/>
      <dgm:spPr/>
    </dgm:pt>
    <dgm:pt modelId="{6718F017-3C5C-4351-8064-013EABAF23A5}" type="pres">
      <dgm:prSet presAssocID="{5C994FC9-47A8-45C9-A3C7-ABCBAA610D6E}" presName="level" presStyleLbl="node1" presStyleIdx="2" presStyleCnt="7">
        <dgm:presLayoutVars>
          <dgm:chMax val="1"/>
          <dgm:bulletEnabled val="1"/>
        </dgm:presLayoutVars>
      </dgm:prSet>
      <dgm:spPr/>
    </dgm:pt>
    <dgm:pt modelId="{92CFA695-3E42-420A-B39B-0E660CE9CCB4}" type="pres">
      <dgm:prSet presAssocID="{5C994FC9-47A8-45C9-A3C7-ABCBAA610D6E}" presName="levelTx" presStyleLbl="revTx" presStyleIdx="0" presStyleCnt="0">
        <dgm:presLayoutVars>
          <dgm:chMax val="1"/>
          <dgm:bulletEnabled val="1"/>
        </dgm:presLayoutVars>
      </dgm:prSet>
      <dgm:spPr/>
    </dgm:pt>
    <dgm:pt modelId="{AA3B08A4-F4D2-4A48-B2B6-B44942FCBCFB}" type="pres">
      <dgm:prSet presAssocID="{B01D3310-A89E-4BC8-9142-48D77A28E3BE}" presName="Name8" presStyleCnt="0"/>
      <dgm:spPr/>
    </dgm:pt>
    <dgm:pt modelId="{F3C7AA88-E083-43E1-B0B1-332B90530693}" type="pres">
      <dgm:prSet presAssocID="{B01D3310-A89E-4BC8-9142-48D77A28E3BE}" presName="level" presStyleLbl="node1" presStyleIdx="3" presStyleCnt="7">
        <dgm:presLayoutVars>
          <dgm:chMax val="1"/>
          <dgm:bulletEnabled val="1"/>
        </dgm:presLayoutVars>
      </dgm:prSet>
      <dgm:spPr/>
    </dgm:pt>
    <dgm:pt modelId="{8F0E133E-F8C5-4D6D-839C-65BA39BE0228}" type="pres">
      <dgm:prSet presAssocID="{B01D3310-A89E-4BC8-9142-48D77A28E3BE}" presName="levelTx" presStyleLbl="revTx" presStyleIdx="0" presStyleCnt="0">
        <dgm:presLayoutVars>
          <dgm:chMax val="1"/>
          <dgm:bulletEnabled val="1"/>
        </dgm:presLayoutVars>
      </dgm:prSet>
      <dgm:spPr/>
    </dgm:pt>
    <dgm:pt modelId="{523752CA-3862-4B3F-9FD7-C8232FC37278}" type="pres">
      <dgm:prSet presAssocID="{28658D70-A9D6-476A-A2CB-5E83F6E78E3A}" presName="Name8" presStyleCnt="0"/>
      <dgm:spPr/>
    </dgm:pt>
    <dgm:pt modelId="{7CA80CA6-68A0-464B-B8E0-5EF8BB6357E6}" type="pres">
      <dgm:prSet presAssocID="{28658D70-A9D6-476A-A2CB-5E83F6E78E3A}" presName="level" presStyleLbl="node1" presStyleIdx="4" presStyleCnt="7">
        <dgm:presLayoutVars>
          <dgm:chMax val="1"/>
          <dgm:bulletEnabled val="1"/>
        </dgm:presLayoutVars>
      </dgm:prSet>
      <dgm:spPr/>
    </dgm:pt>
    <dgm:pt modelId="{7CC47085-D3C4-43DA-984F-AB1748DA3C69}" type="pres">
      <dgm:prSet presAssocID="{28658D70-A9D6-476A-A2CB-5E83F6E78E3A}" presName="levelTx" presStyleLbl="revTx" presStyleIdx="0" presStyleCnt="0">
        <dgm:presLayoutVars>
          <dgm:chMax val="1"/>
          <dgm:bulletEnabled val="1"/>
        </dgm:presLayoutVars>
      </dgm:prSet>
      <dgm:spPr/>
    </dgm:pt>
    <dgm:pt modelId="{2887B6AE-AC8F-4A09-ABF0-946681F17461}" type="pres">
      <dgm:prSet presAssocID="{36099DFF-326E-4609-A302-FCDA2C965E8A}" presName="Name8" presStyleCnt="0"/>
      <dgm:spPr/>
    </dgm:pt>
    <dgm:pt modelId="{4F435779-CEA1-48DD-8A18-98F4A04E0E69}" type="pres">
      <dgm:prSet presAssocID="{36099DFF-326E-4609-A302-FCDA2C965E8A}" presName="level" presStyleLbl="node1" presStyleIdx="5" presStyleCnt="7">
        <dgm:presLayoutVars>
          <dgm:chMax val="1"/>
          <dgm:bulletEnabled val="1"/>
        </dgm:presLayoutVars>
      </dgm:prSet>
      <dgm:spPr/>
    </dgm:pt>
    <dgm:pt modelId="{977D7EA9-5142-4F2A-A1D2-C4B099CC7B7A}" type="pres">
      <dgm:prSet presAssocID="{36099DFF-326E-4609-A302-FCDA2C965E8A}" presName="levelTx" presStyleLbl="revTx" presStyleIdx="0" presStyleCnt="0">
        <dgm:presLayoutVars>
          <dgm:chMax val="1"/>
          <dgm:bulletEnabled val="1"/>
        </dgm:presLayoutVars>
      </dgm:prSet>
      <dgm:spPr/>
    </dgm:pt>
    <dgm:pt modelId="{A8790655-C652-4C50-9C34-57427E2AF888}" type="pres">
      <dgm:prSet presAssocID="{76B714B3-233B-4538-BED4-9AC8A5638758}" presName="Name8" presStyleCnt="0"/>
      <dgm:spPr/>
    </dgm:pt>
    <dgm:pt modelId="{2A89FAE5-6D95-4214-8E8D-00C82B6EA8E4}" type="pres">
      <dgm:prSet presAssocID="{76B714B3-233B-4538-BED4-9AC8A5638758}" presName="level" presStyleLbl="node1" presStyleIdx="6" presStyleCnt="7">
        <dgm:presLayoutVars>
          <dgm:chMax val="1"/>
          <dgm:bulletEnabled val="1"/>
        </dgm:presLayoutVars>
      </dgm:prSet>
      <dgm:spPr/>
    </dgm:pt>
    <dgm:pt modelId="{60E039EB-6530-4D55-BDB3-7485E76B87EA}" type="pres">
      <dgm:prSet presAssocID="{76B714B3-233B-4538-BED4-9AC8A5638758}" presName="levelTx" presStyleLbl="revTx" presStyleIdx="0" presStyleCnt="0">
        <dgm:presLayoutVars>
          <dgm:chMax val="1"/>
          <dgm:bulletEnabled val="1"/>
        </dgm:presLayoutVars>
      </dgm:prSet>
      <dgm:spPr/>
    </dgm:pt>
  </dgm:ptLst>
  <dgm:cxnLst>
    <dgm:cxn modelId="{87B3CC14-3969-403C-BF11-8F38FD602128}" srcId="{AE587DFA-EAB8-41C2-AC5A-1CB050CDBAC0}" destId="{5DEC2C7E-9F7F-4191-A220-52E07112060E}" srcOrd="1" destOrd="0" parTransId="{7FF554A1-C452-43CE-99B9-CD83DC94A72A}" sibTransId="{B4600DAB-1875-4758-A7F7-76EB00EEE177}"/>
    <dgm:cxn modelId="{D9E27C22-31A3-4689-8C22-0FFCA69CD096}" type="presOf" srcId="{AE587DFA-EAB8-41C2-AC5A-1CB050CDBAC0}" destId="{7C477548-0207-4895-ACA7-B33AC5AA4B12}" srcOrd="0" destOrd="0" presId="urn:microsoft.com/office/officeart/2005/8/layout/pyramid1"/>
    <dgm:cxn modelId="{6D859726-0A48-47A8-9F0D-F6A9FECE89B4}" srcId="{AE587DFA-EAB8-41C2-AC5A-1CB050CDBAC0}" destId="{5C994FC9-47A8-45C9-A3C7-ABCBAA610D6E}" srcOrd="2" destOrd="0" parTransId="{6417AF08-3754-4F86-80D7-8BC733351BE3}" sibTransId="{A4CC2840-48AB-46AD-9BD5-222F2634CC6F}"/>
    <dgm:cxn modelId="{D9218429-97D4-4166-9493-0CA3B83CFCF4}" type="presOf" srcId="{36099DFF-326E-4609-A302-FCDA2C965E8A}" destId="{977D7EA9-5142-4F2A-A1D2-C4B099CC7B7A}" srcOrd="1" destOrd="0" presId="urn:microsoft.com/office/officeart/2005/8/layout/pyramid1"/>
    <dgm:cxn modelId="{5D0CDE37-BB68-442A-873D-376A8A561332}" type="presOf" srcId="{28658D70-A9D6-476A-A2CB-5E83F6E78E3A}" destId="{7CC47085-D3C4-43DA-984F-AB1748DA3C69}" srcOrd="1" destOrd="0" presId="urn:microsoft.com/office/officeart/2005/8/layout/pyramid1"/>
    <dgm:cxn modelId="{F9FB795E-13EA-46BF-AE08-956E37265AB0}" type="presOf" srcId="{B01D3310-A89E-4BC8-9142-48D77A28E3BE}" destId="{8F0E133E-F8C5-4D6D-839C-65BA39BE0228}" srcOrd="1" destOrd="0" presId="urn:microsoft.com/office/officeart/2005/8/layout/pyramid1"/>
    <dgm:cxn modelId="{5A7CBB5F-956F-4774-B8B7-881A156FB872}" type="presOf" srcId="{B01D3310-A89E-4BC8-9142-48D77A28E3BE}" destId="{F3C7AA88-E083-43E1-B0B1-332B90530693}" srcOrd="0" destOrd="0" presId="urn:microsoft.com/office/officeart/2005/8/layout/pyramid1"/>
    <dgm:cxn modelId="{9D47C966-5D5A-4343-A8D4-FE7451C4EA2F}" type="presOf" srcId="{36099DFF-326E-4609-A302-FCDA2C965E8A}" destId="{4F435779-CEA1-48DD-8A18-98F4A04E0E69}" srcOrd="0" destOrd="0" presId="urn:microsoft.com/office/officeart/2005/8/layout/pyramid1"/>
    <dgm:cxn modelId="{93BC1168-EB75-43E1-A439-F49F2A82133F}" srcId="{AE587DFA-EAB8-41C2-AC5A-1CB050CDBAC0}" destId="{36099DFF-326E-4609-A302-FCDA2C965E8A}" srcOrd="5" destOrd="0" parTransId="{2CA4895F-B794-4CE1-A1EC-2DFA4425A303}" sibTransId="{BC0C1F79-029A-4DF7-BC3A-F98CA372F000}"/>
    <dgm:cxn modelId="{D9056169-C0BB-44FC-8775-3DF4400E13AA}" type="presOf" srcId="{3D734793-0C18-45F8-8C44-BCEE63AB2A4B}" destId="{2FF706C8-6271-4531-8D1C-E13E04A3173C}" srcOrd="0" destOrd="0" presId="urn:microsoft.com/office/officeart/2005/8/layout/pyramid1"/>
    <dgm:cxn modelId="{90C00D8B-8354-4A39-A583-178FB3CFDA54}" type="presOf" srcId="{5C994FC9-47A8-45C9-A3C7-ABCBAA610D6E}" destId="{6718F017-3C5C-4351-8064-013EABAF23A5}" srcOrd="0" destOrd="0" presId="urn:microsoft.com/office/officeart/2005/8/layout/pyramid1"/>
    <dgm:cxn modelId="{6E2F9490-AB5F-45FD-8FF5-77AE0FF806D2}" srcId="{AE587DFA-EAB8-41C2-AC5A-1CB050CDBAC0}" destId="{76B714B3-233B-4538-BED4-9AC8A5638758}" srcOrd="6" destOrd="0" parTransId="{24F9F12A-E747-4B38-8053-C00C201C87D6}" sibTransId="{04B1A628-6598-426D-9AC5-35BA8724FB83}"/>
    <dgm:cxn modelId="{EC7CC597-5FC5-46D5-AE1E-EE0FAB9F2622}" srcId="{AE587DFA-EAB8-41C2-AC5A-1CB050CDBAC0}" destId="{3D734793-0C18-45F8-8C44-BCEE63AB2A4B}" srcOrd="0" destOrd="0" parTransId="{2D07BEF5-D983-45DD-A258-2572FF8517AD}" sibTransId="{055B3AC6-B7FC-427B-B8D0-9B700AAE6812}"/>
    <dgm:cxn modelId="{5DD2F7A1-987C-4C7C-A329-D7AB22F2C4F7}" type="presOf" srcId="{28658D70-A9D6-476A-A2CB-5E83F6E78E3A}" destId="{7CA80CA6-68A0-464B-B8E0-5EF8BB6357E6}" srcOrd="0" destOrd="0" presId="urn:microsoft.com/office/officeart/2005/8/layout/pyramid1"/>
    <dgm:cxn modelId="{9642F5A8-C4C2-4DB4-8DB4-D079F6760CA3}" type="presOf" srcId="{5DEC2C7E-9F7F-4191-A220-52E07112060E}" destId="{965485A2-AB32-4618-8364-03C20DA60327}" srcOrd="0" destOrd="0" presId="urn:microsoft.com/office/officeart/2005/8/layout/pyramid1"/>
    <dgm:cxn modelId="{685318BB-5F5D-45A1-BBE8-4135DD8F78A2}" srcId="{AE587DFA-EAB8-41C2-AC5A-1CB050CDBAC0}" destId="{28658D70-A9D6-476A-A2CB-5E83F6E78E3A}" srcOrd="4" destOrd="0" parTransId="{70E0C67A-3DBD-4872-8C0A-80D062E297B7}" sibTransId="{5D3FA290-CF2C-47B7-957F-12A71A5E3935}"/>
    <dgm:cxn modelId="{9F5814CB-7793-4503-B513-FB55A0F3EF73}" type="presOf" srcId="{5C994FC9-47A8-45C9-A3C7-ABCBAA610D6E}" destId="{92CFA695-3E42-420A-B39B-0E660CE9CCB4}" srcOrd="1" destOrd="0" presId="urn:microsoft.com/office/officeart/2005/8/layout/pyramid1"/>
    <dgm:cxn modelId="{81D5AECD-FDB6-4591-A696-92E4277F02A5}" srcId="{AE587DFA-EAB8-41C2-AC5A-1CB050CDBAC0}" destId="{B01D3310-A89E-4BC8-9142-48D77A28E3BE}" srcOrd="3" destOrd="0" parTransId="{7C0EDFC0-7223-4C83-813E-84DB15FF8048}" sibTransId="{6514DDDC-06A3-4C0F-A6C6-74A7731B39BB}"/>
    <dgm:cxn modelId="{A659B2D0-91FD-4C82-8BD4-3930AFFD11DC}" type="presOf" srcId="{76B714B3-233B-4538-BED4-9AC8A5638758}" destId="{2A89FAE5-6D95-4214-8E8D-00C82B6EA8E4}" srcOrd="0" destOrd="0" presId="urn:microsoft.com/office/officeart/2005/8/layout/pyramid1"/>
    <dgm:cxn modelId="{7090CAD1-DAFE-4266-B294-74C7A9129AFA}" type="presOf" srcId="{5DEC2C7E-9F7F-4191-A220-52E07112060E}" destId="{1DF9A93F-53DC-49C8-83BA-1895037BE6A5}" srcOrd="1" destOrd="0" presId="urn:microsoft.com/office/officeart/2005/8/layout/pyramid1"/>
    <dgm:cxn modelId="{7E53ACDB-2292-4704-84BD-20C145CF0902}" type="presOf" srcId="{3D734793-0C18-45F8-8C44-BCEE63AB2A4B}" destId="{A0293BDB-FD92-4790-B22E-95A7DFACD077}" srcOrd="1" destOrd="0" presId="urn:microsoft.com/office/officeart/2005/8/layout/pyramid1"/>
    <dgm:cxn modelId="{20F0A8F5-5F4C-48C4-95EC-0588D189D1B5}" type="presOf" srcId="{76B714B3-233B-4538-BED4-9AC8A5638758}" destId="{60E039EB-6530-4D55-BDB3-7485E76B87EA}" srcOrd="1" destOrd="0" presId="urn:microsoft.com/office/officeart/2005/8/layout/pyramid1"/>
    <dgm:cxn modelId="{6E4B68D2-E3D3-4D11-A48D-B9C99F0DC6E4}" type="presParOf" srcId="{7C477548-0207-4895-ACA7-B33AC5AA4B12}" destId="{B187C475-268C-4CE9-BF2C-C79667C46883}" srcOrd="0" destOrd="0" presId="urn:microsoft.com/office/officeart/2005/8/layout/pyramid1"/>
    <dgm:cxn modelId="{438BC664-BB73-43C8-8C87-BA07AAE65800}" type="presParOf" srcId="{B187C475-268C-4CE9-BF2C-C79667C46883}" destId="{2FF706C8-6271-4531-8D1C-E13E04A3173C}" srcOrd="0" destOrd="0" presId="urn:microsoft.com/office/officeart/2005/8/layout/pyramid1"/>
    <dgm:cxn modelId="{ECF6577C-D406-4224-B075-A0B8E19C1F1E}" type="presParOf" srcId="{B187C475-268C-4CE9-BF2C-C79667C46883}" destId="{A0293BDB-FD92-4790-B22E-95A7DFACD077}" srcOrd="1" destOrd="0" presId="urn:microsoft.com/office/officeart/2005/8/layout/pyramid1"/>
    <dgm:cxn modelId="{72167AFF-BFEB-4887-9171-EAEF4E3B9CF7}" type="presParOf" srcId="{7C477548-0207-4895-ACA7-B33AC5AA4B12}" destId="{72B6B37A-6FE8-4D3A-9CD7-9C18BCE26AF6}" srcOrd="1" destOrd="0" presId="urn:microsoft.com/office/officeart/2005/8/layout/pyramid1"/>
    <dgm:cxn modelId="{74013979-BC68-4CD4-AB70-364228161B03}" type="presParOf" srcId="{72B6B37A-6FE8-4D3A-9CD7-9C18BCE26AF6}" destId="{965485A2-AB32-4618-8364-03C20DA60327}" srcOrd="0" destOrd="0" presId="urn:microsoft.com/office/officeart/2005/8/layout/pyramid1"/>
    <dgm:cxn modelId="{69A16E27-7676-4B69-A972-4BE98A434CA4}" type="presParOf" srcId="{72B6B37A-6FE8-4D3A-9CD7-9C18BCE26AF6}" destId="{1DF9A93F-53DC-49C8-83BA-1895037BE6A5}" srcOrd="1" destOrd="0" presId="urn:microsoft.com/office/officeart/2005/8/layout/pyramid1"/>
    <dgm:cxn modelId="{ED96D1AF-01D9-4E02-95D4-5123288C1B48}" type="presParOf" srcId="{7C477548-0207-4895-ACA7-B33AC5AA4B12}" destId="{73CBD156-68A8-4302-8DCD-07B34B9DF524}" srcOrd="2" destOrd="0" presId="urn:microsoft.com/office/officeart/2005/8/layout/pyramid1"/>
    <dgm:cxn modelId="{8F906E3A-D3AF-4924-B545-A29BA36F2388}" type="presParOf" srcId="{73CBD156-68A8-4302-8DCD-07B34B9DF524}" destId="{6718F017-3C5C-4351-8064-013EABAF23A5}" srcOrd="0" destOrd="0" presId="urn:microsoft.com/office/officeart/2005/8/layout/pyramid1"/>
    <dgm:cxn modelId="{35A168A4-6CA1-4529-A9B1-E5FCACCD5B15}" type="presParOf" srcId="{73CBD156-68A8-4302-8DCD-07B34B9DF524}" destId="{92CFA695-3E42-420A-B39B-0E660CE9CCB4}" srcOrd="1" destOrd="0" presId="urn:microsoft.com/office/officeart/2005/8/layout/pyramid1"/>
    <dgm:cxn modelId="{D2462B2A-8C6A-43C8-AC33-3976223C3E02}" type="presParOf" srcId="{7C477548-0207-4895-ACA7-B33AC5AA4B12}" destId="{AA3B08A4-F4D2-4A48-B2B6-B44942FCBCFB}" srcOrd="3" destOrd="0" presId="urn:microsoft.com/office/officeart/2005/8/layout/pyramid1"/>
    <dgm:cxn modelId="{111BE958-A539-4C16-926F-85277A62EFED}" type="presParOf" srcId="{AA3B08A4-F4D2-4A48-B2B6-B44942FCBCFB}" destId="{F3C7AA88-E083-43E1-B0B1-332B90530693}" srcOrd="0" destOrd="0" presId="urn:microsoft.com/office/officeart/2005/8/layout/pyramid1"/>
    <dgm:cxn modelId="{7790BF2F-6346-4083-8434-00B289DBC4AA}" type="presParOf" srcId="{AA3B08A4-F4D2-4A48-B2B6-B44942FCBCFB}" destId="{8F0E133E-F8C5-4D6D-839C-65BA39BE0228}" srcOrd="1" destOrd="0" presId="urn:microsoft.com/office/officeart/2005/8/layout/pyramid1"/>
    <dgm:cxn modelId="{421420A1-B369-4375-A795-933DA3C18C21}" type="presParOf" srcId="{7C477548-0207-4895-ACA7-B33AC5AA4B12}" destId="{523752CA-3862-4B3F-9FD7-C8232FC37278}" srcOrd="4" destOrd="0" presId="urn:microsoft.com/office/officeart/2005/8/layout/pyramid1"/>
    <dgm:cxn modelId="{28B263FF-9056-477D-9B0D-7C14DA2FD045}" type="presParOf" srcId="{523752CA-3862-4B3F-9FD7-C8232FC37278}" destId="{7CA80CA6-68A0-464B-B8E0-5EF8BB6357E6}" srcOrd="0" destOrd="0" presId="urn:microsoft.com/office/officeart/2005/8/layout/pyramid1"/>
    <dgm:cxn modelId="{13B0FF98-7137-4C20-AA39-27D6C81FCCF1}" type="presParOf" srcId="{523752CA-3862-4B3F-9FD7-C8232FC37278}" destId="{7CC47085-D3C4-43DA-984F-AB1748DA3C69}" srcOrd="1" destOrd="0" presId="urn:microsoft.com/office/officeart/2005/8/layout/pyramid1"/>
    <dgm:cxn modelId="{8B438F08-838E-461A-AD72-4E704F7DFA99}" type="presParOf" srcId="{7C477548-0207-4895-ACA7-B33AC5AA4B12}" destId="{2887B6AE-AC8F-4A09-ABF0-946681F17461}" srcOrd="5" destOrd="0" presId="urn:microsoft.com/office/officeart/2005/8/layout/pyramid1"/>
    <dgm:cxn modelId="{EADB7099-E3C5-4329-9881-5DE344D7A8ED}" type="presParOf" srcId="{2887B6AE-AC8F-4A09-ABF0-946681F17461}" destId="{4F435779-CEA1-48DD-8A18-98F4A04E0E69}" srcOrd="0" destOrd="0" presId="urn:microsoft.com/office/officeart/2005/8/layout/pyramid1"/>
    <dgm:cxn modelId="{DE46D4F9-A980-45C4-9BC5-A770753AEFBF}" type="presParOf" srcId="{2887B6AE-AC8F-4A09-ABF0-946681F17461}" destId="{977D7EA9-5142-4F2A-A1D2-C4B099CC7B7A}" srcOrd="1" destOrd="0" presId="urn:microsoft.com/office/officeart/2005/8/layout/pyramid1"/>
    <dgm:cxn modelId="{3942EEFA-3A33-40D4-890A-37959F135A90}" type="presParOf" srcId="{7C477548-0207-4895-ACA7-B33AC5AA4B12}" destId="{A8790655-C652-4C50-9C34-57427E2AF888}" srcOrd="6" destOrd="0" presId="urn:microsoft.com/office/officeart/2005/8/layout/pyramid1"/>
    <dgm:cxn modelId="{7891766A-FB95-4667-96DD-FCC446A317DE}" type="presParOf" srcId="{A8790655-C652-4C50-9C34-57427E2AF888}" destId="{2A89FAE5-6D95-4214-8E8D-00C82B6EA8E4}" srcOrd="0" destOrd="0" presId="urn:microsoft.com/office/officeart/2005/8/layout/pyramid1"/>
    <dgm:cxn modelId="{11D0A41B-07D7-441D-97BE-65D3110BB460}" type="presParOf" srcId="{A8790655-C652-4C50-9C34-57427E2AF888}" destId="{60E039EB-6530-4D55-BDB3-7485E76B87EA}"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F706C8-6271-4531-8D1C-E13E04A3173C}">
      <dsp:nvSpPr>
        <dsp:cNvPr id="0" name=""/>
        <dsp:cNvSpPr/>
      </dsp:nvSpPr>
      <dsp:spPr>
        <a:xfrm>
          <a:off x="2134739" y="0"/>
          <a:ext cx="711579" cy="619223"/>
        </a:xfrm>
        <a:prstGeom prst="trapezoid">
          <a:avLst>
            <a:gd name="adj" fmla="val 61232"/>
          </a:avLst>
        </a:prstGeom>
        <a:solidFill>
          <a:srgbClr val="003064"/>
        </a:solidFill>
        <a:ln w="19050" cap="rnd" cmpd="sng" algn="ctr">
          <a:solidFill>
            <a:srgbClr val="00306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ts val="2400"/>
            </a:spcBef>
            <a:spcAft>
              <a:spcPts val="0"/>
            </a:spcAft>
            <a:buNone/>
          </a:pPr>
          <a:r>
            <a:rPr lang="fr-FR" sz="900" b="1" kern="1200">
              <a:solidFill>
                <a:srgbClr val="FFFFFF"/>
              </a:solidFill>
              <a:latin typeface="Arial" panose="020B0604020202020204"/>
              <a:ea typeface="+mn-ea"/>
              <a:cs typeface="+mn-cs"/>
            </a:rPr>
            <a:t>IOC</a:t>
          </a:r>
          <a:endParaRPr lang="en-US" sz="900" b="1" kern="1200">
            <a:solidFill>
              <a:srgbClr val="FFFFFF"/>
            </a:solidFill>
            <a:latin typeface="Arial" panose="020B0604020202020204"/>
            <a:ea typeface="+mn-ea"/>
            <a:cs typeface="+mn-cs"/>
          </a:endParaRPr>
        </a:p>
      </dsp:txBody>
      <dsp:txXfrm>
        <a:off x="2371932" y="206408"/>
        <a:ext cx="237193" cy="412815"/>
      </dsp:txXfrm>
    </dsp:sp>
    <dsp:sp modelId="{965485A2-AB32-4618-8364-03C20DA60327}">
      <dsp:nvSpPr>
        <dsp:cNvPr id="0" name=""/>
        <dsp:cNvSpPr/>
      </dsp:nvSpPr>
      <dsp:spPr>
        <a:xfrm>
          <a:off x="1778949" y="619223"/>
          <a:ext cx="1423159" cy="619223"/>
        </a:xfrm>
        <a:prstGeom prst="trapezoid">
          <a:avLst>
            <a:gd name="adj" fmla="val 61232"/>
          </a:avLst>
        </a:prstGeom>
        <a:solidFill>
          <a:srgbClr val="7F7F7F"/>
        </a:solidFill>
        <a:ln w="19050" cap="rnd" cmpd="sng" algn="ctr">
          <a:solidFill>
            <a:srgbClr val="7F7F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ts val="500"/>
            </a:spcBef>
            <a:spcAft>
              <a:spcPct val="35000"/>
            </a:spcAft>
            <a:buNone/>
          </a:pPr>
          <a:r>
            <a:rPr lang="fr-FR" sz="1100" b="1" kern="1200">
              <a:solidFill>
                <a:srgbClr val="FFFFFF"/>
              </a:solidFill>
              <a:latin typeface="Arial" panose="020B0604020202020204"/>
              <a:ea typeface="+mn-ea"/>
              <a:cs typeface="+mn-cs"/>
            </a:rPr>
            <a:t>Change management</a:t>
          </a:r>
          <a:endParaRPr lang="en-US" sz="1100" b="1" kern="1200">
            <a:solidFill>
              <a:srgbClr val="FFFFFF"/>
            </a:solidFill>
            <a:latin typeface="Arial" panose="020B0604020202020204"/>
            <a:ea typeface="+mn-ea"/>
            <a:cs typeface="+mn-cs"/>
          </a:endParaRPr>
        </a:p>
      </dsp:txBody>
      <dsp:txXfrm>
        <a:off x="2280777" y="788429"/>
        <a:ext cx="419503" cy="450017"/>
      </dsp:txXfrm>
    </dsp:sp>
    <dsp:sp modelId="{6718F017-3C5C-4351-8064-013EABAF23A5}">
      <dsp:nvSpPr>
        <dsp:cNvPr id="0" name=""/>
        <dsp:cNvSpPr/>
      </dsp:nvSpPr>
      <dsp:spPr>
        <a:xfrm>
          <a:off x="1423159" y="1238446"/>
          <a:ext cx="2134739" cy="619223"/>
        </a:xfrm>
        <a:prstGeom prst="trapezoid">
          <a:avLst>
            <a:gd name="adj" fmla="val 61232"/>
          </a:avLst>
        </a:prstGeom>
        <a:solidFill>
          <a:srgbClr val="5681BB"/>
        </a:solidFill>
        <a:ln w="19050" cap="rnd" cmpd="sng" algn="ctr">
          <a:solidFill>
            <a:srgbClr val="5681B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ts val="500"/>
            </a:spcBef>
            <a:spcAft>
              <a:spcPct val="35000"/>
            </a:spcAft>
            <a:buNone/>
          </a:pPr>
          <a:r>
            <a:rPr lang="fr-FR" sz="1050" b="1" kern="1200" err="1">
              <a:solidFill>
                <a:srgbClr val="FFFFFF"/>
              </a:solidFill>
              <a:latin typeface="Arial" panose="020B0604020202020204"/>
              <a:ea typeface="+mn-ea"/>
              <a:cs typeface="+mn-cs"/>
            </a:rPr>
            <a:t>Digitalization</a:t>
          </a:r>
          <a:endParaRPr lang="en-US" sz="1050" b="1" kern="1200">
            <a:solidFill>
              <a:srgbClr val="FFFFFF"/>
            </a:solidFill>
            <a:latin typeface="Arial" panose="020B0604020202020204"/>
            <a:ea typeface="+mn-ea"/>
            <a:cs typeface="+mn-cs"/>
          </a:endParaRPr>
        </a:p>
      </dsp:txBody>
      <dsp:txXfrm>
        <a:off x="2049513" y="1351250"/>
        <a:ext cx="882030" cy="506419"/>
      </dsp:txXfrm>
    </dsp:sp>
    <dsp:sp modelId="{F3C7AA88-E083-43E1-B0B1-332B90530693}">
      <dsp:nvSpPr>
        <dsp:cNvPr id="0" name=""/>
        <dsp:cNvSpPr/>
      </dsp:nvSpPr>
      <dsp:spPr>
        <a:xfrm>
          <a:off x="1067369" y="1857670"/>
          <a:ext cx="2846318" cy="619223"/>
        </a:xfrm>
        <a:prstGeom prst="trapezoid">
          <a:avLst>
            <a:gd name="adj" fmla="val 61232"/>
          </a:avLst>
        </a:prstGeom>
        <a:solidFill>
          <a:srgbClr val="003064">
            <a:lumMod val="25000"/>
            <a:lumOff val="75000"/>
          </a:srgbClr>
        </a:solidFill>
        <a:ln w="19050" cap="rnd" cmpd="sng" algn="ctr">
          <a:solidFill>
            <a:srgbClr val="003064">
              <a:lumMod val="25000"/>
              <a:lumOff val="75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ts val="500"/>
            </a:spcBef>
            <a:spcAft>
              <a:spcPct val="35000"/>
            </a:spcAft>
            <a:buNone/>
          </a:pPr>
          <a:r>
            <a:rPr lang="fr-FR" sz="1100" b="1" kern="1200" err="1">
              <a:solidFill>
                <a:srgbClr val="FFFFFF"/>
              </a:solidFill>
              <a:latin typeface="Arial" panose="020B0604020202020204"/>
              <a:ea typeface="+mn-ea"/>
              <a:cs typeface="+mn-cs"/>
            </a:rPr>
            <a:t>Efficiency</a:t>
          </a:r>
          <a:endParaRPr lang="en-US" sz="1100" b="1" kern="1200">
            <a:solidFill>
              <a:srgbClr val="FFFFFF"/>
            </a:solidFill>
            <a:latin typeface="Arial" panose="020B0604020202020204"/>
            <a:ea typeface="+mn-ea"/>
            <a:cs typeface="+mn-cs"/>
          </a:endParaRPr>
        </a:p>
      </dsp:txBody>
      <dsp:txXfrm>
        <a:off x="1818250" y="1942273"/>
        <a:ext cx="1344557" cy="534620"/>
      </dsp:txXfrm>
    </dsp:sp>
    <dsp:sp modelId="{7CA80CA6-68A0-464B-B8E0-5EF8BB6357E6}">
      <dsp:nvSpPr>
        <dsp:cNvPr id="0" name=""/>
        <dsp:cNvSpPr/>
      </dsp:nvSpPr>
      <dsp:spPr>
        <a:xfrm>
          <a:off x="711579" y="2476893"/>
          <a:ext cx="3557898" cy="619223"/>
        </a:xfrm>
        <a:prstGeom prst="trapezoid">
          <a:avLst>
            <a:gd name="adj" fmla="val 61232"/>
          </a:avLst>
        </a:prstGeom>
        <a:solidFill>
          <a:srgbClr val="7F7F7F"/>
        </a:solidFill>
        <a:ln w="19050" cap="rnd" cmpd="sng" algn="ctr">
          <a:solidFill>
            <a:srgbClr val="7F7F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ts val="500"/>
            </a:spcBef>
            <a:spcAft>
              <a:spcPct val="35000"/>
            </a:spcAft>
            <a:buNone/>
          </a:pPr>
          <a:r>
            <a:rPr lang="fr-FR" sz="1100" b="1" kern="1200">
              <a:solidFill>
                <a:srgbClr val="FFFFFF"/>
              </a:solidFill>
              <a:latin typeface="Arial" panose="020B0604020202020204"/>
              <a:ea typeface="+mn-ea"/>
              <a:cs typeface="+mn-cs"/>
            </a:rPr>
            <a:t>Lean </a:t>
          </a:r>
          <a:r>
            <a:rPr lang="fr-FR" sz="1100" b="1" kern="1200" err="1">
              <a:solidFill>
                <a:srgbClr val="FFFFFF"/>
              </a:solidFill>
              <a:latin typeface="Arial" panose="020B0604020202020204"/>
              <a:ea typeface="+mn-ea"/>
              <a:cs typeface="+mn-cs"/>
            </a:rPr>
            <a:t>Core</a:t>
          </a:r>
          <a:r>
            <a:rPr lang="fr-FR" sz="1100" b="1" kern="1200">
              <a:solidFill>
                <a:srgbClr val="FFFFFF"/>
              </a:solidFill>
              <a:latin typeface="Arial" panose="020B0604020202020204"/>
              <a:ea typeface="+mn-ea"/>
              <a:cs typeface="+mn-cs"/>
            </a:rPr>
            <a:t> </a:t>
          </a:r>
          <a:r>
            <a:rPr lang="fr-FR" sz="1100" b="1" kern="1200" err="1">
              <a:solidFill>
                <a:srgbClr val="FFFFFF"/>
              </a:solidFill>
              <a:latin typeface="Arial" panose="020B0604020202020204"/>
              <a:ea typeface="+mn-ea"/>
              <a:cs typeface="+mn-cs"/>
            </a:rPr>
            <a:t>crew</a:t>
          </a:r>
          <a:endParaRPr lang="en-US" sz="1100" b="1" kern="1200">
            <a:solidFill>
              <a:srgbClr val="FFFFFF"/>
            </a:solidFill>
            <a:latin typeface="Arial" panose="020B0604020202020204"/>
            <a:ea typeface="+mn-ea"/>
            <a:cs typeface="+mn-cs"/>
          </a:endParaRPr>
        </a:p>
      </dsp:txBody>
      <dsp:txXfrm>
        <a:off x="1586986" y="2544575"/>
        <a:ext cx="1807084" cy="551541"/>
      </dsp:txXfrm>
    </dsp:sp>
    <dsp:sp modelId="{4F435779-CEA1-48DD-8A18-98F4A04E0E69}">
      <dsp:nvSpPr>
        <dsp:cNvPr id="0" name=""/>
        <dsp:cNvSpPr/>
      </dsp:nvSpPr>
      <dsp:spPr>
        <a:xfrm>
          <a:off x="355789" y="3096117"/>
          <a:ext cx="4269478" cy="619223"/>
        </a:xfrm>
        <a:prstGeom prst="trapezoid">
          <a:avLst>
            <a:gd name="adj" fmla="val 61232"/>
          </a:avLst>
        </a:prstGeom>
        <a:solidFill>
          <a:srgbClr val="4A96CD"/>
        </a:solidFill>
        <a:ln w="19050" cap="rnd" cmpd="sng" algn="ctr">
          <a:solidFill>
            <a:srgbClr val="4A96C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ts val="500"/>
            </a:spcBef>
            <a:spcAft>
              <a:spcPct val="35000"/>
            </a:spcAft>
            <a:buNone/>
          </a:pPr>
          <a:r>
            <a:rPr lang="fr-FR" sz="1100" b="1" kern="1200">
              <a:solidFill>
                <a:srgbClr val="FFFFFF"/>
              </a:solidFill>
              <a:latin typeface="Arial" panose="020B0604020202020204"/>
              <a:ea typeface="+mn-ea"/>
              <a:cs typeface="+mn-cs"/>
            </a:rPr>
            <a:t>Maintenance </a:t>
          </a:r>
          <a:r>
            <a:rPr lang="fr-FR" sz="1100" b="1" kern="1200" err="1">
              <a:solidFill>
                <a:srgbClr val="FFFFFF"/>
              </a:solidFill>
              <a:latin typeface="Arial" panose="020B0604020202020204"/>
              <a:ea typeface="+mn-ea"/>
              <a:cs typeface="+mn-cs"/>
            </a:rPr>
            <a:t>work</a:t>
          </a:r>
          <a:r>
            <a:rPr lang="fr-FR" sz="1100" b="1" kern="1200">
              <a:solidFill>
                <a:srgbClr val="FFFFFF"/>
              </a:solidFill>
              <a:latin typeface="Arial" panose="020B0604020202020204"/>
              <a:ea typeface="+mn-ea"/>
              <a:cs typeface="+mn-cs"/>
            </a:rPr>
            <a:t> by </a:t>
          </a:r>
          <a:r>
            <a:rPr lang="fr-FR" sz="1100" b="1" kern="1200" err="1">
              <a:solidFill>
                <a:srgbClr val="FFFFFF"/>
              </a:solidFill>
              <a:latin typeface="Arial" panose="020B0604020202020204"/>
              <a:ea typeface="+mn-ea"/>
              <a:cs typeface="+mn-cs"/>
            </a:rPr>
            <a:t>campaign</a:t>
          </a:r>
          <a:endParaRPr lang="en-US" sz="1100" b="1" kern="1200">
            <a:solidFill>
              <a:srgbClr val="FFFFFF"/>
            </a:solidFill>
            <a:latin typeface="Arial" panose="020B0604020202020204"/>
            <a:ea typeface="+mn-ea"/>
            <a:cs typeface="+mn-cs"/>
          </a:endParaRPr>
        </a:p>
      </dsp:txBody>
      <dsp:txXfrm>
        <a:off x="1355723" y="3152519"/>
        <a:ext cx="2269610" cy="562821"/>
      </dsp:txXfrm>
    </dsp:sp>
    <dsp:sp modelId="{2A89FAE5-6D95-4214-8E8D-00C82B6EA8E4}">
      <dsp:nvSpPr>
        <dsp:cNvPr id="0" name=""/>
        <dsp:cNvSpPr/>
      </dsp:nvSpPr>
      <dsp:spPr>
        <a:xfrm>
          <a:off x="0" y="3715340"/>
          <a:ext cx="4981058" cy="619223"/>
        </a:xfrm>
        <a:prstGeom prst="trapezoid">
          <a:avLst>
            <a:gd name="adj" fmla="val 61232"/>
          </a:avLst>
        </a:prstGeom>
        <a:solidFill>
          <a:srgbClr val="1859A9">
            <a:hueOff val="0"/>
            <a:satOff val="0"/>
            <a:lumOff val="0"/>
            <a:alphaOff val="0"/>
          </a:srgbClr>
        </a:solidFill>
        <a:ln w="19050" cap="rnd" cmpd="sng" algn="ctr">
          <a:solidFill>
            <a:srgbClr val="1859A9">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ts val="500"/>
            </a:spcBef>
            <a:spcAft>
              <a:spcPct val="35000"/>
            </a:spcAft>
            <a:buNone/>
          </a:pPr>
          <a:r>
            <a:rPr lang="fr-FR" sz="1100" b="1" kern="1200">
              <a:solidFill>
                <a:srgbClr val="FFFFFF"/>
              </a:solidFill>
              <a:latin typeface="Arial" panose="020B0604020202020204"/>
              <a:ea typeface="+mn-ea"/>
              <a:cs typeface="+mn-cs"/>
            </a:rPr>
            <a:t>Maintenance &amp; </a:t>
          </a:r>
          <a:r>
            <a:rPr lang="fr-FR" sz="1100" b="1" kern="1200" err="1">
              <a:solidFill>
                <a:srgbClr val="FFFFFF"/>
              </a:solidFill>
              <a:latin typeface="Arial" panose="020B0604020202020204"/>
              <a:ea typeface="+mn-ea"/>
              <a:cs typeface="+mn-cs"/>
            </a:rPr>
            <a:t>integrity</a:t>
          </a:r>
          <a:r>
            <a:rPr lang="fr-FR" sz="1100" b="1" kern="1200">
              <a:solidFill>
                <a:srgbClr val="FFFFFF"/>
              </a:solidFill>
              <a:latin typeface="Arial" panose="020B0604020202020204"/>
              <a:ea typeface="+mn-ea"/>
              <a:cs typeface="+mn-cs"/>
            </a:rPr>
            <a:t> re-engineering</a:t>
          </a:r>
          <a:endParaRPr lang="en-US" sz="1100" b="1" kern="1200">
            <a:solidFill>
              <a:srgbClr val="FFFFFF"/>
            </a:solidFill>
            <a:latin typeface="Arial" panose="020B0604020202020204"/>
            <a:ea typeface="+mn-ea"/>
            <a:cs typeface="+mn-cs"/>
          </a:endParaRPr>
        </a:p>
      </dsp:txBody>
      <dsp:txXfrm>
        <a:off x="1124460" y="3763684"/>
        <a:ext cx="2732137" cy="57087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614CAE6-BFFC-44D9-B589-0D037404D961}"/>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608E2BC-021C-40B7-90F3-4B68AD2B718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51C2EC88-F953-4BD6-A688-3279E9A6E67A}" type="datetimeFigureOut">
              <a:rPr lang="fr-FR" smtClean="0"/>
              <a:t>29/10/2025</a:t>
            </a:fld>
            <a:endParaRPr lang="fr-FR"/>
          </a:p>
        </p:txBody>
      </p:sp>
      <p:sp>
        <p:nvSpPr>
          <p:cNvPr id="4" name="Espace réservé du pied de page 3">
            <a:extLst>
              <a:ext uri="{FF2B5EF4-FFF2-40B4-BE49-F238E27FC236}">
                <a16:creationId xmlns:a16="http://schemas.microsoft.com/office/drawing/2014/main" id="{E5F619B7-E80F-4357-A079-8385235264F1}"/>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8027D7F4-CEC4-4BC4-A31D-0DEAAFB9863B}"/>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97B5B5C3-2E1E-4008-9B77-C67FFE77BEAF}" type="slidenum">
              <a:rPr lang="fr-FR" smtClean="0"/>
              <a:t>‹#›</a:t>
            </a:fld>
            <a:endParaRPr lang="fr-FR"/>
          </a:p>
        </p:txBody>
      </p:sp>
    </p:spTree>
    <p:extLst>
      <p:ext uri="{BB962C8B-B14F-4D97-AF65-F5344CB8AC3E}">
        <p14:creationId xmlns:p14="http://schemas.microsoft.com/office/powerpoint/2010/main" val="388604227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E849E9D-AF7B-45D0-B389-3AE92F6B3F8A}" type="datetimeFigureOut">
              <a:rPr lang="fr-FR" smtClean="0"/>
              <a:t>29/10/2025</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r>
              <a:rPr lang="en-US"/>
              <a:t>Technical Meeting #1 - Kick Off Meeting ALPC 2025</a:t>
            </a:r>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FEDE3DE-59D0-436E-9643-2C33BA4042BB}" type="slidenum">
              <a:rPr lang="fr-FR" smtClean="0"/>
              <a:t>‹#›</a:t>
            </a:fld>
            <a:endParaRPr lang="fr-FR"/>
          </a:p>
        </p:txBody>
      </p:sp>
    </p:spTree>
    <p:extLst>
      <p:ext uri="{BB962C8B-B14F-4D97-AF65-F5344CB8AC3E}">
        <p14:creationId xmlns:p14="http://schemas.microsoft.com/office/powerpoint/2010/main" val="77146191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288000" indent="-144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432000" indent="-144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576000" indent="-144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9177BB-C340-43F6-9F80-E5555816628B}" type="slidenum">
              <a:rPr kumimoji="0" lang="fr-FR" sz="1200" b="0" i="0" u="none" strike="noStrike" kern="1200" cap="none" spc="0" normalizeH="0" baseline="0" noProof="0" smtClean="0">
                <a:ln>
                  <a:noFill/>
                </a:ln>
                <a:solidFill>
                  <a:srgbClr val="4A7D9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srgbClr val="4A7D91"/>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EF422E35-6AA5-D59E-1972-45596CB0D2DD}"/>
              </a:ext>
            </a:extLst>
          </p:cNvPr>
          <p:cNvSpPr>
            <a:spLocks noGrp="1"/>
          </p:cNvSpPr>
          <p:nvPr>
            <p:ph type="ftr" sz="quarter" idx="4"/>
          </p:nvPr>
        </p:nvSpPr>
        <p:spPr/>
        <p:txBody>
          <a:bodyPr/>
          <a:lstStyle/>
          <a:p>
            <a:r>
              <a:rPr lang="en-US"/>
              <a:t>Technical Meeting #1 - Kick Off Meeting ALPC 2025</a:t>
            </a:r>
            <a:endParaRPr lang="fr-FR"/>
          </a:p>
        </p:txBody>
      </p:sp>
    </p:spTree>
    <p:extLst>
      <p:ext uri="{BB962C8B-B14F-4D97-AF65-F5344CB8AC3E}">
        <p14:creationId xmlns:p14="http://schemas.microsoft.com/office/powerpoint/2010/main" val="999350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pied de page 3"/>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p:cNvSpPr>
            <a:spLocks noGrp="1"/>
          </p:cNvSpPr>
          <p:nvPr>
            <p:ph type="sldNum" sz="quarter" idx="5"/>
          </p:nvPr>
        </p:nvSpPr>
        <p:spPr/>
        <p:txBody>
          <a:bodyPr/>
          <a:lstStyle/>
          <a:p>
            <a:fld id="{6FEDE3DE-59D0-436E-9643-2C33BA4042BB}" type="slidenum">
              <a:rPr lang="fr-FR" smtClean="0"/>
              <a:t>3</a:t>
            </a:fld>
            <a:endParaRPr lang="fr-FR"/>
          </a:p>
        </p:txBody>
      </p:sp>
    </p:spTree>
    <p:extLst>
      <p:ext uri="{BB962C8B-B14F-4D97-AF65-F5344CB8AC3E}">
        <p14:creationId xmlns:p14="http://schemas.microsoft.com/office/powerpoint/2010/main" val="2862336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pied de page 3"/>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p:cNvSpPr>
            <a:spLocks noGrp="1"/>
          </p:cNvSpPr>
          <p:nvPr>
            <p:ph type="sldNum" sz="quarter" idx="5"/>
          </p:nvPr>
        </p:nvSpPr>
        <p:spPr/>
        <p:txBody>
          <a:bodyPr/>
          <a:lstStyle/>
          <a:p>
            <a:fld id="{6FEDE3DE-59D0-436E-9643-2C33BA4042BB}" type="slidenum">
              <a:rPr lang="fr-FR" smtClean="0"/>
              <a:t>4</a:t>
            </a:fld>
            <a:endParaRPr lang="fr-FR"/>
          </a:p>
        </p:txBody>
      </p:sp>
    </p:spTree>
    <p:extLst>
      <p:ext uri="{BB962C8B-B14F-4D97-AF65-F5344CB8AC3E}">
        <p14:creationId xmlns:p14="http://schemas.microsoft.com/office/powerpoint/2010/main" val="317318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39775"/>
            <a:ext cx="6583362" cy="37036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F6CDA52-954E-4108-AFED-8894CF382D6C}" type="slidenum">
              <a:rPr lang="en-GB" smtClean="0"/>
              <a:t>5</a:t>
            </a:fld>
            <a:endParaRPr lang="en-GB"/>
          </a:p>
        </p:txBody>
      </p:sp>
    </p:spTree>
    <p:extLst>
      <p:ext uri="{BB962C8B-B14F-4D97-AF65-F5344CB8AC3E}">
        <p14:creationId xmlns:p14="http://schemas.microsoft.com/office/powerpoint/2010/main" val="629315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pied de page 3"/>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p:cNvSpPr>
            <a:spLocks noGrp="1"/>
          </p:cNvSpPr>
          <p:nvPr>
            <p:ph type="sldNum" sz="quarter" idx="5"/>
          </p:nvPr>
        </p:nvSpPr>
        <p:spPr/>
        <p:txBody>
          <a:bodyPr/>
          <a:lstStyle/>
          <a:p>
            <a:fld id="{6FEDE3DE-59D0-436E-9643-2C33BA4042BB}" type="slidenum">
              <a:rPr lang="fr-FR" smtClean="0"/>
              <a:t>9</a:t>
            </a:fld>
            <a:endParaRPr lang="fr-FR"/>
          </a:p>
        </p:txBody>
      </p:sp>
    </p:spTree>
    <p:extLst>
      <p:ext uri="{BB962C8B-B14F-4D97-AF65-F5344CB8AC3E}">
        <p14:creationId xmlns:p14="http://schemas.microsoft.com/office/powerpoint/2010/main" val="883491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CD82-7834-EDEF-524B-F8F8BDAFDE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28A6DF-1CCB-1F5B-E41D-49C45F0C40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310DA9-1EED-20DD-4EDA-49569DF855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For long term sustainability additional work required with additional data</a:t>
            </a:r>
          </a:p>
          <a:p>
            <a:endParaRPr lang="fr-FR"/>
          </a:p>
        </p:txBody>
      </p:sp>
      <p:sp>
        <p:nvSpPr>
          <p:cNvPr id="4" name="Espace réservé du pied de page 3">
            <a:extLst>
              <a:ext uri="{FF2B5EF4-FFF2-40B4-BE49-F238E27FC236}">
                <a16:creationId xmlns:a16="http://schemas.microsoft.com/office/drawing/2014/main" id="{6736546A-98B7-A903-ECE7-94CC2B73A474}"/>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B66DEA69-38DE-FE04-5241-CCCBEEF7EE00}"/>
              </a:ext>
            </a:extLst>
          </p:cNvPr>
          <p:cNvSpPr>
            <a:spLocks noGrp="1"/>
          </p:cNvSpPr>
          <p:nvPr>
            <p:ph type="sldNum" sz="quarter" idx="5"/>
          </p:nvPr>
        </p:nvSpPr>
        <p:spPr/>
        <p:txBody>
          <a:bodyPr/>
          <a:lstStyle/>
          <a:p>
            <a:fld id="{6FEDE3DE-59D0-436E-9643-2C33BA4042BB}" type="slidenum">
              <a:rPr lang="fr-FR" smtClean="0"/>
              <a:t>10</a:t>
            </a:fld>
            <a:endParaRPr lang="fr-FR"/>
          </a:p>
        </p:txBody>
      </p:sp>
    </p:spTree>
    <p:extLst>
      <p:ext uri="{BB962C8B-B14F-4D97-AF65-F5344CB8AC3E}">
        <p14:creationId xmlns:p14="http://schemas.microsoft.com/office/powerpoint/2010/main" val="1499162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2AA9-F1DF-7F74-0DB7-5BDD91BC03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F5C839-23D2-5CD4-63B1-1B2024F4A4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5AC2D5-9811-76D9-F1F5-7498AC7F59E3}"/>
              </a:ext>
            </a:extLst>
          </p:cNvPr>
          <p:cNvSpPr>
            <a:spLocks noGrp="1"/>
          </p:cNvSpPr>
          <p:nvPr>
            <p:ph type="body" idx="1"/>
          </p:nvPr>
        </p:nvSpPr>
        <p:spPr/>
        <p:txBody>
          <a:bodyPr/>
          <a:lstStyle/>
          <a:p>
            <a:r>
              <a:rPr lang="fr-FR"/>
              <a:t>Plateau - 2032</a:t>
            </a:r>
          </a:p>
          <a:p>
            <a:r>
              <a:rPr lang="fr-FR"/>
              <a:t>   - SH1 –     28-30 </a:t>
            </a:r>
            <a:r>
              <a:rPr lang="fr-FR" err="1"/>
              <a:t>Mbd</a:t>
            </a:r>
            <a:endParaRPr lang="fr-FR"/>
          </a:p>
          <a:p>
            <a:r>
              <a:rPr lang="fr-FR"/>
              <a:t>   - KH2 – 120-125 </a:t>
            </a:r>
            <a:r>
              <a:rPr lang="fr-FR" err="1"/>
              <a:t>Mbd</a:t>
            </a:r>
            <a:endParaRPr lang="fr-FR"/>
          </a:p>
          <a:p>
            <a:r>
              <a:rPr lang="fr-FR"/>
              <a:t>   - KH1 –      8-10 </a:t>
            </a:r>
            <a:r>
              <a:rPr lang="fr-FR" err="1"/>
              <a:t>Mbd</a:t>
            </a:r>
            <a:endParaRPr lang="fr-FR"/>
          </a:p>
          <a:p>
            <a:r>
              <a:rPr lang="fr-FR"/>
              <a:t>   - LK15-16 -     1 </a:t>
            </a:r>
            <a:r>
              <a:rPr lang="fr-FR" err="1"/>
              <a:t>Mbd</a:t>
            </a:r>
            <a:endParaRPr lang="fr-FR"/>
          </a:p>
          <a:p>
            <a:r>
              <a:rPr lang="fr-FR"/>
              <a:t>   - </a:t>
            </a:r>
            <a:r>
              <a:rPr lang="fr-FR" err="1"/>
              <a:t>Lower</a:t>
            </a:r>
            <a:r>
              <a:rPr lang="fr-FR"/>
              <a:t> </a:t>
            </a:r>
            <a:r>
              <a:rPr lang="fr-FR" err="1"/>
              <a:t>Thamama</a:t>
            </a:r>
            <a:r>
              <a:rPr lang="fr-FR"/>
              <a:t>: 10 </a:t>
            </a:r>
            <a:r>
              <a:rPr lang="fr-FR" err="1"/>
              <a:t>Mbd</a:t>
            </a:r>
            <a:endParaRPr lang="fr-FR"/>
          </a:p>
          <a:p>
            <a:endParaRPr lang="fr-FR"/>
          </a:p>
        </p:txBody>
      </p:sp>
      <p:sp>
        <p:nvSpPr>
          <p:cNvPr id="4" name="Espace réservé du pied de page 3">
            <a:extLst>
              <a:ext uri="{FF2B5EF4-FFF2-40B4-BE49-F238E27FC236}">
                <a16:creationId xmlns:a16="http://schemas.microsoft.com/office/drawing/2014/main" id="{47DA7BB3-6801-BAB0-BEFD-81CA4FAF914F}"/>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14E056A8-7AAD-39F5-EBBD-8E33578F8724}"/>
              </a:ext>
            </a:extLst>
          </p:cNvPr>
          <p:cNvSpPr>
            <a:spLocks noGrp="1"/>
          </p:cNvSpPr>
          <p:nvPr>
            <p:ph type="sldNum" sz="quarter" idx="5"/>
          </p:nvPr>
        </p:nvSpPr>
        <p:spPr/>
        <p:txBody>
          <a:bodyPr/>
          <a:lstStyle/>
          <a:p>
            <a:fld id="{6FEDE3DE-59D0-436E-9643-2C33BA4042BB}" type="slidenum">
              <a:rPr lang="fr-FR" smtClean="0"/>
              <a:t>11</a:t>
            </a:fld>
            <a:endParaRPr lang="fr-FR"/>
          </a:p>
        </p:txBody>
      </p:sp>
    </p:spTree>
    <p:extLst>
      <p:ext uri="{BB962C8B-B14F-4D97-AF65-F5344CB8AC3E}">
        <p14:creationId xmlns:p14="http://schemas.microsoft.com/office/powerpoint/2010/main" val="2984124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93E7-2242-B5FA-152D-9EF57969212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B7F21C-7A27-ABFD-D808-93168DFF5E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0DB7189-51E0-AADF-2F97-8762A1387EDA}"/>
              </a:ext>
            </a:extLst>
          </p:cNvPr>
          <p:cNvSpPr>
            <a:spLocks noGrp="1"/>
          </p:cNvSpPr>
          <p:nvPr>
            <p:ph type="body" idx="1"/>
          </p:nvPr>
        </p:nvSpPr>
        <p:spPr/>
        <p:txBody>
          <a:bodyPr/>
          <a:lstStyle/>
          <a:p>
            <a:endParaRPr lang="fr-FR"/>
          </a:p>
        </p:txBody>
      </p:sp>
      <p:sp>
        <p:nvSpPr>
          <p:cNvPr id="4" name="Espace réservé du pied de page 3">
            <a:extLst>
              <a:ext uri="{FF2B5EF4-FFF2-40B4-BE49-F238E27FC236}">
                <a16:creationId xmlns:a16="http://schemas.microsoft.com/office/drawing/2014/main" id="{F1018199-5D52-F492-FEC3-095A8F4EB157}"/>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E34B6225-F479-55E0-DF92-3259535D327C}"/>
              </a:ext>
            </a:extLst>
          </p:cNvPr>
          <p:cNvSpPr>
            <a:spLocks noGrp="1"/>
          </p:cNvSpPr>
          <p:nvPr>
            <p:ph type="sldNum" sz="quarter" idx="5"/>
          </p:nvPr>
        </p:nvSpPr>
        <p:spPr/>
        <p:txBody>
          <a:bodyPr/>
          <a:lstStyle/>
          <a:p>
            <a:fld id="{6FEDE3DE-59D0-436E-9643-2C33BA4042BB}" type="slidenum">
              <a:rPr lang="fr-FR" smtClean="0"/>
              <a:t>12</a:t>
            </a:fld>
            <a:endParaRPr lang="fr-FR"/>
          </a:p>
        </p:txBody>
      </p:sp>
    </p:spTree>
    <p:extLst>
      <p:ext uri="{BB962C8B-B14F-4D97-AF65-F5344CB8AC3E}">
        <p14:creationId xmlns:p14="http://schemas.microsoft.com/office/powerpoint/2010/main" val="1366741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B2FF6-6A5E-0BEF-E1EC-90AE163818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39F46C6-B080-97A0-78A3-D7D97F71BD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D838919-4C38-BF4B-CA27-37584A2DCE46}"/>
              </a:ext>
            </a:extLst>
          </p:cNvPr>
          <p:cNvSpPr>
            <a:spLocks noGrp="1"/>
          </p:cNvSpPr>
          <p:nvPr>
            <p:ph type="body" idx="1"/>
          </p:nvPr>
        </p:nvSpPr>
        <p:spPr/>
        <p:txBody>
          <a:bodyPr/>
          <a:lstStyle/>
          <a:p>
            <a:endParaRPr lang="fr-FR"/>
          </a:p>
        </p:txBody>
      </p:sp>
      <p:sp>
        <p:nvSpPr>
          <p:cNvPr id="4" name="Espace réservé du pied de page 3">
            <a:extLst>
              <a:ext uri="{FF2B5EF4-FFF2-40B4-BE49-F238E27FC236}">
                <a16:creationId xmlns:a16="http://schemas.microsoft.com/office/drawing/2014/main" id="{E88615BD-A1E9-5227-28C9-29317E50970B}"/>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3CE15D8C-6631-E38E-3FDD-2420974D7409}"/>
              </a:ext>
            </a:extLst>
          </p:cNvPr>
          <p:cNvSpPr>
            <a:spLocks noGrp="1"/>
          </p:cNvSpPr>
          <p:nvPr>
            <p:ph type="sldNum" sz="quarter" idx="5"/>
          </p:nvPr>
        </p:nvSpPr>
        <p:spPr/>
        <p:txBody>
          <a:bodyPr/>
          <a:lstStyle/>
          <a:p>
            <a:fld id="{6FEDE3DE-59D0-436E-9643-2C33BA4042BB}" type="slidenum">
              <a:rPr lang="fr-FR" smtClean="0"/>
              <a:t>13</a:t>
            </a:fld>
            <a:endParaRPr lang="fr-FR"/>
          </a:p>
        </p:txBody>
      </p:sp>
    </p:spTree>
    <p:extLst>
      <p:ext uri="{BB962C8B-B14F-4D97-AF65-F5344CB8AC3E}">
        <p14:creationId xmlns:p14="http://schemas.microsoft.com/office/powerpoint/2010/main" val="414132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6FC7-BE47-FBF0-BC9B-B9E119C33D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BB5079-2F5B-547B-0B5F-F7AE4BC1B4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03A865-6A78-327E-A4B5-E68B522C47AC}"/>
              </a:ext>
            </a:extLst>
          </p:cNvPr>
          <p:cNvSpPr>
            <a:spLocks noGrp="1"/>
          </p:cNvSpPr>
          <p:nvPr>
            <p:ph type="body" idx="1"/>
          </p:nvPr>
        </p:nvSpPr>
        <p:spPr/>
        <p:txBody>
          <a:bodyPr/>
          <a:lstStyle/>
          <a:p>
            <a:r>
              <a:rPr lang="en-US" sz="1200" b="0" i="0" kern="1200">
                <a:solidFill>
                  <a:schemeClr val="tx1"/>
                </a:solidFill>
                <a:effectLst/>
                <a:latin typeface="+mn-lt"/>
                <a:ea typeface="+mn-ea"/>
                <a:cs typeface="+mn-cs"/>
              </a:rPr>
              <a:t>Health, Safety, and Environmental Critical Equipment and Systems</a:t>
            </a:r>
            <a:endParaRPr lang="fr-FR"/>
          </a:p>
        </p:txBody>
      </p:sp>
      <p:sp>
        <p:nvSpPr>
          <p:cNvPr id="4" name="Espace réservé du pied de page 3">
            <a:extLst>
              <a:ext uri="{FF2B5EF4-FFF2-40B4-BE49-F238E27FC236}">
                <a16:creationId xmlns:a16="http://schemas.microsoft.com/office/drawing/2014/main" id="{D55D93D7-18E1-DE9C-4088-F49C4BFA359B}"/>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FC9FB982-73B4-C4C5-799C-E52F9E91D950}"/>
              </a:ext>
            </a:extLst>
          </p:cNvPr>
          <p:cNvSpPr>
            <a:spLocks noGrp="1"/>
          </p:cNvSpPr>
          <p:nvPr>
            <p:ph type="sldNum" sz="quarter" idx="5"/>
          </p:nvPr>
        </p:nvSpPr>
        <p:spPr/>
        <p:txBody>
          <a:bodyPr/>
          <a:lstStyle/>
          <a:p>
            <a:fld id="{6FEDE3DE-59D0-436E-9643-2C33BA4042BB}" type="slidenum">
              <a:rPr lang="fr-FR" smtClean="0"/>
              <a:t>14</a:t>
            </a:fld>
            <a:endParaRPr lang="fr-FR"/>
          </a:p>
        </p:txBody>
      </p:sp>
    </p:spTree>
    <p:extLst>
      <p:ext uri="{BB962C8B-B14F-4D97-AF65-F5344CB8AC3E}">
        <p14:creationId xmlns:p14="http://schemas.microsoft.com/office/powerpoint/2010/main" val="467468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CD37-07B9-D92F-0A9A-39D69AB2F6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862DE2-4E8F-2494-BEB8-A7D360E66D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8F30F0-248B-7395-61A5-14C4ECAEDA0E}"/>
              </a:ext>
            </a:extLst>
          </p:cNvPr>
          <p:cNvSpPr>
            <a:spLocks noGrp="1"/>
          </p:cNvSpPr>
          <p:nvPr>
            <p:ph type="body" idx="1"/>
          </p:nvPr>
        </p:nvSpPr>
        <p:spPr/>
        <p:txBody>
          <a:bodyPr/>
          <a:lstStyle/>
          <a:p>
            <a:endParaRPr lang="fr-FR"/>
          </a:p>
        </p:txBody>
      </p:sp>
      <p:sp>
        <p:nvSpPr>
          <p:cNvPr id="4" name="Espace réservé du pied de page 3">
            <a:extLst>
              <a:ext uri="{FF2B5EF4-FFF2-40B4-BE49-F238E27FC236}">
                <a16:creationId xmlns:a16="http://schemas.microsoft.com/office/drawing/2014/main" id="{7AADFC8A-DBA1-F2DA-BB26-9CB54C1F8C48}"/>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43993D32-D693-7049-BD24-9283C4F55F4A}"/>
              </a:ext>
            </a:extLst>
          </p:cNvPr>
          <p:cNvSpPr>
            <a:spLocks noGrp="1"/>
          </p:cNvSpPr>
          <p:nvPr>
            <p:ph type="sldNum" sz="quarter" idx="5"/>
          </p:nvPr>
        </p:nvSpPr>
        <p:spPr/>
        <p:txBody>
          <a:bodyPr/>
          <a:lstStyle/>
          <a:p>
            <a:fld id="{6FEDE3DE-59D0-436E-9643-2C33BA4042BB}" type="slidenum">
              <a:rPr lang="fr-FR" smtClean="0"/>
              <a:t>15</a:t>
            </a:fld>
            <a:endParaRPr lang="fr-FR"/>
          </a:p>
        </p:txBody>
      </p:sp>
    </p:spTree>
    <p:extLst>
      <p:ext uri="{BB962C8B-B14F-4D97-AF65-F5344CB8AC3E}">
        <p14:creationId xmlns:p14="http://schemas.microsoft.com/office/powerpoint/2010/main" val="1867876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56EE8-627E-2422-BA42-C1DFFF93454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F95C215-066C-8C05-9AA9-9C44ED82C29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45E6D6-FC3E-CB72-DCC8-3A99E9DEDCB9}"/>
              </a:ext>
            </a:extLst>
          </p:cNvPr>
          <p:cNvSpPr>
            <a:spLocks noGrp="1"/>
          </p:cNvSpPr>
          <p:nvPr>
            <p:ph type="body" idx="1"/>
          </p:nvPr>
        </p:nvSpPr>
        <p:spPr/>
        <p:txBody>
          <a:bodyPr/>
          <a:lstStyle/>
          <a:p>
            <a:pPr marL="0" lvl="0" indent="0">
              <a:buNone/>
              <a:defRPr/>
            </a:pPr>
            <a:r>
              <a:rPr lang="en-US" sz="1200" b="1" u="sng"/>
              <a:t>Technology</a:t>
            </a:r>
          </a:p>
          <a:p>
            <a:pPr lvl="0">
              <a:defRPr/>
            </a:pPr>
            <a:r>
              <a:rPr lang="en-US" sz="1200" b="1"/>
              <a:t>1- Smart Padlock </a:t>
            </a:r>
            <a:r>
              <a:rPr lang="en-US" sz="1200"/>
              <a:t>(LoRa) - Digital lock replacing multiple mechanical locks. </a:t>
            </a:r>
          </a:p>
          <a:p>
            <a:pPr lvl="0">
              <a:defRPr/>
            </a:pPr>
            <a:r>
              <a:rPr lang="en-US" sz="1200"/>
              <a:t>2- Job ID Card (challenging TTE Cloud). </a:t>
            </a:r>
            <a:r>
              <a:rPr lang="en-US" sz="1200">
                <a:sym typeface="Wingdings" panose="05000000000000000000" pitchFamily="2" charset="2"/>
              </a:rPr>
              <a:t></a:t>
            </a:r>
            <a:r>
              <a:rPr lang="en-US" sz="1200"/>
              <a:t> Knowledge transfer instead of tool</a:t>
            </a:r>
          </a:p>
          <a:p>
            <a:pPr lvl="0">
              <a:defRPr/>
            </a:pPr>
            <a:r>
              <a:rPr lang="en-US" sz="1200"/>
              <a:t>3- STORM – Leak detection and remote monitoring; effective but cloud-dependent </a:t>
            </a:r>
            <a:r>
              <a:rPr lang="en-US" sz="1200">
                <a:sym typeface="Wingdings" panose="05000000000000000000" pitchFamily="2" charset="2"/>
              </a:rPr>
              <a:t> </a:t>
            </a:r>
            <a:r>
              <a:rPr lang="en-US" sz="1200"/>
              <a:t>Knowledge transfer instead of tool</a:t>
            </a:r>
          </a:p>
          <a:p>
            <a:pPr lvl="0">
              <a:defRPr/>
            </a:pPr>
            <a:r>
              <a:rPr lang="en-US" sz="1200"/>
              <a:t>4- Safe Hub – Bolt replacement on live pipes without shutdown; this is an innovative solution that has great savings potential. Technical session will be conducted for further details.</a:t>
            </a:r>
          </a:p>
          <a:p>
            <a:pPr lvl="0">
              <a:defRPr/>
            </a:pPr>
            <a:r>
              <a:rPr lang="en-US" sz="1200"/>
              <a:t>5- GRIF risk &amp; 6- GRIF safety: </a:t>
            </a:r>
            <a:r>
              <a:rPr lang="fr-FR" sz="1200" kern="1200">
                <a:solidFill>
                  <a:schemeClr val="tx1"/>
                </a:solidFill>
                <a:effectLst/>
                <a:latin typeface="+mn-lt"/>
                <a:ea typeface="+mn-ea"/>
                <a:cs typeface="+mn-cs"/>
              </a:rPr>
              <a:t>TÜV SÜD-</a:t>
            </a:r>
            <a:r>
              <a:rPr lang="fr-FR" sz="1200" kern="1200" err="1">
                <a:solidFill>
                  <a:schemeClr val="tx1"/>
                </a:solidFill>
                <a:effectLst/>
                <a:latin typeface="+mn-lt"/>
                <a:ea typeface="+mn-ea"/>
                <a:cs typeface="+mn-cs"/>
              </a:rPr>
              <a:t>certified</a:t>
            </a:r>
            <a:r>
              <a:rPr lang="fr-FR" sz="1200" kern="1200">
                <a:solidFill>
                  <a:schemeClr val="tx1"/>
                </a:solidFill>
                <a:effectLst/>
                <a:latin typeface="+mn-lt"/>
                <a:ea typeface="+mn-ea"/>
                <a:cs typeface="+mn-cs"/>
              </a:rPr>
              <a:t> </a:t>
            </a:r>
            <a:r>
              <a:rPr lang="fr-FR" sz="1200" kern="1200" err="1">
                <a:solidFill>
                  <a:schemeClr val="tx1"/>
                </a:solidFill>
                <a:effectLst/>
                <a:latin typeface="+mn-lt"/>
                <a:ea typeface="+mn-ea"/>
                <a:cs typeface="+mn-cs"/>
              </a:rPr>
              <a:t>reliability</a:t>
            </a:r>
            <a:r>
              <a:rPr lang="fr-FR" sz="1200" kern="1200">
                <a:solidFill>
                  <a:schemeClr val="tx1"/>
                </a:solidFill>
                <a:effectLst/>
                <a:latin typeface="+mn-lt"/>
                <a:ea typeface="+mn-ea"/>
                <a:cs typeface="+mn-cs"/>
              </a:rPr>
              <a:t> &amp; </a:t>
            </a:r>
            <a:r>
              <a:rPr lang="fr-FR" sz="1200" kern="1200" err="1">
                <a:solidFill>
                  <a:schemeClr val="tx1"/>
                </a:solidFill>
                <a:effectLst/>
                <a:latin typeface="+mn-lt"/>
                <a:ea typeface="+mn-ea"/>
                <a:cs typeface="+mn-cs"/>
              </a:rPr>
              <a:t>safety</a:t>
            </a:r>
            <a:r>
              <a:rPr lang="fr-FR" sz="1200" kern="1200">
                <a:solidFill>
                  <a:schemeClr val="tx1"/>
                </a:solidFill>
                <a:effectLst/>
                <a:latin typeface="+mn-lt"/>
                <a:ea typeface="+mn-ea"/>
                <a:cs typeface="+mn-cs"/>
              </a:rPr>
              <a:t> suite; </a:t>
            </a:r>
            <a:r>
              <a:rPr lang="fr-FR" sz="1200" i="1" kern="1200" err="1">
                <a:solidFill>
                  <a:schemeClr val="tx1"/>
                </a:solidFill>
                <a:effectLst/>
                <a:latin typeface="+mn-lt"/>
                <a:ea typeface="+mn-ea"/>
                <a:cs typeface="+mn-cs"/>
              </a:rPr>
              <a:t>We</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understand</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some</a:t>
            </a:r>
            <a:r>
              <a:rPr lang="fr-FR" sz="1200" i="1" kern="1200">
                <a:solidFill>
                  <a:schemeClr val="tx1"/>
                </a:solidFill>
                <a:effectLst/>
                <a:latin typeface="+mn-lt"/>
                <a:ea typeface="+mn-ea"/>
                <a:cs typeface="+mn-cs"/>
              </a:rPr>
              <a:t> modules </a:t>
            </a:r>
            <a:r>
              <a:rPr lang="fr-FR" sz="1200" i="1" kern="1200" err="1">
                <a:solidFill>
                  <a:schemeClr val="tx1"/>
                </a:solidFill>
                <a:effectLst/>
                <a:latin typeface="+mn-lt"/>
                <a:ea typeface="+mn-ea"/>
                <a:cs typeface="+mn-cs"/>
              </a:rPr>
              <a:t>were</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tested</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previously</a:t>
            </a:r>
            <a:r>
              <a:rPr lang="fr-FR" sz="1200" i="1" kern="1200">
                <a:solidFill>
                  <a:schemeClr val="tx1"/>
                </a:solidFill>
                <a:effectLst/>
                <a:latin typeface="+mn-lt"/>
                <a:ea typeface="+mn-ea"/>
                <a:cs typeface="+mn-cs"/>
              </a:rPr>
              <a:t> (RAM </a:t>
            </a:r>
            <a:r>
              <a:rPr lang="fr-FR" sz="1200" i="1" kern="1200" err="1">
                <a:solidFill>
                  <a:schemeClr val="tx1"/>
                </a:solidFill>
                <a:effectLst/>
                <a:latin typeface="+mn-lt"/>
                <a:ea typeface="+mn-ea"/>
                <a:cs typeface="+mn-cs"/>
              </a:rPr>
              <a:t>study</a:t>
            </a:r>
            <a:r>
              <a:rPr lang="fr-FR" sz="1200" i="1" kern="1200">
                <a:solidFill>
                  <a:schemeClr val="tx1"/>
                </a:solidFill>
                <a:effectLst/>
                <a:latin typeface="+mn-lt"/>
                <a:ea typeface="+mn-ea"/>
                <a:cs typeface="+mn-cs"/>
              </a:rPr>
              <a:t> in BUH), but </a:t>
            </a:r>
            <a:r>
              <a:rPr lang="fr-FR" sz="1200" i="1" kern="1200" err="1">
                <a:solidFill>
                  <a:schemeClr val="tx1"/>
                </a:solidFill>
                <a:effectLst/>
                <a:latin typeface="+mn-lt"/>
                <a:ea typeface="+mn-ea"/>
                <a:cs typeface="+mn-cs"/>
              </a:rPr>
              <a:t>other</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certified</a:t>
            </a:r>
            <a:r>
              <a:rPr lang="fr-FR" sz="1200" i="1" kern="1200">
                <a:solidFill>
                  <a:schemeClr val="tx1"/>
                </a:solidFill>
                <a:effectLst/>
                <a:latin typeface="+mn-lt"/>
                <a:ea typeface="+mn-ea"/>
                <a:cs typeface="+mn-cs"/>
              </a:rPr>
              <a:t> modules (e.g., SIL, TREE) </a:t>
            </a:r>
            <a:r>
              <a:rPr lang="fr-FR" sz="1200" i="1" kern="1200" err="1">
                <a:solidFill>
                  <a:schemeClr val="tx1"/>
                </a:solidFill>
                <a:effectLst/>
                <a:latin typeface="+mn-lt"/>
                <a:ea typeface="+mn-ea"/>
                <a:cs typeface="+mn-cs"/>
              </a:rPr>
              <a:t>could</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be</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explored</a:t>
            </a:r>
            <a:r>
              <a:rPr lang="fr-FR" sz="1200" i="1" kern="1200">
                <a:solidFill>
                  <a:schemeClr val="tx1"/>
                </a:solidFill>
                <a:effectLst/>
                <a:latin typeface="+mn-lt"/>
                <a:ea typeface="+mn-ea"/>
                <a:cs typeface="+mn-cs"/>
              </a:rPr>
              <a:t> if ADNOC </a:t>
            </a:r>
            <a:r>
              <a:rPr lang="fr-FR" sz="1200" i="1" kern="1200" err="1">
                <a:solidFill>
                  <a:schemeClr val="tx1"/>
                </a:solidFill>
                <a:effectLst/>
                <a:latin typeface="+mn-lt"/>
                <a:ea typeface="+mn-ea"/>
                <a:cs typeface="+mn-cs"/>
              </a:rPr>
              <a:t>is</a:t>
            </a:r>
            <a:r>
              <a:rPr lang="fr-FR" sz="1200" i="1" kern="1200">
                <a:solidFill>
                  <a:schemeClr val="tx1"/>
                </a:solidFill>
                <a:effectLst/>
                <a:latin typeface="+mn-lt"/>
                <a:ea typeface="+mn-ea"/>
                <a:cs typeface="+mn-cs"/>
              </a:rPr>
              <a:t> </a:t>
            </a:r>
            <a:r>
              <a:rPr lang="fr-FR" sz="1200" i="1" kern="1200" err="1">
                <a:solidFill>
                  <a:schemeClr val="tx1"/>
                </a:solidFill>
                <a:effectLst/>
                <a:latin typeface="+mn-lt"/>
                <a:ea typeface="+mn-ea"/>
                <a:cs typeface="+mn-cs"/>
              </a:rPr>
              <a:t>interested</a:t>
            </a:r>
            <a:r>
              <a:rPr lang="fr-FR" sz="1200" i="1" kern="1200">
                <a:solidFill>
                  <a:schemeClr val="tx1"/>
                </a:solidFill>
                <a:effectLst/>
                <a:latin typeface="+mn-lt"/>
                <a:ea typeface="+mn-ea"/>
                <a:cs typeface="+mn-cs"/>
              </a:rPr>
              <a:t> in </a:t>
            </a:r>
            <a:r>
              <a:rPr lang="fr-FR" sz="1200" i="1" kern="1200" err="1">
                <a:solidFill>
                  <a:schemeClr val="tx1"/>
                </a:solidFill>
                <a:effectLst/>
                <a:latin typeface="+mn-lt"/>
                <a:ea typeface="+mn-ea"/>
                <a:cs typeface="+mn-cs"/>
              </a:rPr>
              <a:t>safety-related</a:t>
            </a:r>
            <a:r>
              <a:rPr lang="fr-FR" sz="1200" i="1" kern="1200">
                <a:solidFill>
                  <a:schemeClr val="tx1"/>
                </a:solidFill>
                <a:effectLst/>
                <a:latin typeface="+mn-lt"/>
                <a:ea typeface="+mn-ea"/>
                <a:cs typeface="+mn-cs"/>
              </a:rPr>
              <a:t> applications.</a:t>
            </a:r>
            <a:endParaRPr lang="en-US" sz="1200"/>
          </a:p>
          <a:p>
            <a:endParaRPr lang="fr-FR"/>
          </a:p>
        </p:txBody>
      </p:sp>
      <p:sp>
        <p:nvSpPr>
          <p:cNvPr id="4" name="Espace réservé du pied de page 3">
            <a:extLst>
              <a:ext uri="{FF2B5EF4-FFF2-40B4-BE49-F238E27FC236}">
                <a16:creationId xmlns:a16="http://schemas.microsoft.com/office/drawing/2014/main" id="{C40325FF-F28A-D8E9-BCDE-75225F622E04}"/>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AFDBA192-87C0-2C49-33A6-A3632A874FD0}"/>
              </a:ext>
            </a:extLst>
          </p:cNvPr>
          <p:cNvSpPr>
            <a:spLocks noGrp="1"/>
          </p:cNvSpPr>
          <p:nvPr>
            <p:ph type="sldNum" sz="quarter" idx="5"/>
          </p:nvPr>
        </p:nvSpPr>
        <p:spPr/>
        <p:txBody>
          <a:bodyPr/>
          <a:lstStyle/>
          <a:p>
            <a:fld id="{6FEDE3DE-59D0-436E-9643-2C33BA4042BB}" type="slidenum">
              <a:rPr lang="fr-FR" smtClean="0"/>
              <a:t>16</a:t>
            </a:fld>
            <a:endParaRPr lang="fr-FR"/>
          </a:p>
        </p:txBody>
      </p:sp>
    </p:spTree>
    <p:extLst>
      <p:ext uri="{BB962C8B-B14F-4D97-AF65-F5344CB8AC3E}">
        <p14:creationId xmlns:p14="http://schemas.microsoft.com/office/powerpoint/2010/main" val="3716738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26BC3-61C1-35D0-E564-EF9AA8208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5DA13-F128-E93D-7EC9-2D33E0D40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C1906-75E6-6971-95F9-B9FCA5FEB4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0C0B81-C6D4-F814-AEA0-61BED6CEE6FF}"/>
              </a:ext>
            </a:extLst>
          </p:cNvPr>
          <p:cNvSpPr>
            <a:spLocks noGrp="1"/>
          </p:cNvSpPr>
          <p:nvPr>
            <p:ph type="sldNum" sz="quarter" idx="5"/>
          </p:nvPr>
        </p:nvSpPr>
        <p:spPr/>
        <p:txBody>
          <a:bodyPr/>
          <a:lstStyle/>
          <a:p>
            <a:fld id="{AF6CDA52-954E-4108-AFED-8894CF382D6C}" type="slidenum">
              <a:rPr lang="en-GB" smtClean="0"/>
              <a:t>17</a:t>
            </a:fld>
            <a:endParaRPr lang="en-GB"/>
          </a:p>
        </p:txBody>
      </p:sp>
    </p:spTree>
    <p:extLst>
      <p:ext uri="{BB962C8B-B14F-4D97-AF65-F5344CB8AC3E}">
        <p14:creationId xmlns:p14="http://schemas.microsoft.com/office/powerpoint/2010/main" val="1989879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FEDE3DE-59D0-436E-9643-2C33BA4042BB}" type="slidenum">
              <a:rPr lang="fr-FR" smtClean="0"/>
              <a:t>18</a:t>
            </a:fld>
            <a:endParaRPr lang="fr-FR"/>
          </a:p>
        </p:txBody>
      </p:sp>
    </p:spTree>
    <p:extLst>
      <p:ext uri="{BB962C8B-B14F-4D97-AF65-F5344CB8AC3E}">
        <p14:creationId xmlns:p14="http://schemas.microsoft.com/office/powerpoint/2010/main" val="2552747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E250-6941-7D98-0EAF-FFA7D686B8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04C69B-FF6F-1690-C729-2243408EA22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40AA6D-2590-1C5A-E8DD-CA53ED6C88E8}"/>
              </a:ext>
            </a:extLst>
          </p:cNvPr>
          <p:cNvSpPr>
            <a:spLocks noGrp="1"/>
          </p:cNvSpPr>
          <p:nvPr>
            <p:ph type="body" idx="1"/>
          </p:nvPr>
        </p:nvSpPr>
        <p:spPr/>
        <p:txBody>
          <a:bodyPr/>
          <a:lstStyle/>
          <a:p>
            <a:endParaRPr lang="fr-FR"/>
          </a:p>
        </p:txBody>
      </p:sp>
      <p:sp>
        <p:nvSpPr>
          <p:cNvPr id="4" name="Espace réservé du pied de page 3">
            <a:extLst>
              <a:ext uri="{FF2B5EF4-FFF2-40B4-BE49-F238E27FC236}">
                <a16:creationId xmlns:a16="http://schemas.microsoft.com/office/drawing/2014/main" id="{B89BA434-89C9-5BEE-6996-5A48EE536780}"/>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5B1F89D4-D14D-4109-1957-0B5C65A097C2}"/>
              </a:ext>
            </a:extLst>
          </p:cNvPr>
          <p:cNvSpPr>
            <a:spLocks noGrp="1"/>
          </p:cNvSpPr>
          <p:nvPr>
            <p:ph type="sldNum" sz="quarter" idx="5"/>
          </p:nvPr>
        </p:nvSpPr>
        <p:spPr/>
        <p:txBody>
          <a:bodyPr/>
          <a:lstStyle/>
          <a:p>
            <a:fld id="{6FEDE3DE-59D0-436E-9643-2C33BA4042BB}" type="slidenum">
              <a:rPr lang="fr-FR" smtClean="0"/>
              <a:t>19</a:t>
            </a:fld>
            <a:endParaRPr lang="fr-FR"/>
          </a:p>
        </p:txBody>
      </p:sp>
    </p:spTree>
    <p:extLst>
      <p:ext uri="{BB962C8B-B14F-4D97-AF65-F5344CB8AC3E}">
        <p14:creationId xmlns:p14="http://schemas.microsoft.com/office/powerpoint/2010/main" val="2253249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DA49E-FB48-A3A3-5F9C-AD287B567E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6EFCDE-2959-07AA-9704-1BF75ED9938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564D92-9A03-20EE-37B7-BA4404603A3D}"/>
              </a:ext>
            </a:extLst>
          </p:cNvPr>
          <p:cNvSpPr>
            <a:spLocks noGrp="1"/>
          </p:cNvSpPr>
          <p:nvPr>
            <p:ph type="body" idx="1"/>
          </p:nvPr>
        </p:nvSpPr>
        <p:spPr/>
        <p:txBody>
          <a:bodyPr/>
          <a:lstStyle/>
          <a:p>
            <a:endParaRPr lang="fr-FR"/>
          </a:p>
        </p:txBody>
      </p:sp>
      <p:sp>
        <p:nvSpPr>
          <p:cNvPr id="4" name="Espace réservé du pied de page 3">
            <a:extLst>
              <a:ext uri="{FF2B5EF4-FFF2-40B4-BE49-F238E27FC236}">
                <a16:creationId xmlns:a16="http://schemas.microsoft.com/office/drawing/2014/main" id="{697A8CC9-6CA2-62D6-BB9C-B8F2C10E2EF4}"/>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47F1CEDA-62AB-CCA2-E2A5-FFF41400018C}"/>
              </a:ext>
            </a:extLst>
          </p:cNvPr>
          <p:cNvSpPr>
            <a:spLocks noGrp="1"/>
          </p:cNvSpPr>
          <p:nvPr>
            <p:ph type="sldNum" sz="quarter" idx="5"/>
          </p:nvPr>
        </p:nvSpPr>
        <p:spPr/>
        <p:txBody>
          <a:bodyPr/>
          <a:lstStyle/>
          <a:p>
            <a:fld id="{6FEDE3DE-59D0-436E-9643-2C33BA4042BB}" type="slidenum">
              <a:rPr lang="fr-FR" smtClean="0"/>
              <a:t>20</a:t>
            </a:fld>
            <a:endParaRPr lang="fr-FR"/>
          </a:p>
        </p:txBody>
      </p:sp>
    </p:spTree>
    <p:extLst>
      <p:ext uri="{BB962C8B-B14F-4D97-AF65-F5344CB8AC3E}">
        <p14:creationId xmlns:p14="http://schemas.microsoft.com/office/powerpoint/2010/main" val="1533589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EF62-D806-E352-CF5A-2518E1E79C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D24CAF-ADC2-6C3E-B4E4-E4129E0A79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090AAD-8B08-F8CA-59E0-FE94341A9727}"/>
              </a:ext>
            </a:extLst>
          </p:cNvPr>
          <p:cNvSpPr>
            <a:spLocks noGrp="1"/>
          </p:cNvSpPr>
          <p:nvPr>
            <p:ph type="body" idx="1"/>
          </p:nvPr>
        </p:nvSpPr>
        <p:spPr/>
        <p:txBody>
          <a:bodyPr/>
          <a:lstStyle/>
          <a:p>
            <a:endParaRPr lang="fr-FR"/>
          </a:p>
        </p:txBody>
      </p:sp>
      <p:sp>
        <p:nvSpPr>
          <p:cNvPr id="4" name="Espace réservé du pied de page 3">
            <a:extLst>
              <a:ext uri="{FF2B5EF4-FFF2-40B4-BE49-F238E27FC236}">
                <a16:creationId xmlns:a16="http://schemas.microsoft.com/office/drawing/2014/main" id="{539355AC-EB6E-CA4C-F184-55ACC9687BB9}"/>
              </a:ext>
            </a:extLst>
          </p:cNvPr>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a:extLst>
              <a:ext uri="{FF2B5EF4-FFF2-40B4-BE49-F238E27FC236}">
                <a16:creationId xmlns:a16="http://schemas.microsoft.com/office/drawing/2014/main" id="{C9882510-75DA-C939-FB49-6B45B3703714}"/>
              </a:ext>
            </a:extLst>
          </p:cNvPr>
          <p:cNvSpPr>
            <a:spLocks noGrp="1"/>
          </p:cNvSpPr>
          <p:nvPr>
            <p:ph type="sldNum" sz="quarter" idx="5"/>
          </p:nvPr>
        </p:nvSpPr>
        <p:spPr/>
        <p:txBody>
          <a:bodyPr/>
          <a:lstStyle/>
          <a:p>
            <a:fld id="{6FEDE3DE-59D0-436E-9643-2C33BA4042BB}" type="slidenum">
              <a:rPr lang="fr-FR" smtClean="0"/>
              <a:t>21</a:t>
            </a:fld>
            <a:endParaRPr lang="fr-FR"/>
          </a:p>
        </p:txBody>
      </p:sp>
    </p:spTree>
    <p:extLst>
      <p:ext uri="{BB962C8B-B14F-4D97-AF65-F5344CB8AC3E}">
        <p14:creationId xmlns:p14="http://schemas.microsoft.com/office/powerpoint/2010/main" val="2564460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pied de page 3"/>
          <p:cNvSpPr>
            <a:spLocks noGrp="1"/>
          </p:cNvSpPr>
          <p:nvPr>
            <p:ph type="ftr" sz="quarter" idx="4"/>
          </p:nvPr>
        </p:nvSpPr>
        <p:spPr/>
        <p:txBody>
          <a:bodyPr/>
          <a:lstStyle/>
          <a:p>
            <a:r>
              <a:rPr lang="en-US"/>
              <a:t>Technical Meeting #1 - Kick Off Meeting ALPC 2025</a:t>
            </a:r>
            <a:endParaRPr lang="fr-FR"/>
          </a:p>
        </p:txBody>
      </p:sp>
      <p:sp>
        <p:nvSpPr>
          <p:cNvPr id="5" name="Espace réservé du numéro de diapositive 4"/>
          <p:cNvSpPr>
            <a:spLocks noGrp="1"/>
          </p:cNvSpPr>
          <p:nvPr>
            <p:ph type="sldNum" sz="quarter" idx="5"/>
          </p:nvPr>
        </p:nvSpPr>
        <p:spPr/>
        <p:txBody>
          <a:bodyPr/>
          <a:lstStyle/>
          <a:p>
            <a:fld id="{6FEDE3DE-59D0-436E-9643-2C33BA4042BB}" type="slidenum">
              <a:rPr lang="fr-FR" smtClean="0"/>
              <a:t>22</a:t>
            </a:fld>
            <a:endParaRPr lang="fr-FR"/>
          </a:p>
        </p:txBody>
      </p:sp>
    </p:spTree>
    <p:extLst>
      <p:ext uri="{BB962C8B-B14F-4D97-AF65-F5344CB8AC3E}">
        <p14:creationId xmlns:p14="http://schemas.microsoft.com/office/powerpoint/2010/main" val="1991153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e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5.emf"/><Relationship Id="rId5" Type="http://schemas.openxmlformats.org/officeDocument/2006/relationships/oleObject" Target="../embeddings/oleObject1.bin"/><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ption N°1 Couverture">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0DC9AC8-422B-445F-B045-79F986D08E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a:ln>
            <a:noFill/>
          </a:ln>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464400" y="2288392"/>
            <a:ext cx="8640000" cy="216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464400" y="4520416"/>
            <a:ext cx="8640000" cy="46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texte 4">
            <a:extLst>
              <a:ext uri="{FF2B5EF4-FFF2-40B4-BE49-F238E27FC236}">
                <a16:creationId xmlns:a16="http://schemas.microsoft.com/office/drawing/2014/main" id="{63458929-8E1A-4632-B75F-4975DF8FBB0A}"/>
              </a:ext>
            </a:extLst>
          </p:cNvPr>
          <p:cNvSpPr>
            <a:spLocks noGrp="1"/>
          </p:cNvSpPr>
          <p:nvPr>
            <p:ph type="body" sz="quarter" idx="14"/>
          </p:nvPr>
        </p:nvSpPr>
        <p:spPr>
          <a:xfrm>
            <a:off x="464400" y="5084504"/>
            <a:ext cx="864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227039759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Option N°2 Couverture avec photo">
    <p:spTree>
      <p:nvGrpSpPr>
        <p:cNvPr id="1" name=""/>
        <p:cNvGrpSpPr/>
        <p:nvPr/>
      </p:nvGrpSpPr>
      <p:grpSpPr>
        <a:xfrm>
          <a:off x="0" y="0"/>
          <a:ext cx="0" cy="0"/>
          <a:chOff x="0" y="0"/>
          <a:chExt cx="0" cy="0"/>
        </a:xfrm>
      </p:grpSpPr>
      <p:sp>
        <p:nvSpPr>
          <p:cNvPr id="6" name="Espace réservé pour une image  2">
            <a:extLst>
              <a:ext uri="{FF2B5EF4-FFF2-40B4-BE49-F238E27FC236}">
                <a16:creationId xmlns:a16="http://schemas.microsoft.com/office/drawing/2014/main" id="{3161ED2A-2241-4A52-8E2E-B973EB0C4E44}"/>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pic>
        <p:nvPicPr>
          <p:cNvPr id="14" name="Image 13">
            <a:extLst>
              <a:ext uri="{FF2B5EF4-FFF2-40B4-BE49-F238E27FC236}">
                <a16:creationId xmlns:a16="http://schemas.microsoft.com/office/drawing/2014/main" id="{DAAE4607-2A2E-45AF-81C6-9691F876AD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6361200" y="2469600"/>
            <a:ext cx="5400000" cy="198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6361200" y="4521600"/>
            <a:ext cx="5400000" cy="82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8" name="Espace réservé du texte 4">
            <a:extLst>
              <a:ext uri="{FF2B5EF4-FFF2-40B4-BE49-F238E27FC236}">
                <a16:creationId xmlns:a16="http://schemas.microsoft.com/office/drawing/2014/main" id="{BF23DB5D-4428-47C6-AAAD-CF435EDAD101}"/>
              </a:ext>
            </a:extLst>
          </p:cNvPr>
          <p:cNvSpPr>
            <a:spLocks noGrp="1"/>
          </p:cNvSpPr>
          <p:nvPr>
            <p:ph type="body" sz="quarter" idx="14"/>
          </p:nvPr>
        </p:nvSpPr>
        <p:spPr>
          <a:xfrm>
            <a:off x="6361200" y="5446800"/>
            <a:ext cx="540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421557504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ommai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BCD4C5B-CD44-4B48-93FD-F44EED8D1E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64400" y="1987200"/>
            <a:ext cx="5400000" cy="720000"/>
          </a:xfrm>
        </p:spPr>
        <p:txBody>
          <a:bodyPr>
            <a:noAutofit/>
          </a:bodyPr>
          <a:lstStyle>
            <a:lvl1pPr>
              <a:defRPr sz="4200">
                <a:solidFill>
                  <a:schemeClr val="tx2"/>
                </a:solidFill>
              </a:defRPr>
            </a:lvl1pPr>
          </a:lstStyle>
          <a:p>
            <a:r>
              <a:rPr lang="fr-FR"/>
              <a:t>Modifiez le titre</a:t>
            </a:r>
          </a:p>
        </p:txBody>
      </p:sp>
      <p:sp>
        <p:nvSpPr>
          <p:cNvPr id="6" name="Espace réservé du texte 5">
            <a:extLst>
              <a:ext uri="{FF2B5EF4-FFF2-40B4-BE49-F238E27FC236}">
                <a16:creationId xmlns:a16="http://schemas.microsoft.com/office/drawing/2014/main" id="{476F1D12-C6FB-4ED9-B1EA-2AF1415447D6}"/>
              </a:ext>
            </a:extLst>
          </p:cNvPr>
          <p:cNvSpPr>
            <a:spLocks noGrp="1"/>
          </p:cNvSpPr>
          <p:nvPr>
            <p:ph type="body" sz="quarter" idx="26"/>
          </p:nvPr>
        </p:nvSpPr>
        <p:spPr>
          <a:xfrm>
            <a:off x="464400" y="2876400"/>
            <a:ext cx="5400000" cy="3240000"/>
          </a:xfrm>
        </p:spPr>
        <p:txBody>
          <a:bodyPr>
            <a:noAutofit/>
          </a:bodyPr>
          <a:lstStyle>
            <a:lvl1pPr marL="432000" indent="-432000">
              <a:spcBef>
                <a:spcPts val="600"/>
              </a:spcBef>
              <a:buFont typeface="+mj-lt"/>
              <a:buAutoNum type="arabicPeriod"/>
              <a:defRPr sz="2000" b="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a:t>Cliquez pour modifier les styles du texte du masque</a:t>
            </a:r>
          </a:p>
        </p:txBody>
      </p:sp>
    </p:spTree>
    <p:extLst>
      <p:ext uri="{BB962C8B-B14F-4D97-AF65-F5344CB8AC3E}">
        <p14:creationId xmlns:p14="http://schemas.microsoft.com/office/powerpoint/2010/main" val="404846468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tion N°1 Ouverture de chap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3430800"/>
            <a:ext cx="1116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489741" y="4662000"/>
            <a:ext cx="11160000" cy="504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89742" y="1490400"/>
            <a:ext cx="3960000" cy="1872000"/>
          </a:xfrm>
        </p:spPr>
        <p:txBody>
          <a:bodyPr>
            <a:noAutofit/>
          </a:bodyPr>
          <a:lstStyle>
            <a:lvl1pPr marL="0" indent="0">
              <a:buNone/>
              <a:defRPr sz="13500">
                <a:solidFill>
                  <a:schemeClr val="tx2"/>
                </a:solidFill>
              </a:defRPr>
            </a:lvl1pPr>
          </a:lstStyle>
          <a:p>
            <a:pPr lvl="0"/>
            <a:r>
              <a:rPr lang="fr-FR"/>
              <a:t>NN.</a:t>
            </a:r>
          </a:p>
        </p:txBody>
      </p:sp>
      <p:sp>
        <p:nvSpPr>
          <p:cNvPr id="4" name="Espace réservé de la date 3">
            <a:extLst>
              <a:ext uri="{FF2B5EF4-FFF2-40B4-BE49-F238E27FC236}">
                <a16:creationId xmlns:a16="http://schemas.microsoft.com/office/drawing/2014/main" id="{084489D0-046B-4DA8-828E-D1EDDC72FA8E}"/>
              </a:ext>
            </a:extLst>
          </p:cNvPr>
          <p:cNvSpPr>
            <a:spLocks noGrp="1"/>
          </p:cNvSpPr>
          <p:nvPr>
            <p:ph type="dt" sz="half" idx="14"/>
          </p:nvPr>
        </p:nvSpPr>
        <p:spPr/>
        <p:txBody>
          <a:bodyPr/>
          <a:lstStyle>
            <a:lvl1pPr>
              <a:defRPr>
                <a:solidFill>
                  <a:schemeClr val="tx1"/>
                </a:solidFill>
              </a:defRPr>
            </a:lvl1pPr>
          </a:lstStyle>
          <a:p>
            <a:endParaRPr lang="fr-FR"/>
          </a:p>
        </p:txBody>
      </p:sp>
      <p:sp>
        <p:nvSpPr>
          <p:cNvPr id="5" name="Espace réservé du pied de page 4">
            <a:extLst>
              <a:ext uri="{FF2B5EF4-FFF2-40B4-BE49-F238E27FC236}">
                <a16:creationId xmlns:a16="http://schemas.microsoft.com/office/drawing/2014/main" id="{827B8392-9F0D-47B8-8F1D-D057C53A97DD}"/>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CC4EDA01-DE85-4E9D-A6E0-28AA131E783D}"/>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82049109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ption N°2 Ouverture de chapitre avec photo">
    <p:spTree>
      <p:nvGrpSpPr>
        <p:cNvPr id="1" name=""/>
        <p:cNvGrpSpPr/>
        <p:nvPr/>
      </p:nvGrpSpPr>
      <p:grpSpPr>
        <a:xfrm>
          <a:off x="0" y="0"/>
          <a:ext cx="0" cy="0"/>
          <a:chOff x="0" y="0"/>
          <a:chExt cx="0" cy="0"/>
        </a:xfrm>
      </p:grpSpPr>
      <p:sp>
        <p:nvSpPr>
          <p:cNvPr id="13" name="Espace réservé pour une image  2">
            <a:extLst>
              <a:ext uri="{FF2B5EF4-FFF2-40B4-BE49-F238E27FC236}">
                <a16:creationId xmlns:a16="http://schemas.microsoft.com/office/drawing/2014/main" id="{DEC6A7FF-A1FA-4490-9CC7-51078FF84353}"/>
              </a:ext>
            </a:extLst>
          </p:cNvPr>
          <p:cNvSpPr>
            <a:spLocks noGrp="1"/>
          </p:cNvSpPr>
          <p:nvPr>
            <p:ph type="pic" idx="14"/>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6361200" y="3430800"/>
            <a:ext cx="540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6361200" y="4662000"/>
            <a:ext cx="5400000" cy="900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361200" y="1490400"/>
            <a:ext cx="5400000" cy="1872000"/>
          </a:xfrm>
        </p:spPr>
        <p:txBody>
          <a:bodyPr>
            <a:noAutofit/>
          </a:bodyPr>
          <a:lstStyle>
            <a:lvl1pPr marL="0" indent="0">
              <a:buNone/>
              <a:defRPr sz="13500">
                <a:solidFill>
                  <a:schemeClr val="tx2"/>
                </a:solidFill>
              </a:defRPr>
            </a:lvl1pPr>
          </a:lstStyle>
          <a:p>
            <a:pPr lvl="0"/>
            <a:r>
              <a:rPr lang="fr-FR"/>
              <a:t>NN.</a:t>
            </a:r>
          </a:p>
        </p:txBody>
      </p:sp>
      <p:sp>
        <p:nvSpPr>
          <p:cNvPr id="16" name="Espace réservé du texte 8">
            <a:extLst>
              <a:ext uri="{FF2B5EF4-FFF2-40B4-BE49-F238E27FC236}">
                <a16:creationId xmlns:a16="http://schemas.microsoft.com/office/drawing/2014/main" id="{19FE5F0F-1A19-4580-B09D-11BAB259543F}"/>
              </a:ext>
            </a:extLst>
          </p:cNvPr>
          <p:cNvSpPr>
            <a:spLocks noGrp="1"/>
          </p:cNvSpPr>
          <p:nvPr>
            <p:ph type="body" sz="quarter" idx="15"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Espace réservé de la date 3">
            <a:extLst>
              <a:ext uri="{FF2B5EF4-FFF2-40B4-BE49-F238E27FC236}">
                <a16:creationId xmlns:a16="http://schemas.microsoft.com/office/drawing/2014/main" id="{CAF82D43-4E1B-4274-AC55-C533B8C04656}"/>
              </a:ext>
            </a:extLst>
          </p:cNvPr>
          <p:cNvSpPr>
            <a:spLocks noGrp="1"/>
          </p:cNvSpPr>
          <p:nvPr>
            <p:ph type="dt" sz="half" idx="16"/>
          </p:nvPr>
        </p:nvSpPr>
        <p:spPr/>
        <p:txBody>
          <a:bodyPr/>
          <a:lstStyle>
            <a:lvl1pPr>
              <a:defRPr>
                <a:solidFill>
                  <a:schemeClr val="bg1"/>
                </a:solidFill>
              </a:defRPr>
            </a:lvl1pPr>
          </a:lstStyle>
          <a:p>
            <a:endParaRPr lang="fr-FR"/>
          </a:p>
        </p:txBody>
      </p:sp>
      <p:sp>
        <p:nvSpPr>
          <p:cNvPr id="5" name="Espace réservé du pied de page 4">
            <a:extLst>
              <a:ext uri="{FF2B5EF4-FFF2-40B4-BE49-F238E27FC236}">
                <a16:creationId xmlns:a16="http://schemas.microsoft.com/office/drawing/2014/main" id="{4F7AF283-CD1F-4E50-9456-6BD3B772A116}"/>
              </a:ext>
            </a:extLst>
          </p:cNvPr>
          <p:cNvSpPr>
            <a:spLocks noGrp="1"/>
          </p:cNvSpPr>
          <p:nvPr>
            <p:ph type="ftr" sz="quarter" idx="17"/>
          </p:nvPr>
        </p:nvSpPr>
        <p:spPr/>
        <p:txBody>
          <a:bodyPr/>
          <a:lstStyle>
            <a:lvl1pPr>
              <a:defRPr>
                <a:solidFill>
                  <a:schemeClr val="bg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072A83F9-605B-451F-81C4-4DB3BD64BF25}"/>
              </a:ext>
            </a:extLst>
          </p:cNvPr>
          <p:cNvSpPr>
            <a:spLocks noGrp="1"/>
          </p:cNvSpPr>
          <p:nvPr>
            <p:ph type="sldNum" sz="quarter" idx="18"/>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4004562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42950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e avec photo">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3FA18DAD-43C7-439C-AEB4-182FDEF42A93}"/>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6361200"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5" name="Espace réservé du texte 8">
            <a:extLst>
              <a:ext uri="{FF2B5EF4-FFF2-40B4-BE49-F238E27FC236}">
                <a16:creationId xmlns:a16="http://schemas.microsoft.com/office/drawing/2014/main" id="{90C7237F-FD39-40C9-B915-D4BC62A3BEC4}"/>
              </a:ext>
            </a:extLst>
          </p:cNvPr>
          <p:cNvSpPr>
            <a:spLocks noGrp="1"/>
          </p:cNvSpPr>
          <p:nvPr>
            <p:ph type="body" sz="quarter" idx="17"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Titre 3">
            <a:extLst>
              <a:ext uri="{FF2B5EF4-FFF2-40B4-BE49-F238E27FC236}">
                <a16:creationId xmlns:a16="http://schemas.microsoft.com/office/drawing/2014/main" id="{A95F48EF-CBAD-4F80-B069-72AECAEC0746}"/>
              </a:ext>
            </a:extLst>
          </p:cNvPr>
          <p:cNvSpPr>
            <a:spLocks noGrp="1"/>
          </p:cNvSpPr>
          <p:nvPr>
            <p:ph type="title"/>
          </p:nvPr>
        </p:nvSpPr>
        <p:spPr>
          <a:xfrm>
            <a:off x="6361199" y="242844"/>
            <a:ext cx="3960000" cy="1008000"/>
          </a:xfrm>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F45A3821-9C55-4E10-844A-98E6FB07D68C}"/>
              </a:ext>
            </a:extLst>
          </p:cNvPr>
          <p:cNvSpPr>
            <a:spLocks noGrp="1"/>
          </p:cNvSpPr>
          <p:nvPr>
            <p:ph type="dt" sz="half" idx="18"/>
          </p:nvPr>
        </p:nvSpPr>
        <p:spPr/>
        <p:txBody>
          <a:bodyPr/>
          <a:lstStyle>
            <a:lvl1pPr>
              <a:defRPr>
                <a:solidFill>
                  <a:schemeClr val="bg1"/>
                </a:solidFill>
              </a:defRPr>
            </a:lvl1pPr>
          </a:lstStyle>
          <a:p>
            <a:endParaRPr lang="fr-FR"/>
          </a:p>
        </p:txBody>
      </p:sp>
      <p:sp>
        <p:nvSpPr>
          <p:cNvPr id="6" name="Espace réservé du pied de page 5">
            <a:extLst>
              <a:ext uri="{FF2B5EF4-FFF2-40B4-BE49-F238E27FC236}">
                <a16:creationId xmlns:a16="http://schemas.microsoft.com/office/drawing/2014/main" id="{B26B9FA6-E4DB-4B15-BD57-BEC5F537E3AB}"/>
              </a:ext>
            </a:extLst>
          </p:cNvPr>
          <p:cNvSpPr>
            <a:spLocks noGrp="1"/>
          </p:cNvSpPr>
          <p:nvPr>
            <p:ph type="ftr" sz="quarter" idx="19"/>
          </p:nvPr>
        </p:nvSpPr>
        <p:spPr/>
        <p:txBody>
          <a:bodyPr/>
          <a:lstStyle>
            <a:lvl1pPr>
              <a:defRPr>
                <a:solidFill>
                  <a:schemeClr val="bg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6FE6001F-97CC-4008-B22A-EFA29A13779C}"/>
              </a:ext>
            </a:extLst>
          </p:cNvPr>
          <p:cNvSpPr>
            <a:spLocks noGrp="1"/>
          </p:cNvSpPr>
          <p:nvPr>
            <p:ph type="sldNum" sz="quarter" idx="20"/>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63241769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3820350"/>
            <a:ext cx="11133952" cy="2412000"/>
          </a:xfrm>
        </p:spPr>
        <p:txBody>
          <a:bodyPr/>
          <a:lstStyle>
            <a:lvl1pPr>
              <a:defRPr>
                <a:solidFill>
                  <a:schemeClr val="tx1"/>
                </a:solidFill>
              </a:defRPr>
            </a:lvl1pPr>
            <a:lvl2pPr>
              <a:spcBef>
                <a:spcPts val="400"/>
              </a:spcBef>
              <a:defRPr>
                <a:solidFill>
                  <a:schemeClr val="tx1"/>
                </a:solidFill>
              </a:defRPr>
            </a:lvl2pPr>
          </a:lstStyle>
          <a:p>
            <a:pPr lvl="0"/>
            <a:r>
              <a:rPr lang="fr-FR"/>
              <a:t>Modifier les styles du texte du masque</a:t>
            </a:r>
          </a:p>
          <a:p>
            <a:pPr lvl="1"/>
            <a:r>
              <a:rPr lang="fr-FR"/>
              <a:t>Deuxième niveau</a:t>
            </a:r>
          </a:p>
        </p:txBody>
      </p:sp>
      <p:sp>
        <p:nvSpPr>
          <p:cNvPr id="12" name="Espace réservé du tableau 2">
            <a:extLst>
              <a:ext uri="{FF2B5EF4-FFF2-40B4-BE49-F238E27FC236}">
                <a16:creationId xmlns:a16="http://schemas.microsoft.com/office/drawing/2014/main" id="{3EADC01A-12BC-4330-8A1C-A4DCE63F4D5F}"/>
              </a:ext>
            </a:extLst>
          </p:cNvPr>
          <p:cNvSpPr>
            <a:spLocks noGrp="1"/>
          </p:cNvSpPr>
          <p:nvPr>
            <p:ph type="tbl" sz="quarter" idx="17"/>
          </p:nvPr>
        </p:nvSpPr>
        <p:spPr>
          <a:xfrm>
            <a:off x="589752" y="1372349"/>
            <a:ext cx="11014079" cy="2304000"/>
          </a:xfrm>
        </p:spPr>
        <p:txBody>
          <a:bodyPr anchor="ctr"/>
          <a:lstStyle>
            <a:lvl1pPr marL="0" indent="0" algn="ctr">
              <a:buNone/>
              <a:defRPr sz="1400">
                <a:solidFill>
                  <a:schemeClr val="tx2"/>
                </a:solidFill>
              </a:defRPr>
            </a:lvl1pPr>
          </a:lstStyle>
          <a:p>
            <a:r>
              <a:rPr lang="fr-FR"/>
              <a:t>Cliquez sur l'icône pour ajouter un tableau</a:t>
            </a:r>
          </a:p>
        </p:txBody>
      </p:sp>
      <p:sp>
        <p:nvSpPr>
          <p:cNvPr id="4" name="Titre 3">
            <a:extLst>
              <a:ext uri="{FF2B5EF4-FFF2-40B4-BE49-F238E27FC236}">
                <a16:creationId xmlns:a16="http://schemas.microsoft.com/office/drawing/2014/main" id="{F7BED8F5-8DF4-41F4-9FBF-3FC3EFF478F8}"/>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74A5DB8F-F9F5-4D34-AD2B-20A401276C3E}"/>
              </a:ext>
            </a:extLst>
          </p:cNvPr>
          <p:cNvSpPr>
            <a:spLocks noGrp="1"/>
          </p:cNvSpPr>
          <p:nvPr>
            <p:ph type="dt" sz="half" idx="18"/>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7F448ABE-6518-42E7-86CB-17EBD972C87A}"/>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DBF92594-638F-42B7-B983-EDCA45116F84}"/>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454717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e avec graphiqu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3" name="Espace réservé du graphique 2">
            <a:extLst>
              <a:ext uri="{FF2B5EF4-FFF2-40B4-BE49-F238E27FC236}">
                <a16:creationId xmlns:a16="http://schemas.microsoft.com/office/drawing/2014/main" id="{36B54297-76AA-4A3B-A34F-53F1E4289CC7}"/>
              </a:ext>
            </a:extLst>
          </p:cNvPr>
          <p:cNvSpPr>
            <a:spLocks noGrp="1"/>
          </p:cNvSpPr>
          <p:nvPr>
            <p:ph type="chart" sz="quarter" idx="17"/>
          </p:nvPr>
        </p:nvSpPr>
        <p:spPr>
          <a:xfrm>
            <a:off x="6229879" y="1371600"/>
            <a:ext cx="5508000" cy="4860000"/>
          </a:xfrm>
        </p:spPr>
        <p:txBody>
          <a:bodyPr anchor="ctr"/>
          <a:lstStyle>
            <a:lvl1pPr marL="0" indent="0" algn="ctr">
              <a:buNone/>
              <a:defRPr sz="1400">
                <a:solidFill>
                  <a:schemeClr val="tx2"/>
                </a:solidFill>
              </a:defRPr>
            </a:lvl1pPr>
          </a:lstStyle>
          <a:p>
            <a:r>
              <a:rPr lang="fr-FR"/>
              <a:t>Cliquez sur l'icône pour ajouter un graphique</a:t>
            </a:r>
          </a:p>
        </p:txBody>
      </p:sp>
      <p:sp>
        <p:nvSpPr>
          <p:cNvPr id="4" name="Titre 3">
            <a:extLst>
              <a:ext uri="{FF2B5EF4-FFF2-40B4-BE49-F238E27FC236}">
                <a16:creationId xmlns:a16="http://schemas.microsoft.com/office/drawing/2014/main" id="{7AE7569B-B080-4146-A11F-1E61AF63D642}"/>
              </a:ext>
            </a:extLst>
          </p:cNvPr>
          <p:cNvSpPr>
            <a:spLocks noGrp="1"/>
          </p:cNvSpPr>
          <p:nvPr>
            <p:ph type="title"/>
          </p:nvPr>
        </p:nvSpPr>
        <p:spPr>
          <a:xfrm>
            <a:off x="469879" y="242844"/>
            <a:ext cx="9720000" cy="1008000"/>
          </a:xfrm>
        </p:spPr>
        <p:txBody>
          <a:bodyPr/>
          <a:lstStyle>
            <a:lvl1pPr>
              <a:defRPr>
                <a:solidFill>
                  <a:schemeClr val="tx2"/>
                </a:solidFill>
              </a:defRPr>
            </a:lvl1pPr>
          </a:lstStyle>
          <a:p>
            <a:r>
              <a:rPr lang="fr-FR"/>
              <a:t>Modifiez le style du titre</a:t>
            </a:r>
          </a:p>
        </p:txBody>
      </p:sp>
      <p:sp>
        <p:nvSpPr>
          <p:cNvPr id="6" name="Espace réservé de la date 5">
            <a:extLst>
              <a:ext uri="{FF2B5EF4-FFF2-40B4-BE49-F238E27FC236}">
                <a16:creationId xmlns:a16="http://schemas.microsoft.com/office/drawing/2014/main" id="{1A8B2399-CA73-45EA-BE18-9A20282E60B2}"/>
              </a:ext>
            </a:extLst>
          </p:cNvPr>
          <p:cNvSpPr>
            <a:spLocks noGrp="1"/>
          </p:cNvSpPr>
          <p:nvPr>
            <p:ph type="dt" sz="half" idx="18"/>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78D64F63-31B3-46AB-8995-E4EAED1967BD}"/>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11" name="Espace réservé du numéro de diapositive 10">
            <a:extLst>
              <a:ext uri="{FF2B5EF4-FFF2-40B4-BE49-F238E27FC236}">
                <a16:creationId xmlns:a16="http://schemas.microsoft.com/office/drawing/2014/main" id="{DB398A68-6D32-4A8D-8EF8-C3BF7CEF61AB}"/>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489199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iffres Clés">
    <p:spTree>
      <p:nvGrpSpPr>
        <p:cNvPr id="1" name=""/>
        <p:cNvGrpSpPr/>
        <p:nvPr/>
      </p:nvGrpSpPr>
      <p:grpSpPr>
        <a:xfrm>
          <a:off x="0" y="0"/>
          <a:ext cx="0" cy="0"/>
          <a:chOff x="0" y="0"/>
          <a:chExt cx="0" cy="0"/>
        </a:xfrm>
      </p:grpSpPr>
      <p:sp>
        <p:nvSpPr>
          <p:cNvPr id="14" name="Espace réservé du texte 2">
            <a:extLst>
              <a:ext uri="{FF2B5EF4-FFF2-40B4-BE49-F238E27FC236}">
                <a16:creationId xmlns:a16="http://schemas.microsoft.com/office/drawing/2014/main" id="{6684C25F-7F00-41C3-A7CD-0A38D6BB6A4B}"/>
              </a:ext>
            </a:extLst>
          </p:cNvPr>
          <p:cNvSpPr>
            <a:spLocks noGrp="1"/>
          </p:cNvSpPr>
          <p:nvPr>
            <p:ph type="body" idx="18" hasCustomPrompt="1"/>
          </p:nvPr>
        </p:nvSpPr>
        <p:spPr>
          <a:xfrm>
            <a:off x="469879" y="1501200"/>
            <a:ext cx="1980000" cy="1188000"/>
          </a:xfrm>
        </p:spPr>
        <p:txBody>
          <a:bodyPr anchor="ctr">
            <a:noAutofit/>
          </a:bodyPr>
          <a:lstStyle>
            <a:lvl1pPr marL="0" indent="0">
              <a:buNone/>
              <a:defRPr sz="81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5" name="Espace réservé du texte 10">
            <a:extLst>
              <a:ext uri="{FF2B5EF4-FFF2-40B4-BE49-F238E27FC236}">
                <a16:creationId xmlns:a16="http://schemas.microsoft.com/office/drawing/2014/main" id="{FFEA4E96-A4C5-404E-84EB-0DA2FDAD3E47}"/>
              </a:ext>
            </a:extLst>
          </p:cNvPr>
          <p:cNvSpPr>
            <a:spLocks noGrp="1"/>
          </p:cNvSpPr>
          <p:nvPr>
            <p:ph type="body" sz="quarter" idx="19" hasCustomPrompt="1"/>
          </p:nvPr>
        </p:nvSpPr>
        <p:spPr>
          <a:xfrm>
            <a:off x="3240699" y="15012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16" name="Espace réservé du texte 2">
            <a:extLst>
              <a:ext uri="{FF2B5EF4-FFF2-40B4-BE49-F238E27FC236}">
                <a16:creationId xmlns:a16="http://schemas.microsoft.com/office/drawing/2014/main" id="{431124CF-D305-4637-B02D-7916DC400940}"/>
              </a:ext>
            </a:extLst>
          </p:cNvPr>
          <p:cNvSpPr>
            <a:spLocks noGrp="1"/>
          </p:cNvSpPr>
          <p:nvPr>
            <p:ph type="body" idx="20" hasCustomPrompt="1"/>
          </p:nvPr>
        </p:nvSpPr>
        <p:spPr>
          <a:xfrm>
            <a:off x="469879" y="2656800"/>
            <a:ext cx="1980000" cy="1188000"/>
          </a:xfrm>
        </p:spPr>
        <p:txBody>
          <a:bodyPr anchor="ctr">
            <a:noAutofit/>
          </a:bodyPr>
          <a:lstStyle>
            <a:lvl1pPr marL="0" indent="0">
              <a:buNone/>
              <a:defRPr sz="81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7" name="Espace réservé du texte 10">
            <a:extLst>
              <a:ext uri="{FF2B5EF4-FFF2-40B4-BE49-F238E27FC236}">
                <a16:creationId xmlns:a16="http://schemas.microsoft.com/office/drawing/2014/main" id="{F7F54A8A-B912-4DCA-A7A6-D2FE7A31E0B8}"/>
              </a:ext>
            </a:extLst>
          </p:cNvPr>
          <p:cNvSpPr>
            <a:spLocks noGrp="1"/>
          </p:cNvSpPr>
          <p:nvPr>
            <p:ph type="body" sz="quarter" idx="21" hasCustomPrompt="1"/>
          </p:nvPr>
        </p:nvSpPr>
        <p:spPr>
          <a:xfrm>
            <a:off x="3240699" y="26568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4" name="Titre 3">
            <a:extLst>
              <a:ext uri="{FF2B5EF4-FFF2-40B4-BE49-F238E27FC236}">
                <a16:creationId xmlns:a16="http://schemas.microsoft.com/office/drawing/2014/main" id="{0F9ED843-C44A-45CC-9B1D-C837E4DDCE6E}"/>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18" name="Espace réservé du texte 2">
            <a:extLst>
              <a:ext uri="{FF2B5EF4-FFF2-40B4-BE49-F238E27FC236}">
                <a16:creationId xmlns:a16="http://schemas.microsoft.com/office/drawing/2014/main" id="{322CE313-0A26-4E99-9C93-6C3FC888A8DE}"/>
              </a:ext>
            </a:extLst>
          </p:cNvPr>
          <p:cNvSpPr>
            <a:spLocks noGrp="1"/>
          </p:cNvSpPr>
          <p:nvPr>
            <p:ph type="body" idx="25" hasCustomPrompt="1"/>
          </p:nvPr>
        </p:nvSpPr>
        <p:spPr>
          <a:xfrm>
            <a:off x="469879" y="3812400"/>
            <a:ext cx="1980000" cy="1188000"/>
          </a:xfrm>
        </p:spPr>
        <p:txBody>
          <a:bodyPr anchor="ctr">
            <a:noAutofit/>
          </a:bodyPr>
          <a:lstStyle>
            <a:lvl1pPr marL="0" indent="0">
              <a:buNone/>
              <a:defRPr sz="81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9" name="Espace réservé du texte 10">
            <a:extLst>
              <a:ext uri="{FF2B5EF4-FFF2-40B4-BE49-F238E27FC236}">
                <a16:creationId xmlns:a16="http://schemas.microsoft.com/office/drawing/2014/main" id="{EB31187B-F91F-44EB-9CB5-1BF3730F7621}"/>
              </a:ext>
            </a:extLst>
          </p:cNvPr>
          <p:cNvSpPr>
            <a:spLocks noGrp="1"/>
          </p:cNvSpPr>
          <p:nvPr>
            <p:ph type="body" sz="quarter" idx="26" hasCustomPrompt="1"/>
          </p:nvPr>
        </p:nvSpPr>
        <p:spPr>
          <a:xfrm>
            <a:off x="3240699" y="38124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31" name="Espace réservé du texte 21">
            <a:extLst>
              <a:ext uri="{FF2B5EF4-FFF2-40B4-BE49-F238E27FC236}">
                <a16:creationId xmlns:a16="http://schemas.microsoft.com/office/drawing/2014/main" id="{6FD92059-A22C-433B-8494-343CBC88ADC5}"/>
              </a:ext>
            </a:extLst>
          </p:cNvPr>
          <p:cNvSpPr>
            <a:spLocks noGrp="1"/>
          </p:cNvSpPr>
          <p:nvPr>
            <p:ph type="body" sz="quarter" idx="27" hasCustomPrompt="1"/>
          </p:nvPr>
        </p:nvSpPr>
        <p:spPr>
          <a:xfrm>
            <a:off x="2601913" y="18094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1"/>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2" name="Espace réservé du texte 21">
            <a:extLst>
              <a:ext uri="{FF2B5EF4-FFF2-40B4-BE49-F238E27FC236}">
                <a16:creationId xmlns:a16="http://schemas.microsoft.com/office/drawing/2014/main" id="{2487A579-BB10-4B9C-8037-89848E4EB31C}"/>
              </a:ext>
            </a:extLst>
          </p:cNvPr>
          <p:cNvSpPr>
            <a:spLocks noGrp="1"/>
          </p:cNvSpPr>
          <p:nvPr>
            <p:ph type="body" sz="quarter" idx="28" hasCustomPrompt="1"/>
          </p:nvPr>
        </p:nvSpPr>
        <p:spPr>
          <a:xfrm>
            <a:off x="2601913" y="29650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2"/>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3" name="Espace réservé du texte 21">
            <a:extLst>
              <a:ext uri="{FF2B5EF4-FFF2-40B4-BE49-F238E27FC236}">
                <a16:creationId xmlns:a16="http://schemas.microsoft.com/office/drawing/2014/main" id="{C0B0C0AB-7256-484A-8EF0-3BC6851D748F}"/>
              </a:ext>
            </a:extLst>
          </p:cNvPr>
          <p:cNvSpPr>
            <a:spLocks noGrp="1"/>
          </p:cNvSpPr>
          <p:nvPr>
            <p:ph type="body" sz="quarter" idx="29" hasCustomPrompt="1"/>
          </p:nvPr>
        </p:nvSpPr>
        <p:spPr>
          <a:xfrm>
            <a:off x="2601913" y="41206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3"/>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5" name="Espace réservé de la date 4">
            <a:extLst>
              <a:ext uri="{FF2B5EF4-FFF2-40B4-BE49-F238E27FC236}">
                <a16:creationId xmlns:a16="http://schemas.microsoft.com/office/drawing/2014/main" id="{75997647-8494-4CC4-948F-29A8D49CBCEB}"/>
              </a:ext>
            </a:extLst>
          </p:cNvPr>
          <p:cNvSpPr>
            <a:spLocks noGrp="1"/>
          </p:cNvSpPr>
          <p:nvPr>
            <p:ph type="dt" sz="half" idx="30"/>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02B4AC02-49D4-4738-A9B4-B3DA90016A7F}"/>
              </a:ext>
            </a:extLst>
          </p:cNvPr>
          <p:cNvSpPr>
            <a:spLocks noGrp="1"/>
          </p:cNvSpPr>
          <p:nvPr>
            <p:ph type="ftr" sz="quarter" idx="31"/>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28EE574D-092E-4259-81EB-81EA91E97CDA}"/>
              </a:ext>
            </a:extLst>
          </p:cNvPr>
          <p:cNvSpPr>
            <a:spLocks noGrp="1"/>
          </p:cNvSpPr>
          <p:nvPr>
            <p:ph type="sldNum" sz="quarter" idx="3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785988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fr-FR"/>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886156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9B47C71-F46D-4EA0-AF6A-4962453CDD76}"/>
              </a:ext>
            </a:extLst>
          </p:cNvPr>
          <p:cNvSpPr>
            <a:spLocks noGrp="1"/>
          </p:cNvSpPr>
          <p:nvPr>
            <p:ph type="dt" sz="half" idx="10"/>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0495B091-68ED-45A4-957C-92BBA7548811}"/>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8" name="Espace réservé du numéro de diapositive 7">
            <a:extLst>
              <a:ext uri="{FF2B5EF4-FFF2-40B4-BE49-F238E27FC236}">
                <a16:creationId xmlns:a16="http://schemas.microsoft.com/office/drawing/2014/main" id="{A4361BE1-6536-48FB-BC11-166BC54BD6F9}"/>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613874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nnex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2845977"/>
            <a:ext cx="11160000" cy="1440000"/>
          </a:xfrm>
        </p:spPr>
        <p:txBody>
          <a:bodyPr anchor="t">
            <a:noAutofit/>
          </a:bodyPr>
          <a:lstStyle>
            <a:lvl1pPr>
              <a:lnSpc>
                <a:spcPct val="90000"/>
              </a:lnSpc>
              <a:defRPr sz="5000">
                <a:solidFill>
                  <a:schemeClr val="tx2"/>
                </a:solidFill>
              </a:defRPr>
            </a:lvl1pPr>
          </a:lstStyle>
          <a:p>
            <a:r>
              <a:rPr lang="fr-FR"/>
              <a:t>Modifiez le style du titre</a:t>
            </a:r>
          </a:p>
        </p:txBody>
      </p:sp>
      <p:sp>
        <p:nvSpPr>
          <p:cNvPr id="3" name="Espace réservé de la date 2">
            <a:extLst>
              <a:ext uri="{FF2B5EF4-FFF2-40B4-BE49-F238E27FC236}">
                <a16:creationId xmlns:a16="http://schemas.microsoft.com/office/drawing/2014/main" id="{C9E24192-EBCA-4782-93A3-6134ECDB202A}"/>
              </a:ext>
            </a:extLst>
          </p:cNvPr>
          <p:cNvSpPr>
            <a:spLocks noGrp="1"/>
          </p:cNvSpPr>
          <p:nvPr>
            <p:ph type="dt" sz="half" idx="10"/>
          </p:nvPr>
        </p:nvSpPr>
        <p:spPr/>
        <p:txBody>
          <a:bodyPr/>
          <a:lstStyle>
            <a:lvl1pPr>
              <a:defRPr>
                <a:solidFill>
                  <a:schemeClr val="tx1"/>
                </a:solidFill>
              </a:defRPr>
            </a:lvl1pPr>
          </a:lstStyle>
          <a:p>
            <a:endParaRPr lang="fr-FR"/>
          </a:p>
        </p:txBody>
      </p:sp>
      <p:sp>
        <p:nvSpPr>
          <p:cNvPr id="4" name="Espace réservé du pied de page 3">
            <a:extLst>
              <a:ext uri="{FF2B5EF4-FFF2-40B4-BE49-F238E27FC236}">
                <a16:creationId xmlns:a16="http://schemas.microsoft.com/office/drawing/2014/main" id="{8627768F-E755-49AE-BDD4-F22B941EE92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5" name="Espace réservé du numéro de diapositive 4">
            <a:extLst>
              <a:ext uri="{FF2B5EF4-FFF2-40B4-BE49-F238E27FC236}">
                <a16:creationId xmlns:a16="http://schemas.microsoft.com/office/drawing/2014/main" id="{679213C8-C608-4F8F-B3E7-6893ECEEC936}"/>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61394698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reserve="1">
  <p:cSld name="Merci">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FB4134C-1D6E-45C5-A0CB-6875E698A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2316000" y="2845977"/>
            <a:ext cx="7560000" cy="828000"/>
          </a:xfrm>
        </p:spPr>
        <p:txBody>
          <a:bodyPr anchor="t">
            <a:noAutofit/>
          </a:bodyPr>
          <a:lstStyle>
            <a:lvl1pPr algn="ctr">
              <a:defRPr sz="4300">
                <a:solidFill>
                  <a:schemeClr val="tx1"/>
                </a:solidFill>
              </a:defRPr>
            </a:lvl1pPr>
          </a:lstStyle>
          <a:p>
            <a:r>
              <a:rPr lang="fr-FR"/>
              <a:t>Modifiez le style du titre</a:t>
            </a:r>
          </a:p>
        </p:txBody>
      </p:sp>
    </p:spTree>
    <p:extLst>
      <p:ext uri="{BB962C8B-B14F-4D97-AF65-F5344CB8AC3E}">
        <p14:creationId xmlns:p14="http://schemas.microsoft.com/office/powerpoint/2010/main" val="1632804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9879" y="167132"/>
            <a:ext cx="9720000" cy="1008000"/>
          </a:xfrm>
        </p:spPr>
        <p:txBody>
          <a:bodyPr/>
          <a:lstStyle/>
          <a:p>
            <a:r>
              <a:rPr lang="en-US" noProof="0"/>
              <a:t>Click to edit Master title style</a:t>
            </a:r>
            <a:endParaRPr lang="en-GB" noProof="0"/>
          </a:p>
        </p:txBody>
      </p:sp>
      <p:pic>
        <p:nvPicPr>
          <p:cNvPr id="3" name="Image 6" descr="Une image contenant logo, Police, Graphique, graphisme&#10;&#10;Description générée automatiquement">
            <a:extLst>
              <a:ext uri="{FF2B5EF4-FFF2-40B4-BE49-F238E27FC236}">
                <a16:creationId xmlns:a16="http://schemas.microsoft.com/office/drawing/2014/main" id="{C4B32E10-8662-75FA-01FA-3E139C0DA7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26445" y="200052"/>
            <a:ext cx="657479" cy="988016"/>
          </a:xfrm>
          <a:prstGeom prst="rect">
            <a:avLst/>
          </a:prstGeom>
        </p:spPr>
      </p:pic>
      <p:sp>
        <p:nvSpPr>
          <p:cNvPr id="4" name="Espace réservé du pied de page 5">
            <a:extLst>
              <a:ext uri="{FF2B5EF4-FFF2-40B4-BE49-F238E27FC236}">
                <a16:creationId xmlns:a16="http://schemas.microsoft.com/office/drawing/2014/main" id="{FC37E64E-BA56-4250-09BC-D8081666F309}"/>
              </a:ext>
            </a:extLst>
          </p:cNvPr>
          <p:cNvSpPr>
            <a:spLocks noGrp="1"/>
          </p:cNvSpPr>
          <p:nvPr>
            <p:ph type="ftr" sz="quarter" idx="15"/>
          </p:nvPr>
        </p:nvSpPr>
        <p:spPr>
          <a:xfrm>
            <a:off x="856680" y="6449983"/>
            <a:ext cx="3600000" cy="252000"/>
          </a:xfrm>
        </p:spPr>
        <p:txBody>
          <a:bodyPr/>
          <a:lstStyle>
            <a:lvl1pPr>
              <a:defRPr>
                <a:solidFill>
                  <a:schemeClr val="tx1"/>
                </a:solidFill>
              </a:defRPr>
            </a:lvl1pPr>
          </a:lstStyle>
          <a:p>
            <a:r>
              <a:rPr lang="nl-NL" noProof="0"/>
              <a:t>ADNOC Upstream - TotalEnergies - 06/10/2025</a:t>
            </a:r>
            <a:endParaRPr lang="en-US" noProof="0"/>
          </a:p>
        </p:txBody>
      </p:sp>
      <p:sp>
        <p:nvSpPr>
          <p:cNvPr id="5" name="Espace réservé du numéro de diapositive 9">
            <a:extLst>
              <a:ext uri="{FF2B5EF4-FFF2-40B4-BE49-F238E27FC236}">
                <a16:creationId xmlns:a16="http://schemas.microsoft.com/office/drawing/2014/main" id="{72FA3844-19BC-DD10-B944-63E97AD00641}"/>
              </a:ext>
            </a:extLst>
          </p:cNvPr>
          <p:cNvSpPr>
            <a:spLocks noGrp="1"/>
          </p:cNvSpPr>
          <p:nvPr>
            <p:ph type="sldNum" sz="quarter" idx="16"/>
          </p:nvPr>
        </p:nvSpPr>
        <p:spPr>
          <a:xfrm>
            <a:off x="219008" y="6449983"/>
            <a:ext cx="576000" cy="252000"/>
          </a:xfrm>
        </p:spPr>
        <p:txBody>
          <a:bodyPr/>
          <a:lstStyle>
            <a:lvl1pPr>
              <a:defRPr>
                <a:solidFill>
                  <a:schemeClr val="tx1"/>
                </a:solidFill>
              </a:defRPr>
            </a:lvl1pPr>
          </a:lstStyle>
          <a:p>
            <a:fld id="{975A587B-5814-4D9B-9598-FE9CB954CB01}" type="slidenum">
              <a:rPr lang="en-US" noProof="0" smtClean="0"/>
              <a:pPr/>
              <a:t>‹#›</a:t>
            </a:fld>
            <a:endParaRPr lang="en-US" noProof="0"/>
          </a:p>
        </p:txBody>
      </p:sp>
      <p:sp>
        <p:nvSpPr>
          <p:cNvPr id="6" name="Espace réservé du texte 8">
            <a:extLst>
              <a:ext uri="{FF2B5EF4-FFF2-40B4-BE49-F238E27FC236}">
                <a16:creationId xmlns:a16="http://schemas.microsoft.com/office/drawing/2014/main" id="{E4D9ADE2-17C2-066B-464A-B547014327AC}"/>
              </a:ext>
            </a:extLst>
          </p:cNvPr>
          <p:cNvSpPr>
            <a:spLocks noGrp="1"/>
          </p:cNvSpPr>
          <p:nvPr>
            <p:ph type="body" sz="quarter" idx="13" hasCustomPrompt="1"/>
          </p:nvPr>
        </p:nvSpPr>
        <p:spPr>
          <a:xfrm>
            <a:off x="469879" y="1372351"/>
            <a:ext cx="11268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1971306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ext">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hasCustomPrompt="1"/>
          </p:nvPr>
        </p:nvSpPr>
        <p:spPr/>
        <p:txBody>
          <a:bodyPr/>
          <a:lstStyle>
            <a:lvl1pPr>
              <a:defRPr>
                <a:solidFill>
                  <a:schemeClr val="tx2"/>
                </a:solidFill>
              </a:defRPr>
            </a:lvl1pPr>
          </a:lstStyle>
          <a:p>
            <a:r>
              <a:rPr lang="en-US" noProof="0"/>
              <a:t>Click to edit Master title style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en-US" noProof="0"/>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nl-NL" noProof="0"/>
              <a:t>ADNOC Upstream - TotalEnergies - 06/10/2025</a:t>
            </a:r>
            <a:endParaRPr lang="en-US" noProof="0"/>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900486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re et contenu">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8D4B0C-E3F9-414B-897B-8A5F17BC2D25}"/>
              </a:ext>
            </a:extLst>
          </p:cNvPr>
          <p:cNvGraphicFramePr>
            <a:graphicFrameLocks noChangeAspect="1"/>
          </p:cNvGraphicFramePr>
          <p:nvPr userDrawn="1">
            <p:custDataLst>
              <p:tags r:id="rId1"/>
            </p:custDataLst>
          </p:nvPr>
        </p:nvGraphicFramePr>
        <p:xfrm>
          <a:off x="2119" y="2120"/>
          <a:ext cx="2117" cy="2117"/>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6" name="Object 5" hidden="1">
                        <a:extLst>
                          <a:ext uri="{FF2B5EF4-FFF2-40B4-BE49-F238E27FC236}">
                            <a16:creationId xmlns:a16="http://schemas.microsoft.com/office/drawing/2014/main" id="{788D4B0C-E3F9-414B-897B-8A5F17BC2D25}"/>
                          </a:ext>
                        </a:extLst>
                      </p:cNvPr>
                      <p:cNvPicPr/>
                      <p:nvPr/>
                    </p:nvPicPr>
                    <p:blipFill>
                      <a:blip r:embed="rId6"/>
                      <a:stretch>
                        <a:fillRect/>
                      </a:stretch>
                    </p:blipFill>
                    <p:spPr>
                      <a:xfrm>
                        <a:off x="2119" y="2120"/>
                        <a:ext cx="2117" cy="211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F4BCE82-22A9-4CBF-9686-325BE79103FC}"/>
              </a:ext>
            </a:extLst>
          </p:cNvPr>
          <p:cNvSpPr/>
          <p:nvPr userDrawn="1">
            <p:custDataLst>
              <p:tags r:id="rId2"/>
            </p:custDataLst>
          </p:nvPr>
        </p:nvSpPr>
        <p:spPr>
          <a:xfrm>
            <a:off x="1" y="2"/>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fr-FR" sz="2400" b="1" i="0" baseline="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a:xfrm>
            <a:off x="576265" y="141038"/>
            <a:ext cx="11040003" cy="610387"/>
          </a:xfrm>
        </p:spPr>
        <p:txBody>
          <a:bodyPr/>
          <a:lstStyle>
            <a:lvl1pPr>
              <a:defRPr sz="2400" b="1">
                <a:solidFill>
                  <a:srgbClr val="1859A9"/>
                </a:solidFill>
              </a:defRPr>
            </a:lvl1pPr>
          </a:lstStyle>
          <a:p>
            <a:r>
              <a:rPr lang="fr-FR"/>
              <a:t>Modifiez le style du titre</a:t>
            </a:r>
            <a:endParaRPr lang="en-US"/>
          </a:p>
        </p:txBody>
      </p:sp>
      <p:sp>
        <p:nvSpPr>
          <p:cNvPr id="3" name="Content Placeholder 2"/>
          <p:cNvSpPr>
            <a:spLocks noGrp="1"/>
          </p:cNvSpPr>
          <p:nvPr>
            <p:ph idx="1" hasCustomPrompt="1"/>
          </p:nvPr>
        </p:nvSpPr>
        <p:spPr>
          <a:xfrm>
            <a:off x="576265" y="927431"/>
            <a:ext cx="11040003" cy="5179144"/>
          </a:xfrm>
        </p:spPr>
        <p:txBody>
          <a:bodyPr>
            <a:noAutofit/>
          </a:bodyPr>
          <a:lstStyle>
            <a:lvl2pPr marL="557199" indent="-214308">
              <a:buFont typeface="Wingdings" panose="05000000000000000000" pitchFamily="2" charset="2"/>
              <a:buChar char="§"/>
              <a:defRPr/>
            </a:lvl2pPr>
            <a:lvl3pPr marL="857228" indent="-171446">
              <a:buFont typeface="Wingdings" panose="05000000000000000000" pitchFamily="2" charset="2"/>
              <a:buChar char="Ø"/>
              <a:defRPr/>
            </a:lvl3pPr>
            <a:lvl4pPr marL="1200120" indent="-171446">
              <a:buFont typeface="Arial" panose="020B0604020202020204" pitchFamily="34" charset="0"/>
              <a:buChar char="•"/>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5" name="Rectangle 4"/>
          <p:cNvSpPr/>
          <p:nvPr userDrawn="1"/>
        </p:nvSpPr>
        <p:spPr>
          <a:xfrm>
            <a:off x="10667249" y="6336687"/>
            <a:ext cx="478016" cy="523220"/>
          </a:xfrm>
          <a:prstGeom prst="rect">
            <a:avLst/>
          </a:prstGeom>
        </p:spPr>
        <p:txBody>
          <a:bodyPr wrap="square">
            <a:spAutoFit/>
          </a:bodyPr>
          <a:lstStyle/>
          <a:p>
            <a:fld id="{21F90BE8-D879-4F46-ACF9-7BCC67DCFB75}" type="slidenum">
              <a:rPr lang="fr-FR" sz="1400" smtClean="0">
                <a:solidFill>
                  <a:srgbClr val="1859A9"/>
                </a:solidFill>
              </a:rPr>
              <a:pPr/>
              <a:t>‹#›</a:t>
            </a:fld>
            <a:endParaRPr lang="en-US" sz="1400">
              <a:solidFill>
                <a:srgbClr val="1859A9"/>
              </a:solidFill>
            </a:endParaRPr>
          </a:p>
        </p:txBody>
      </p:sp>
      <p:pic>
        <p:nvPicPr>
          <p:cNvPr id="12" name="Imag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77949" y="6242889"/>
            <a:ext cx="349073" cy="523149"/>
          </a:xfrm>
          <a:prstGeom prst="rect">
            <a:avLst/>
          </a:prstGeom>
        </p:spPr>
      </p:pic>
      <p:sp>
        <p:nvSpPr>
          <p:cNvPr id="24" name="Espace réservé du pied de page 3"/>
          <p:cNvSpPr>
            <a:spLocks noGrp="1"/>
          </p:cNvSpPr>
          <p:nvPr>
            <p:ph type="ftr" sz="quarter" idx="3"/>
          </p:nvPr>
        </p:nvSpPr>
        <p:spPr>
          <a:xfrm>
            <a:off x="4440735" y="6380876"/>
            <a:ext cx="6959664" cy="366183"/>
          </a:xfrm>
          <a:prstGeom prst="rect">
            <a:avLst/>
          </a:prstGeom>
        </p:spPr>
        <p:txBody>
          <a:bodyPr vert="horz" lIns="91440" tIns="45720" rIns="91440" bIns="45720" rtlCol="0" anchor="ctr"/>
          <a:lstStyle>
            <a:lvl1pPr algn="l">
              <a:defRPr sz="900">
                <a:solidFill>
                  <a:srgbClr val="1859A9"/>
                </a:solidFill>
              </a:defRPr>
            </a:lvl1pPr>
          </a:lstStyle>
          <a:p>
            <a:r>
              <a:rPr lang="nl-NL"/>
              <a:t>ADNOC Upstream - TotalEnergies - 06/10/2025</a:t>
            </a:r>
            <a:endParaRPr lang="en-US"/>
          </a:p>
        </p:txBody>
      </p:sp>
    </p:spTree>
    <p:extLst>
      <p:ext uri="{BB962C8B-B14F-4D97-AF65-F5344CB8AC3E}">
        <p14:creationId xmlns:p14="http://schemas.microsoft.com/office/powerpoint/2010/main" val="525162445"/>
      </p:ext>
    </p:extLst>
  </p:cSld>
  <p:clrMapOvr>
    <a:masterClrMapping/>
  </p:clrMapOvr>
  <p:extLst>
    <p:ext uri="{DCECCB84-F9BA-43D5-87BE-67443E8EF086}">
      <p15:sldGuideLst xmlns:p15="http://schemas.microsoft.com/office/powerpoint/2012/main">
        <p15:guide id="1" orient="horz" pos="2890">
          <p15:clr>
            <a:srgbClr val="00000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CB26E28-DC1C-47D2-A361-3497C18906A4}"/>
              </a:ext>
            </a:extLst>
          </p:cNvPr>
          <p:cNvSpPr/>
          <p:nvPr/>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prstClr val="white"/>
              </a:solidFill>
            </a:endParaRPr>
          </a:p>
        </p:txBody>
      </p:sp>
      <p:sp>
        <p:nvSpPr>
          <p:cNvPr id="2" name="Title 1">
            <a:extLst>
              <a:ext uri="{FF2B5EF4-FFF2-40B4-BE49-F238E27FC236}">
                <a16:creationId xmlns:a16="http://schemas.microsoft.com/office/drawing/2014/main" id="{263F4CDB-1518-4581-97E4-25089FE564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59EA8F0-61E3-4C3E-9042-E35E99EBAA89}"/>
              </a:ext>
            </a:extLst>
          </p:cNvPr>
          <p:cNvSpPr>
            <a:spLocks noGrp="1"/>
          </p:cNvSpPr>
          <p:nvPr>
            <p:ph type="dt" sz="half" idx="10"/>
          </p:nvPr>
        </p:nvSpPr>
        <p:spPr/>
        <p:txBody>
          <a:bodyPr/>
          <a:lstStyle/>
          <a:p>
            <a:endParaRPr lang="en-GB">
              <a:solidFill>
                <a:srgbClr val="4D5156"/>
              </a:solidFill>
            </a:endParaRPr>
          </a:p>
        </p:txBody>
      </p:sp>
      <p:sp>
        <p:nvSpPr>
          <p:cNvPr id="4" name="Footer Placeholder 3">
            <a:extLst>
              <a:ext uri="{FF2B5EF4-FFF2-40B4-BE49-F238E27FC236}">
                <a16:creationId xmlns:a16="http://schemas.microsoft.com/office/drawing/2014/main" id="{90E362B4-12AF-4CAD-BA8A-57B829FB7C1F}"/>
              </a:ext>
            </a:extLst>
          </p:cNvPr>
          <p:cNvSpPr>
            <a:spLocks noGrp="1"/>
          </p:cNvSpPr>
          <p:nvPr>
            <p:ph type="ftr" sz="quarter" idx="11"/>
          </p:nvPr>
        </p:nvSpPr>
        <p:spPr/>
        <p:txBody>
          <a:bodyPr/>
          <a:lstStyle/>
          <a:p>
            <a:r>
              <a:rPr lang="nl-NL">
                <a:solidFill>
                  <a:srgbClr val="1859A9"/>
                </a:solidFill>
              </a:rPr>
              <a:t>ADNOC Upstream - TotalEnergies - 06/10/2025</a:t>
            </a:r>
            <a:endParaRPr lang="en-GB">
              <a:solidFill>
                <a:srgbClr val="1859A9"/>
              </a:solidFill>
            </a:endParaRPr>
          </a:p>
        </p:txBody>
      </p:sp>
      <p:sp>
        <p:nvSpPr>
          <p:cNvPr id="5" name="Slide Number Placeholder 4">
            <a:extLst>
              <a:ext uri="{FF2B5EF4-FFF2-40B4-BE49-F238E27FC236}">
                <a16:creationId xmlns:a16="http://schemas.microsoft.com/office/drawing/2014/main" id="{DCDEBC9F-B446-4417-95B2-C71369B21712}"/>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9" name="Text Placeholder 11">
            <a:extLst>
              <a:ext uri="{FF2B5EF4-FFF2-40B4-BE49-F238E27FC236}">
                <a16:creationId xmlns:a16="http://schemas.microsoft.com/office/drawing/2014/main" id="{54E28843-A433-4785-8AE9-5F9461E39707}"/>
              </a:ext>
            </a:extLst>
          </p:cNvPr>
          <p:cNvSpPr>
            <a:spLocks noGrp="1"/>
          </p:cNvSpPr>
          <p:nvPr>
            <p:ph type="body" sz="quarter" idx="13"/>
          </p:nvPr>
        </p:nvSpPr>
        <p:spPr>
          <a:xfrm>
            <a:off x="947737" y="1620002"/>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Edit Master text styles</a:t>
            </a:r>
          </a:p>
        </p:txBody>
      </p:sp>
      <p:grpSp>
        <p:nvGrpSpPr>
          <p:cNvPr id="26" name="Group 25"/>
          <p:cNvGrpSpPr>
            <a:grpSpLocks noChangeAspect="1"/>
          </p:cNvGrpSpPr>
          <p:nvPr/>
        </p:nvGrpSpPr>
        <p:grpSpPr>
          <a:xfrm>
            <a:off x="10810888" y="2"/>
            <a:ext cx="658800" cy="1222741"/>
            <a:chOff x="10546428" y="-86005"/>
            <a:chExt cx="923259" cy="1713580"/>
          </a:xfrm>
        </p:grpSpPr>
        <p:sp>
          <p:nvSpPr>
            <p:cNvPr id="27" name="Rectangle 26"/>
            <p:cNvSpPr/>
            <p:nvPr/>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prstClr val="white"/>
                </a:solidFill>
              </a:endParaRPr>
            </a:p>
          </p:txBody>
        </p:sp>
        <p:grpSp>
          <p:nvGrpSpPr>
            <p:cNvPr id="28" name="Group 27"/>
            <p:cNvGrpSpPr>
              <a:grpSpLocks noChangeAspect="1"/>
            </p:cNvGrpSpPr>
            <p:nvPr/>
          </p:nvGrpSpPr>
          <p:grpSpPr>
            <a:xfrm>
              <a:off x="10639077" y="333830"/>
              <a:ext cx="767941" cy="1201994"/>
              <a:chOff x="3986213" y="0"/>
              <a:chExt cx="4381501" cy="6858001"/>
            </a:xfrm>
            <a:solidFill>
              <a:schemeClr val="tx2"/>
            </a:solidFill>
          </p:grpSpPr>
          <p:sp>
            <p:nvSpPr>
              <p:cNvPr id="29"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0"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1"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2"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3"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4"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5"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6"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7"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8"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39"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40"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41"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sp>
            <p:nvSpPr>
              <p:cNvPr id="42"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prstClr val="black"/>
                  </a:solidFill>
                </a:endParaRPr>
              </a:p>
            </p:txBody>
          </p:sp>
        </p:grpSp>
      </p:grpSp>
    </p:spTree>
    <p:extLst>
      <p:ext uri="{BB962C8B-B14F-4D97-AF65-F5344CB8AC3E}">
        <p14:creationId xmlns:p14="http://schemas.microsoft.com/office/powerpoint/2010/main" val="1627730169"/>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B26E28-DC1C-47D2-A361-3497C18906A4}"/>
              </a:ext>
            </a:extLst>
          </p:cNvPr>
          <p:cNvSpPr/>
          <p:nvPr userDrawn="1"/>
        </p:nvSpPr>
        <p:spPr>
          <a:xfrm>
            <a:off x="240602"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7"/>
          </a:p>
        </p:txBody>
      </p:sp>
      <p:sp>
        <p:nvSpPr>
          <p:cNvPr id="2" name="Date Placeholder 1">
            <a:extLst>
              <a:ext uri="{FF2B5EF4-FFF2-40B4-BE49-F238E27FC236}">
                <a16:creationId xmlns:a16="http://schemas.microsoft.com/office/drawing/2014/main" id="{6D4DB259-62B2-468B-9E8E-5B1097662955}"/>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81749B0C-377B-4F10-B4B2-B6DE52385952}"/>
              </a:ext>
            </a:extLst>
          </p:cNvPr>
          <p:cNvSpPr>
            <a:spLocks noGrp="1"/>
          </p:cNvSpPr>
          <p:nvPr>
            <p:ph type="ftr" sz="quarter" idx="11"/>
          </p:nvPr>
        </p:nvSpPr>
        <p:spPr/>
        <p:txBody>
          <a:bodyPr/>
          <a:lstStyle/>
          <a:p>
            <a:r>
              <a:rPr lang="nl-NL"/>
              <a:t>ADNOC Upstream - TotalEnergies - 06/10/2025</a:t>
            </a:r>
            <a:endParaRPr lang="en-GB"/>
          </a:p>
        </p:txBody>
      </p:sp>
      <p:sp>
        <p:nvSpPr>
          <p:cNvPr id="4" name="Slide Number Placeholder 3">
            <a:extLst>
              <a:ext uri="{FF2B5EF4-FFF2-40B4-BE49-F238E27FC236}">
                <a16:creationId xmlns:a16="http://schemas.microsoft.com/office/drawing/2014/main" id="{163E29DE-0751-4942-AB31-6C2A8C061799}"/>
              </a:ext>
            </a:extLst>
          </p:cNvPr>
          <p:cNvSpPr>
            <a:spLocks noGrp="1"/>
          </p:cNvSpPr>
          <p:nvPr>
            <p:ph type="sldNum" sz="quarter" idx="12"/>
          </p:nvPr>
        </p:nvSpPr>
        <p:spPr/>
        <p:txBody>
          <a:bodyPr/>
          <a:lstStyle>
            <a:lvl1pPr>
              <a:defRPr lang="en-GB" sz="1199" b="1" kern="1200" smtClean="0">
                <a:solidFill>
                  <a:schemeClr val="tx2"/>
                </a:solidFill>
                <a:latin typeface="+mn-lt"/>
                <a:ea typeface="+mn-ea"/>
                <a:cs typeface="+mn-cs"/>
              </a:defRPr>
            </a:lvl1pPr>
          </a:lstStyle>
          <a:p>
            <a:fld id="{F7641956-BF2E-4170-9809-8254439A8799}" type="slidenum">
              <a:rPr lang="en-US" smtClean="0"/>
              <a:pPr/>
              <a:t>‹#›</a:t>
            </a:fld>
            <a:endParaRPr lang="en-US"/>
          </a:p>
        </p:txBody>
      </p:sp>
      <p:grpSp>
        <p:nvGrpSpPr>
          <p:cNvPr id="22" name="Group 21"/>
          <p:cNvGrpSpPr>
            <a:grpSpLocks noChangeAspect="1"/>
          </p:cNvGrpSpPr>
          <p:nvPr userDrawn="1"/>
        </p:nvGrpSpPr>
        <p:grpSpPr>
          <a:xfrm>
            <a:off x="10810888" y="1"/>
            <a:ext cx="658800" cy="1222742"/>
            <a:chOff x="10546428" y="-86005"/>
            <a:chExt cx="923259" cy="1713580"/>
          </a:xfrm>
        </p:grpSpPr>
        <p:sp>
          <p:nvSpPr>
            <p:cNvPr id="23" name="Rectangle 22"/>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7"/>
            </a:p>
          </p:txBody>
        </p:sp>
        <p:grpSp>
          <p:nvGrpSpPr>
            <p:cNvPr id="24" name="Group 23"/>
            <p:cNvGrpSpPr>
              <a:grpSpLocks noChangeAspect="1"/>
            </p:cNvGrpSpPr>
            <p:nvPr userDrawn="1"/>
          </p:nvGrpSpPr>
          <p:grpSpPr>
            <a:xfrm>
              <a:off x="10639077" y="333830"/>
              <a:ext cx="767941" cy="1201994"/>
              <a:chOff x="3986213" y="0"/>
              <a:chExt cx="4381501" cy="6858001"/>
            </a:xfrm>
            <a:solidFill>
              <a:schemeClr val="tx2"/>
            </a:solidFill>
          </p:grpSpPr>
          <p:sp>
            <p:nvSpPr>
              <p:cNvPr id="25"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26"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27"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28"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29"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0"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1"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2"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3"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4"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5"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6"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7"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sp>
            <p:nvSpPr>
              <p:cNvPr id="38"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797"/>
              </a:p>
            </p:txBody>
          </p:sp>
        </p:grpSp>
      </p:grpSp>
      <p:pic>
        <p:nvPicPr>
          <p:cNvPr id="39" name="Picture 38">
            <a:extLst>
              <a:ext uri="{FF2B5EF4-FFF2-40B4-BE49-F238E27FC236}">
                <a16:creationId xmlns:a16="http://schemas.microsoft.com/office/drawing/2014/main" id="{092D06D6-F124-4162-BA8B-451EF5C706AF}"/>
              </a:ext>
            </a:extLst>
          </p:cNvPr>
          <p:cNvPicPr>
            <a:picLocks noChangeAspect="1"/>
          </p:cNvPicPr>
          <p:nvPr userDrawn="1"/>
        </p:nvPicPr>
        <p:blipFill>
          <a:blip r:embed="rId2"/>
          <a:stretch>
            <a:fillRect/>
          </a:stretch>
        </p:blipFill>
        <p:spPr>
          <a:xfrm>
            <a:off x="9540214" y="236466"/>
            <a:ext cx="1238911" cy="982098"/>
          </a:xfrm>
          <a:prstGeom prst="rect">
            <a:avLst/>
          </a:prstGeom>
        </p:spPr>
      </p:pic>
      <p:pic>
        <p:nvPicPr>
          <p:cNvPr id="6" name="Image 5" descr="Une image contenant Graphique, Police, graphisme, logo&#10;&#10;Description générée automatiquement">
            <a:extLst>
              <a:ext uri="{FF2B5EF4-FFF2-40B4-BE49-F238E27FC236}">
                <a16:creationId xmlns:a16="http://schemas.microsoft.com/office/drawing/2014/main" id="{23FF6309-0890-58C4-B22B-0A8B1F372FD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39699" y="5650160"/>
            <a:ext cx="1044674" cy="1035859"/>
          </a:xfrm>
          <a:prstGeom prst="rect">
            <a:avLst/>
          </a:prstGeom>
        </p:spPr>
      </p:pic>
      <p:pic>
        <p:nvPicPr>
          <p:cNvPr id="7" name="Image 6" descr="Une image contenant logo, Police, Graphique, graphisme&#10;&#10;Description générée automatiquement">
            <a:extLst>
              <a:ext uri="{FF2B5EF4-FFF2-40B4-BE49-F238E27FC236}">
                <a16:creationId xmlns:a16="http://schemas.microsoft.com/office/drawing/2014/main" id="{FD3C5962-CAB7-58DE-55C9-AA72D1584B9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89834" y="201103"/>
            <a:ext cx="657479" cy="988016"/>
          </a:xfrm>
          <a:prstGeom prst="rect">
            <a:avLst/>
          </a:prstGeom>
        </p:spPr>
      </p:pic>
    </p:spTree>
    <p:extLst>
      <p:ext uri="{BB962C8B-B14F-4D97-AF65-F5344CB8AC3E}">
        <p14:creationId xmlns:p14="http://schemas.microsoft.com/office/powerpoint/2010/main" val="4171995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pic>
        <p:nvPicPr>
          <p:cNvPr id="48" name="Picture 47" descr="A picture containing white, water, flying, man&#10;&#10;Description automatically generated">
            <a:extLst>
              <a:ext uri="{FF2B5EF4-FFF2-40B4-BE49-F238E27FC236}">
                <a16:creationId xmlns:a16="http://schemas.microsoft.com/office/drawing/2014/main" id="{64C3E30B-1094-4F54-8E9E-B8B5BCAAC207}"/>
              </a:ext>
            </a:extLst>
          </p:cNvPr>
          <p:cNvPicPr>
            <a:picLocks noChangeAspect="1"/>
          </p:cNvPicPr>
          <p:nvPr userDrawn="1"/>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3358" t="2223" b="15917"/>
          <a:stretch/>
        </p:blipFill>
        <p:spPr>
          <a:xfrm>
            <a:off x="-25021" y="0"/>
            <a:ext cx="12233318" cy="6858000"/>
          </a:xfrm>
          <a:prstGeom prst="rect">
            <a:avLst/>
          </a:prstGeom>
        </p:spPr>
      </p:pic>
      <p:sp>
        <p:nvSpPr>
          <p:cNvPr id="3" name="Date Placeholder 2">
            <a:extLst>
              <a:ext uri="{FF2B5EF4-FFF2-40B4-BE49-F238E27FC236}">
                <a16:creationId xmlns:a16="http://schemas.microsoft.com/office/drawing/2014/main" id="{FE2B438C-600A-4232-AF73-BF947D712784}"/>
              </a:ext>
            </a:extLst>
          </p:cNvPr>
          <p:cNvSpPr>
            <a:spLocks noGrp="1"/>
          </p:cNvSpPr>
          <p:nvPr>
            <p:ph type="dt" sz="half" idx="10"/>
          </p:nvPr>
        </p:nvSpPr>
        <p:spPr>
          <a:xfrm>
            <a:off x="126760" y="6629399"/>
            <a:ext cx="2768840" cy="139889"/>
          </a:xfrm>
        </p:spPr>
        <p:txBody>
          <a:bodyPr/>
          <a:lstStyle/>
          <a:p>
            <a:endParaRPr lang="en-GB"/>
          </a:p>
        </p:txBody>
      </p:sp>
      <p:pic>
        <p:nvPicPr>
          <p:cNvPr id="49" name="Picture 48">
            <a:extLst>
              <a:ext uri="{FF2B5EF4-FFF2-40B4-BE49-F238E27FC236}">
                <a16:creationId xmlns:a16="http://schemas.microsoft.com/office/drawing/2014/main" id="{73316D76-F6FC-4C32-A421-0EAE3BD211D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91090" y="0"/>
            <a:ext cx="664285" cy="997340"/>
          </a:xfrm>
          <a:prstGeom prst="rect">
            <a:avLst/>
          </a:prstGeom>
        </p:spPr>
      </p:pic>
      <p:sp>
        <p:nvSpPr>
          <p:cNvPr id="86" name="Rectangle 85">
            <a:extLst>
              <a:ext uri="{FF2B5EF4-FFF2-40B4-BE49-F238E27FC236}">
                <a16:creationId xmlns:a16="http://schemas.microsoft.com/office/drawing/2014/main" id="{3DD8A0CA-A279-47FD-A507-82318E9BCB84}"/>
              </a:ext>
            </a:extLst>
          </p:cNvPr>
          <p:cNvSpPr/>
          <p:nvPr userDrawn="1"/>
        </p:nvSpPr>
        <p:spPr>
          <a:xfrm>
            <a:off x="11752729" y="6629399"/>
            <a:ext cx="439271" cy="154643"/>
          </a:xfrm>
          <a:prstGeom prst="rect">
            <a:avLst/>
          </a:prstGeom>
          <a:solidFill>
            <a:srgbClr val="2376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Slide Number Placeholder 8">
            <a:extLst>
              <a:ext uri="{FF2B5EF4-FFF2-40B4-BE49-F238E27FC236}">
                <a16:creationId xmlns:a16="http://schemas.microsoft.com/office/drawing/2014/main" id="{32B7C922-EC0D-42E5-97D0-28A133FDD0B8}"/>
              </a:ext>
            </a:extLst>
          </p:cNvPr>
          <p:cNvSpPr txBox="1">
            <a:spLocks/>
          </p:cNvSpPr>
          <p:nvPr userDrawn="1"/>
        </p:nvSpPr>
        <p:spPr>
          <a:xfrm>
            <a:off x="11496063" y="6629399"/>
            <a:ext cx="528918" cy="365125"/>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C290559-4DB6-4255-BF8A-4C192011F2D0}" type="slidenum">
              <a:rPr lang="en-US" sz="1000" smtClean="0">
                <a:solidFill>
                  <a:prstClr val="white"/>
                </a:solidFill>
                <a:latin typeface="Calibri" panose="020F0502020204030204"/>
              </a:rPr>
              <a:pPr algn="r">
                <a:defRPr/>
              </a:pPr>
              <a:t>‹#›</a:t>
            </a:fld>
            <a:endParaRPr lang="en-US" sz="1000">
              <a:solidFill>
                <a:prstClr val="white"/>
              </a:solidFill>
              <a:latin typeface="Calibri" panose="020F0502020204030204"/>
            </a:endParaRPr>
          </a:p>
        </p:txBody>
      </p:sp>
      <p:sp>
        <p:nvSpPr>
          <p:cNvPr id="9" name="Title 91">
            <a:extLst>
              <a:ext uri="{FF2B5EF4-FFF2-40B4-BE49-F238E27FC236}">
                <a16:creationId xmlns:a16="http://schemas.microsoft.com/office/drawing/2014/main" id="{08476943-DB24-4AE9-80B3-3AB5E46B94BB}"/>
              </a:ext>
            </a:extLst>
          </p:cNvPr>
          <p:cNvSpPr>
            <a:spLocks noGrp="1"/>
          </p:cNvSpPr>
          <p:nvPr>
            <p:ph type="title" hasCustomPrompt="1"/>
          </p:nvPr>
        </p:nvSpPr>
        <p:spPr>
          <a:xfrm>
            <a:off x="450759" y="441325"/>
            <a:ext cx="4578441" cy="1092437"/>
          </a:xfrm>
        </p:spPr>
        <p:txBody>
          <a:bodyPr/>
          <a:lstStyle>
            <a:lvl1pPr>
              <a:defRPr lang="en-US" sz="2800" b="1" kern="1200" cap="none" dirty="0">
                <a:solidFill>
                  <a:srgbClr val="0070C0"/>
                </a:solidFill>
                <a:latin typeface="+mj-lt"/>
                <a:ea typeface="Microsoft YaHei" panose="020B0503020204020204" pitchFamily="34" charset="-122"/>
                <a:cs typeface="ADNOC Sans Light" panose="020B0404020202020204" pitchFamily="34" charset="0"/>
              </a:defRPr>
            </a:lvl1pPr>
          </a:lstStyle>
          <a:p>
            <a:r>
              <a:rPr lang="en-US"/>
              <a:t>Click to edit master title style</a:t>
            </a:r>
          </a:p>
        </p:txBody>
      </p:sp>
    </p:spTree>
    <p:extLst>
      <p:ext uri="{BB962C8B-B14F-4D97-AF65-F5344CB8AC3E}">
        <p14:creationId xmlns:p14="http://schemas.microsoft.com/office/powerpoint/2010/main" val="1320715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arge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0" y="239400"/>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945690" y="2059425"/>
            <a:ext cx="10526311" cy="4353649"/>
          </a:xfrm>
        </p:spPr>
        <p:txBody>
          <a:bodyPr/>
          <a:lstStyle/>
          <a:p>
            <a:r>
              <a:rPr lang="en-US"/>
              <a:t>Drag picture to placeholder or click icon to add</a:t>
            </a:r>
            <a:endParaRPr lang="en-GB"/>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89" y="442800"/>
            <a:ext cx="5366211" cy="1101600"/>
          </a:xfrm>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en-US"/>
              <a:t>ADNOC Upstream - TotalEnergies - 06/10/2025</a:t>
            </a:r>
            <a:endParaRPr lang="en-GB"/>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t>‹#›</a:t>
            </a:fld>
            <a:endParaRPr lang="en-GB"/>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37" y="1620000"/>
            <a:ext cx="5364163" cy="200025"/>
          </a:xfrm>
        </p:spPr>
        <p:txBody>
          <a:bodyPr/>
          <a:lstStyle>
            <a:lvl1pPr>
              <a:spcBef>
                <a:spcPts val="0"/>
              </a:spcBef>
              <a:defRPr sz="1070" b="1" cap="all" spc="360" baseline="0"/>
            </a:lvl1pPr>
            <a:lvl2pPr>
              <a:defRPr sz="1070"/>
            </a:lvl2pPr>
            <a:lvl3pPr>
              <a:defRPr sz="1070"/>
            </a:lvl3pPr>
            <a:lvl4pPr>
              <a:defRPr sz="1070"/>
            </a:lvl4pPr>
            <a:lvl5pPr>
              <a:defRPr sz="1070"/>
            </a:lvl5pPr>
          </a:lstStyle>
          <a:p>
            <a:pPr lvl="0"/>
            <a:r>
              <a:rPr lang="en-US"/>
              <a:t>Click to edit Master text styles</a:t>
            </a:r>
          </a:p>
        </p:txBody>
      </p:sp>
      <p:grpSp>
        <p:nvGrpSpPr>
          <p:cNvPr id="47" name="Group 46"/>
          <p:cNvGrpSpPr>
            <a:grpSpLocks noChangeAspect="1"/>
          </p:cNvGrpSpPr>
          <p:nvPr userDrawn="1"/>
        </p:nvGrpSpPr>
        <p:grpSpPr>
          <a:xfrm>
            <a:off x="10810888" y="0"/>
            <a:ext cx="658800" cy="1222741"/>
            <a:chOff x="10546428" y="-86005"/>
            <a:chExt cx="923259" cy="1713580"/>
          </a:xfrm>
        </p:grpSpPr>
        <p:sp>
          <p:nvSpPr>
            <p:cNvPr id="48" name="Rectangle 47"/>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9" name="Group 48"/>
            <p:cNvGrpSpPr>
              <a:grpSpLocks noChangeAspect="1"/>
            </p:cNvGrpSpPr>
            <p:nvPr userDrawn="1"/>
          </p:nvGrpSpPr>
          <p:grpSpPr>
            <a:xfrm>
              <a:off x="10639077" y="333830"/>
              <a:ext cx="767941" cy="1201994"/>
              <a:chOff x="3986213" y="0"/>
              <a:chExt cx="4381501" cy="6858001"/>
            </a:xfrm>
            <a:solidFill>
              <a:schemeClr val="tx2"/>
            </a:solidFill>
          </p:grpSpPr>
          <p:sp>
            <p:nvSpPr>
              <p:cNvPr id="5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6"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7"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8"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1"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2"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2741259420"/>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hasCustomPrompt="1"/>
          </p:nvPr>
        </p:nvSpPr>
        <p:spPr/>
        <p:txBody>
          <a:bodyPr/>
          <a:lstStyle>
            <a:lvl1pPr>
              <a:defRPr>
                <a:solidFill>
                  <a:schemeClr val="tx2"/>
                </a:solidFill>
              </a:defRPr>
            </a:lvl1pPr>
          </a:lstStyle>
          <a:p>
            <a:r>
              <a:rPr lang="en-US" noProof="0"/>
              <a:t>Click to edit Master title style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en-US" noProof="0"/>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nl-NL" noProof="0"/>
              <a:t>ADNOC Upstream - TotalEnergies - 06/10/2025</a:t>
            </a:r>
            <a:endParaRPr lang="en-US" noProof="0"/>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1395026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468"/>
        <p:cNvGrpSpPr/>
        <p:nvPr/>
      </p:nvGrpSpPr>
      <p:grpSpPr>
        <a:xfrm>
          <a:off x="0" y="0"/>
          <a:ext cx="0" cy="0"/>
          <a:chOff x="0" y="0"/>
          <a:chExt cx="0" cy="0"/>
        </a:xfrm>
      </p:grpSpPr>
      <p:pic>
        <p:nvPicPr>
          <p:cNvPr id="469" name="Google Shape;469;p51"/>
          <p:cNvPicPr preferRelativeResize="0"/>
          <p:nvPr/>
        </p:nvPicPr>
        <p:blipFill>
          <a:blip r:embed="rId2">
            <a:alphaModFix/>
          </a:blip>
          <a:stretch>
            <a:fillRect/>
          </a:stretch>
        </p:blipFill>
        <p:spPr>
          <a:xfrm flipH="1">
            <a:off x="9124301" y="-1218826"/>
            <a:ext cx="3067567" cy="2767867"/>
          </a:xfrm>
          <a:prstGeom prst="rect">
            <a:avLst/>
          </a:prstGeom>
          <a:noFill/>
          <a:ln>
            <a:noFill/>
          </a:ln>
        </p:spPr>
      </p:pic>
      <p:sp>
        <p:nvSpPr>
          <p:cNvPr id="471" name="Google Shape;471;p51"/>
          <p:cNvSpPr txBox="1">
            <a:spLocks noGrp="1"/>
          </p:cNvSpPr>
          <p:nvPr>
            <p:ph type="ctrTitle"/>
          </p:nvPr>
        </p:nvSpPr>
        <p:spPr>
          <a:xfrm flipH="1">
            <a:off x="720000" y="602983"/>
            <a:ext cx="10752000" cy="89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pic>
        <p:nvPicPr>
          <p:cNvPr id="2" name="Google Shape;469;p51">
            <a:extLst>
              <a:ext uri="{FF2B5EF4-FFF2-40B4-BE49-F238E27FC236}">
                <a16:creationId xmlns:a16="http://schemas.microsoft.com/office/drawing/2014/main" id="{0A0A69E1-DB59-3D8E-1EF4-CF9F7D242284}"/>
              </a:ext>
            </a:extLst>
          </p:cNvPr>
          <p:cNvPicPr preferRelativeResize="0"/>
          <p:nvPr userDrawn="1"/>
        </p:nvPicPr>
        <p:blipFill>
          <a:blip r:embed="rId2">
            <a:alphaModFix/>
          </a:blip>
          <a:stretch>
            <a:fillRect/>
          </a:stretch>
        </p:blipFill>
        <p:spPr>
          <a:xfrm>
            <a:off x="-1304641" y="-908050"/>
            <a:ext cx="3067567" cy="2767867"/>
          </a:xfrm>
          <a:prstGeom prst="rect">
            <a:avLst/>
          </a:prstGeom>
          <a:noFill/>
          <a:ln>
            <a:noFill/>
          </a:ln>
        </p:spPr>
      </p:pic>
    </p:spTree>
    <p:extLst>
      <p:ext uri="{BB962C8B-B14F-4D97-AF65-F5344CB8AC3E}">
        <p14:creationId xmlns:p14="http://schemas.microsoft.com/office/powerpoint/2010/main" val="17847582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Option N°1 Couverture">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0DC9AC8-422B-445F-B045-79F986D08E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a:ln>
            <a:noFill/>
          </a:ln>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464400" y="2288392"/>
            <a:ext cx="8640000" cy="216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464400" y="4520416"/>
            <a:ext cx="8640000" cy="46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texte 4">
            <a:extLst>
              <a:ext uri="{FF2B5EF4-FFF2-40B4-BE49-F238E27FC236}">
                <a16:creationId xmlns:a16="http://schemas.microsoft.com/office/drawing/2014/main" id="{63458929-8E1A-4632-B75F-4975DF8FBB0A}"/>
              </a:ext>
            </a:extLst>
          </p:cNvPr>
          <p:cNvSpPr>
            <a:spLocks noGrp="1"/>
          </p:cNvSpPr>
          <p:nvPr>
            <p:ph type="body" sz="quarter" idx="14"/>
          </p:nvPr>
        </p:nvSpPr>
        <p:spPr>
          <a:xfrm>
            <a:off x="464400" y="5084504"/>
            <a:ext cx="864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900183691"/>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Option N°2 Couverture avec photo">
    <p:spTree>
      <p:nvGrpSpPr>
        <p:cNvPr id="1" name=""/>
        <p:cNvGrpSpPr/>
        <p:nvPr/>
      </p:nvGrpSpPr>
      <p:grpSpPr>
        <a:xfrm>
          <a:off x="0" y="0"/>
          <a:ext cx="0" cy="0"/>
          <a:chOff x="0" y="0"/>
          <a:chExt cx="0" cy="0"/>
        </a:xfrm>
      </p:grpSpPr>
      <p:sp>
        <p:nvSpPr>
          <p:cNvPr id="6" name="Espace réservé pour une image  2">
            <a:extLst>
              <a:ext uri="{FF2B5EF4-FFF2-40B4-BE49-F238E27FC236}">
                <a16:creationId xmlns:a16="http://schemas.microsoft.com/office/drawing/2014/main" id="{3161ED2A-2241-4A52-8E2E-B973EB0C4E44}"/>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pic>
        <p:nvPicPr>
          <p:cNvPr id="14" name="Image 13">
            <a:extLst>
              <a:ext uri="{FF2B5EF4-FFF2-40B4-BE49-F238E27FC236}">
                <a16:creationId xmlns:a16="http://schemas.microsoft.com/office/drawing/2014/main" id="{DAAE4607-2A2E-45AF-81C6-9691F876AD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6361200" y="2469600"/>
            <a:ext cx="5400000" cy="198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6361200" y="4521600"/>
            <a:ext cx="5400000" cy="82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8" name="Espace réservé du texte 4">
            <a:extLst>
              <a:ext uri="{FF2B5EF4-FFF2-40B4-BE49-F238E27FC236}">
                <a16:creationId xmlns:a16="http://schemas.microsoft.com/office/drawing/2014/main" id="{BF23DB5D-4428-47C6-AAAD-CF435EDAD101}"/>
              </a:ext>
            </a:extLst>
          </p:cNvPr>
          <p:cNvSpPr>
            <a:spLocks noGrp="1"/>
          </p:cNvSpPr>
          <p:nvPr>
            <p:ph type="body" sz="quarter" idx="14"/>
          </p:nvPr>
        </p:nvSpPr>
        <p:spPr>
          <a:xfrm>
            <a:off x="6361200" y="5446800"/>
            <a:ext cx="540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273971514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ommai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BCD4C5B-CD44-4B48-93FD-F44EED8D1E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64400" y="1987200"/>
            <a:ext cx="5400000" cy="720000"/>
          </a:xfrm>
        </p:spPr>
        <p:txBody>
          <a:bodyPr>
            <a:noAutofit/>
          </a:bodyPr>
          <a:lstStyle>
            <a:lvl1pPr>
              <a:defRPr sz="4200">
                <a:solidFill>
                  <a:schemeClr val="tx2"/>
                </a:solidFill>
              </a:defRPr>
            </a:lvl1pPr>
          </a:lstStyle>
          <a:p>
            <a:r>
              <a:rPr lang="fr-FR"/>
              <a:t>Modifiez le titre</a:t>
            </a:r>
          </a:p>
        </p:txBody>
      </p:sp>
      <p:sp>
        <p:nvSpPr>
          <p:cNvPr id="6" name="Espace réservé du texte 5">
            <a:extLst>
              <a:ext uri="{FF2B5EF4-FFF2-40B4-BE49-F238E27FC236}">
                <a16:creationId xmlns:a16="http://schemas.microsoft.com/office/drawing/2014/main" id="{476F1D12-C6FB-4ED9-B1EA-2AF1415447D6}"/>
              </a:ext>
            </a:extLst>
          </p:cNvPr>
          <p:cNvSpPr>
            <a:spLocks noGrp="1"/>
          </p:cNvSpPr>
          <p:nvPr>
            <p:ph type="body" sz="quarter" idx="26"/>
          </p:nvPr>
        </p:nvSpPr>
        <p:spPr>
          <a:xfrm>
            <a:off x="464400" y="2876400"/>
            <a:ext cx="5400000" cy="3240000"/>
          </a:xfrm>
        </p:spPr>
        <p:txBody>
          <a:bodyPr>
            <a:noAutofit/>
          </a:bodyPr>
          <a:lstStyle>
            <a:lvl1pPr marL="432000" indent="-432000">
              <a:spcBef>
                <a:spcPts val="600"/>
              </a:spcBef>
              <a:buFont typeface="+mj-lt"/>
              <a:buAutoNum type="arabicPeriod"/>
              <a:defRPr sz="2000" b="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a:t>Cliquez pour modifier les styles du texte du masque</a:t>
            </a:r>
          </a:p>
        </p:txBody>
      </p:sp>
    </p:spTree>
    <p:extLst>
      <p:ext uri="{BB962C8B-B14F-4D97-AF65-F5344CB8AC3E}">
        <p14:creationId xmlns:p14="http://schemas.microsoft.com/office/powerpoint/2010/main" val="153072135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ption N°1 Ouverture de chap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3430800"/>
            <a:ext cx="1116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489741" y="4662000"/>
            <a:ext cx="11160000" cy="504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89742" y="1490400"/>
            <a:ext cx="3960000" cy="1872000"/>
          </a:xfrm>
        </p:spPr>
        <p:txBody>
          <a:bodyPr>
            <a:noAutofit/>
          </a:bodyPr>
          <a:lstStyle>
            <a:lvl1pPr marL="0" indent="0">
              <a:buNone/>
              <a:defRPr sz="13500">
                <a:solidFill>
                  <a:schemeClr val="tx2"/>
                </a:solidFill>
              </a:defRPr>
            </a:lvl1pPr>
          </a:lstStyle>
          <a:p>
            <a:pPr lvl="0"/>
            <a:r>
              <a:rPr lang="fr-FR"/>
              <a:t>NN.</a:t>
            </a:r>
          </a:p>
        </p:txBody>
      </p:sp>
      <p:sp>
        <p:nvSpPr>
          <p:cNvPr id="4" name="Espace réservé de la date 3">
            <a:extLst>
              <a:ext uri="{FF2B5EF4-FFF2-40B4-BE49-F238E27FC236}">
                <a16:creationId xmlns:a16="http://schemas.microsoft.com/office/drawing/2014/main" id="{084489D0-046B-4DA8-828E-D1EDDC72FA8E}"/>
              </a:ext>
            </a:extLst>
          </p:cNvPr>
          <p:cNvSpPr>
            <a:spLocks noGrp="1"/>
          </p:cNvSpPr>
          <p:nvPr>
            <p:ph type="dt" sz="half" idx="14"/>
          </p:nvPr>
        </p:nvSpPr>
        <p:spPr/>
        <p:txBody>
          <a:bodyPr/>
          <a:lstStyle>
            <a:lvl1pPr>
              <a:defRPr>
                <a:solidFill>
                  <a:schemeClr val="tx1"/>
                </a:solidFill>
              </a:defRPr>
            </a:lvl1pPr>
          </a:lstStyle>
          <a:p>
            <a:endParaRPr lang="fr-FR"/>
          </a:p>
        </p:txBody>
      </p:sp>
      <p:sp>
        <p:nvSpPr>
          <p:cNvPr id="5" name="Espace réservé du pied de page 4">
            <a:extLst>
              <a:ext uri="{FF2B5EF4-FFF2-40B4-BE49-F238E27FC236}">
                <a16:creationId xmlns:a16="http://schemas.microsoft.com/office/drawing/2014/main" id="{827B8392-9F0D-47B8-8F1D-D057C53A97DD}"/>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CC4EDA01-DE85-4E9D-A6E0-28AA131E783D}"/>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62594816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ption N°2 Ouverture de chapitre avec photo">
    <p:spTree>
      <p:nvGrpSpPr>
        <p:cNvPr id="1" name=""/>
        <p:cNvGrpSpPr/>
        <p:nvPr/>
      </p:nvGrpSpPr>
      <p:grpSpPr>
        <a:xfrm>
          <a:off x="0" y="0"/>
          <a:ext cx="0" cy="0"/>
          <a:chOff x="0" y="0"/>
          <a:chExt cx="0" cy="0"/>
        </a:xfrm>
      </p:grpSpPr>
      <p:sp>
        <p:nvSpPr>
          <p:cNvPr id="13" name="Espace réservé pour une image  2">
            <a:extLst>
              <a:ext uri="{FF2B5EF4-FFF2-40B4-BE49-F238E27FC236}">
                <a16:creationId xmlns:a16="http://schemas.microsoft.com/office/drawing/2014/main" id="{DEC6A7FF-A1FA-4490-9CC7-51078FF84353}"/>
              </a:ext>
            </a:extLst>
          </p:cNvPr>
          <p:cNvSpPr>
            <a:spLocks noGrp="1"/>
          </p:cNvSpPr>
          <p:nvPr>
            <p:ph type="pic" idx="14"/>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6361200" y="3430800"/>
            <a:ext cx="540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6361200" y="4662000"/>
            <a:ext cx="5400000" cy="900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361200" y="1490400"/>
            <a:ext cx="5400000" cy="1872000"/>
          </a:xfrm>
        </p:spPr>
        <p:txBody>
          <a:bodyPr>
            <a:noAutofit/>
          </a:bodyPr>
          <a:lstStyle>
            <a:lvl1pPr marL="0" indent="0">
              <a:buNone/>
              <a:defRPr sz="13500">
                <a:solidFill>
                  <a:schemeClr val="tx2"/>
                </a:solidFill>
              </a:defRPr>
            </a:lvl1pPr>
          </a:lstStyle>
          <a:p>
            <a:pPr lvl="0"/>
            <a:r>
              <a:rPr lang="fr-FR"/>
              <a:t>NN.</a:t>
            </a:r>
          </a:p>
        </p:txBody>
      </p:sp>
      <p:sp>
        <p:nvSpPr>
          <p:cNvPr id="16" name="Espace réservé du texte 8">
            <a:extLst>
              <a:ext uri="{FF2B5EF4-FFF2-40B4-BE49-F238E27FC236}">
                <a16:creationId xmlns:a16="http://schemas.microsoft.com/office/drawing/2014/main" id="{19FE5F0F-1A19-4580-B09D-11BAB259543F}"/>
              </a:ext>
            </a:extLst>
          </p:cNvPr>
          <p:cNvSpPr>
            <a:spLocks noGrp="1"/>
          </p:cNvSpPr>
          <p:nvPr>
            <p:ph type="body" sz="quarter" idx="15"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Espace réservé de la date 3">
            <a:extLst>
              <a:ext uri="{FF2B5EF4-FFF2-40B4-BE49-F238E27FC236}">
                <a16:creationId xmlns:a16="http://schemas.microsoft.com/office/drawing/2014/main" id="{CAF82D43-4E1B-4274-AC55-C533B8C04656}"/>
              </a:ext>
            </a:extLst>
          </p:cNvPr>
          <p:cNvSpPr>
            <a:spLocks noGrp="1"/>
          </p:cNvSpPr>
          <p:nvPr>
            <p:ph type="dt" sz="half" idx="16"/>
          </p:nvPr>
        </p:nvSpPr>
        <p:spPr/>
        <p:txBody>
          <a:bodyPr/>
          <a:lstStyle>
            <a:lvl1pPr>
              <a:defRPr>
                <a:solidFill>
                  <a:schemeClr val="bg1"/>
                </a:solidFill>
              </a:defRPr>
            </a:lvl1pPr>
          </a:lstStyle>
          <a:p>
            <a:endParaRPr lang="fr-FR"/>
          </a:p>
        </p:txBody>
      </p:sp>
      <p:sp>
        <p:nvSpPr>
          <p:cNvPr id="5" name="Espace réservé du pied de page 4">
            <a:extLst>
              <a:ext uri="{FF2B5EF4-FFF2-40B4-BE49-F238E27FC236}">
                <a16:creationId xmlns:a16="http://schemas.microsoft.com/office/drawing/2014/main" id="{4F7AF283-CD1F-4E50-9456-6BD3B772A116}"/>
              </a:ext>
            </a:extLst>
          </p:cNvPr>
          <p:cNvSpPr>
            <a:spLocks noGrp="1"/>
          </p:cNvSpPr>
          <p:nvPr>
            <p:ph type="ftr" sz="quarter" idx="17"/>
          </p:nvPr>
        </p:nvSpPr>
        <p:spPr/>
        <p:txBody>
          <a:bodyPr/>
          <a:lstStyle>
            <a:lvl1pPr>
              <a:defRPr>
                <a:solidFill>
                  <a:schemeClr val="bg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072A83F9-605B-451F-81C4-4DB3BD64BF25}"/>
              </a:ext>
            </a:extLst>
          </p:cNvPr>
          <p:cNvSpPr>
            <a:spLocks noGrp="1"/>
          </p:cNvSpPr>
          <p:nvPr>
            <p:ph type="sldNum" sz="quarter" idx="18"/>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20374757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247771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e avec photo">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3FA18DAD-43C7-439C-AEB4-182FDEF42A93}"/>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6361200"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5" name="Espace réservé du texte 8">
            <a:extLst>
              <a:ext uri="{FF2B5EF4-FFF2-40B4-BE49-F238E27FC236}">
                <a16:creationId xmlns:a16="http://schemas.microsoft.com/office/drawing/2014/main" id="{90C7237F-FD39-40C9-B915-D4BC62A3BEC4}"/>
              </a:ext>
            </a:extLst>
          </p:cNvPr>
          <p:cNvSpPr>
            <a:spLocks noGrp="1"/>
          </p:cNvSpPr>
          <p:nvPr>
            <p:ph type="body" sz="quarter" idx="17"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Titre 3">
            <a:extLst>
              <a:ext uri="{FF2B5EF4-FFF2-40B4-BE49-F238E27FC236}">
                <a16:creationId xmlns:a16="http://schemas.microsoft.com/office/drawing/2014/main" id="{A95F48EF-CBAD-4F80-B069-72AECAEC0746}"/>
              </a:ext>
            </a:extLst>
          </p:cNvPr>
          <p:cNvSpPr>
            <a:spLocks noGrp="1"/>
          </p:cNvSpPr>
          <p:nvPr>
            <p:ph type="title"/>
          </p:nvPr>
        </p:nvSpPr>
        <p:spPr>
          <a:xfrm>
            <a:off x="6361199" y="242844"/>
            <a:ext cx="3960000" cy="1008000"/>
          </a:xfrm>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F45A3821-9C55-4E10-844A-98E6FB07D68C}"/>
              </a:ext>
            </a:extLst>
          </p:cNvPr>
          <p:cNvSpPr>
            <a:spLocks noGrp="1"/>
          </p:cNvSpPr>
          <p:nvPr>
            <p:ph type="dt" sz="half" idx="18"/>
          </p:nvPr>
        </p:nvSpPr>
        <p:spPr/>
        <p:txBody>
          <a:bodyPr/>
          <a:lstStyle>
            <a:lvl1pPr>
              <a:defRPr>
                <a:solidFill>
                  <a:schemeClr val="bg1"/>
                </a:solidFill>
              </a:defRPr>
            </a:lvl1pPr>
          </a:lstStyle>
          <a:p>
            <a:endParaRPr lang="fr-FR"/>
          </a:p>
        </p:txBody>
      </p:sp>
      <p:sp>
        <p:nvSpPr>
          <p:cNvPr id="6" name="Espace réservé du pied de page 5">
            <a:extLst>
              <a:ext uri="{FF2B5EF4-FFF2-40B4-BE49-F238E27FC236}">
                <a16:creationId xmlns:a16="http://schemas.microsoft.com/office/drawing/2014/main" id="{B26B9FA6-E4DB-4B15-BD57-BEC5F537E3AB}"/>
              </a:ext>
            </a:extLst>
          </p:cNvPr>
          <p:cNvSpPr>
            <a:spLocks noGrp="1"/>
          </p:cNvSpPr>
          <p:nvPr>
            <p:ph type="ftr" sz="quarter" idx="19"/>
          </p:nvPr>
        </p:nvSpPr>
        <p:spPr/>
        <p:txBody>
          <a:bodyPr/>
          <a:lstStyle>
            <a:lvl1pPr>
              <a:defRPr>
                <a:solidFill>
                  <a:schemeClr val="bg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6FE6001F-97CC-4008-B22A-EFA29A13779C}"/>
              </a:ext>
            </a:extLst>
          </p:cNvPr>
          <p:cNvSpPr>
            <a:spLocks noGrp="1"/>
          </p:cNvSpPr>
          <p:nvPr>
            <p:ph type="sldNum" sz="quarter" idx="20"/>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423735674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3820350"/>
            <a:ext cx="11133952" cy="2412000"/>
          </a:xfrm>
        </p:spPr>
        <p:txBody>
          <a:bodyPr/>
          <a:lstStyle>
            <a:lvl1pPr>
              <a:defRPr>
                <a:solidFill>
                  <a:schemeClr val="tx1"/>
                </a:solidFill>
              </a:defRPr>
            </a:lvl1pPr>
            <a:lvl2pPr>
              <a:spcBef>
                <a:spcPts val="400"/>
              </a:spcBef>
              <a:defRPr>
                <a:solidFill>
                  <a:schemeClr val="tx1"/>
                </a:solidFill>
              </a:defRPr>
            </a:lvl2pPr>
          </a:lstStyle>
          <a:p>
            <a:pPr lvl="0"/>
            <a:r>
              <a:rPr lang="fr-FR"/>
              <a:t>Modifier les styles du texte du masque</a:t>
            </a:r>
          </a:p>
          <a:p>
            <a:pPr lvl="1"/>
            <a:r>
              <a:rPr lang="fr-FR"/>
              <a:t>Deuxième niveau</a:t>
            </a:r>
          </a:p>
        </p:txBody>
      </p:sp>
      <p:sp>
        <p:nvSpPr>
          <p:cNvPr id="12" name="Espace réservé du tableau 2">
            <a:extLst>
              <a:ext uri="{FF2B5EF4-FFF2-40B4-BE49-F238E27FC236}">
                <a16:creationId xmlns:a16="http://schemas.microsoft.com/office/drawing/2014/main" id="{3EADC01A-12BC-4330-8A1C-A4DCE63F4D5F}"/>
              </a:ext>
            </a:extLst>
          </p:cNvPr>
          <p:cNvSpPr>
            <a:spLocks noGrp="1"/>
          </p:cNvSpPr>
          <p:nvPr>
            <p:ph type="tbl" sz="quarter" idx="17"/>
          </p:nvPr>
        </p:nvSpPr>
        <p:spPr>
          <a:xfrm>
            <a:off x="589752" y="1372349"/>
            <a:ext cx="11014079" cy="2304000"/>
          </a:xfrm>
        </p:spPr>
        <p:txBody>
          <a:bodyPr anchor="ctr"/>
          <a:lstStyle>
            <a:lvl1pPr marL="0" indent="0" algn="ctr">
              <a:buNone/>
              <a:defRPr sz="1400">
                <a:solidFill>
                  <a:schemeClr val="tx2"/>
                </a:solidFill>
              </a:defRPr>
            </a:lvl1pPr>
          </a:lstStyle>
          <a:p>
            <a:endParaRPr lang="fr-FR"/>
          </a:p>
        </p:txBody>
      </p:sp>
      <p:sp>
        <p:nvSpPr>
          <p:cNvPr id="4" name="Titre 3">
            <a:extLst>
              <a:ext uri="{FF2B5EF4-FFF2-40B4-BE49-F238E27FC236}">
                <a16:creationId xmlns:a16="http://schemas.microsoft.com/office/drawing/2014/main" id="{F7BED8F5-8DF4-41F4-9FBF-3FC3EFF478F8}"/>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74A5DB8F-F9F5-4D34-AD2B-20A401276C3E}"/>
              </a:ext>
            </a:extLst>
          </p:cNvPr>
          <p:cNvSpPr>
            <a:spLocks noGrp="1"/>
          </p:cNvSpPr>
          <p:nvPr>
            <p:ph type="dt" sz="half" idx="18"/>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7F448ABE-6518-42E7-86CB-17EBD972C87A}"/>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DBF92594-638F-42B7-B983-EDCA45116F84}"/>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9361152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e avec graphiqu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3" name="Espace réservé du graphique 2">
            <a:extLst>
              <a:ext uri="{FF2B5EF4-FFF2-40B4-BE49-F238E27FC236}">
                <a16:creationId xmlns:a16="http://schemas.microsoft.com/office/drawing/2014/main" id="{36B54297-76AA-4A3B-A34F-53F1E4289CC7}"/>
              </a:ext>
            </a:extLst>
          </p:cNvPr>
          <p:cNvSpPr>
            <a:spLocks noGrp="1"/>
          </p:cNvSpPr>
          <p:nvPr>
            <p:ph type="chart" sz="quarter" idx="17"/>
          </p:nvPr>
        </p:nvSpPr>
        <p:spPr>
          <a:xfrm>
            <a:off x="6229879" y="1371600"/>
            <a:ext cx="5508000" cy="4860000"/>
          </a:xfrm>
        </p:spPr>
        <p:txBody>
          <a:bodyPr anchor="ctr"/>
          <a:lstStyle>
            <a:lvl1pPr marL="0" indent="0" algn="ctr">
              <a:buNone/>
              <a:defRPr sz="1400">
                <a:solidFill>
                  <a:schemeClr val="tx2"/>
                </a:solidFill>
              </a:defRPr>
            </a:lvl1pPr>
          </a:lstStyle>
          <a:p>
            <a:endParaRPr lang="fr-FR"/>
          </a:p>
        </p:txBody>
      </p:sp>
      <p:sp>
        <p:nvSpPr>
          <p:cNvPr id="4" name="Titre 3">
            <a:extLst>
              <a:ext uri="{FF2B5EF4-FFF2-40B4-BE49-F238E27FC236}">
                <a16:creationId xmlns:a16="http://schemas.microsoft.com/office/drawing/2014/main" id="{7AE7569B-B080-4146-A11F-1E61AF63D642}"/>
              </a:ext>
            </a:extLst>
          </p:cNvPr>
          <p:cNvSpPr>
            <a:spLocks noGrp="1"/>
          </p:cNvSpPr>
          <p:nvPr>
            <p:ph type="title"/>
          </p:nvPr>
        </p:nvSpPr>
        <p:spPr>
          <a:xfrm>
            <a:off x="469879" y="242844"/>
            <a:ext cx="9720000" cy="1008000"/>
          </a:xfrm>
        </p:spPr>
        <p:txBody>
          <a:bodyPr/>
          <a:lstStyle>
            <a:lvl1pPr>
              <a:defRPr>
                <a:solidFill>
                  <a:schemeClr val="tx2"/>
                </a:solidFill>
              </a:defRPr>
            </a:lvl1pPr>
          </a:lstStyle>
          <a:p>
            <a:r>
              <a:rPr lang="fr-FR"/>
              <a:t>Modifiez le style du titre</a:t>
            </a:r>
          </a:p>
        </p:txBody>
      </p:sp>
      <p:sp>
        <p:nvSpPr>
          <p:cNvPr id="6" name="Espace réservé de la date 5">
            <a:extLst>
              <a:ext uri="{FF2B5EF4-FFF2-40B4-BE49-F238E27FC236}">
                <a16:creationId xmlns:a16="http://schemas.microsoft.com/office/drawing/2014/main" id="{1A8B2399-CA73-45EA-BE18-9A20282E60B2}"/>
              </a:ext>
            </a:extLst>
          </p:cNvPr>
          <p:cNvSpPr>
            <a:spLocks noGrp="1"/>
          </p:cNvSpPr>
          <p:nvPr>
            <p:ph type="dt" sz="half" idx="18"/>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78D64F63-31B3-46AB-8995-E4EAED1967BD}"/>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11" name="Espace réservé du numéro de diapositive 10">
            <a:extLst>
              <a:ext uri="{FF2B5EF4-FFF2-40B4-BE49-F238E27FC236}">
                <a16:creationId xmlns:a16="http://schemas.microsoft.com/office/drawing/2014/main" id="{DB398A68-6D32-4A8D-8EF8-C3BF7CEF61AB}"/>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689448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iffres Clés">
    <p:spTree>
      <p:nvGrpSpPr>
        <p:cNvPr id="1" name=""/>
        <p:cNvGrpSpPr/>
        <p:nvPr/>
      </p:nvGrpSpPr>
      <p:grpSpPr>
        <a:xfrm>
          <a:off x="0" y="0"/>
          <a:ext cx="0" cy="0"/>
          <a:chOff x="0" y="0"/>
          <a:chExt cx="0" cy="0"/>
        </a:xfrm>
      </p:grpSpPr>
      <p:sp>
        <p:nvSpPr>
          <p:cNvPr id="14" name="Espace réservé du texte 2">
            <a:extLst>
              <a:ext uri="{FF2B5EF4-FFF2-40B4-BE49-F238E27FC236}">
                <a16:creationId xmlns:a16="http://schemas.microsoft.com/office/drawing/2014/main" id="{6684C25F-7F00-41C3-A7CD-0A38D6BB6A4B}"/>
              </a:ext>
            </a:extLst>
          </p:cNvPr>
          <p:cNvSpPr>
            <a:spLocks noGrp="1"/>
          </p:cNvSpPr>
          <p:nvPr>
            <p:ph type="body" idx="18" hasCustomPrompt="1"/>
          </p:nvPr>
        </p:nvSpPr>
        <p:spPr>
          <a:xfrm>
            <a:off x="469879" y="1501200"/>
            <a:ext cx="1980000" cy="1188000"/>
          </a:xfrm>
        </p:spPr>
        <p:txBody>
          <a:bodyPr anchor="ctr">
            <a:noAutofit/>
          </a:bodyPr>
          <a:lstStyle>
            <a:lvl1pPr marL="0" indent="0">
              <a:buNone/>
              <a:defRPr sz="81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5" name="Espace réservé du texte 10">
            <a:extLst>
              <a:ext uri="{FF2B5EF4-FFF2-40B4-BE49-F238E27FC236}">
                <a16:creationId xmlns:a16="http://schemas.microsoft.com/office/drawing/2014/main" id="{FFEA4E96-A4C5-404E-84EB-0DA2FDAD3E47}"/>
              </a:ext>
            </a:extLst>
          </p:cNvPr>
          <p:cNvSpPr>
            <a:spLocks noGrp="1"/>
          </p:cNvSpPr>
          <p:nvPr>
            <p:ph type="body" sz="quarter" idx="19" hasCustomPrompt="1"/>
          </p:nvPr>
        </p:nvSpPr>
        <p:spPr>
          <a:xfrm>
            <a:off x="3240699" y="15012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16" name="Espace réservé du texte 2">
            <a:extLst>
              <a:ext uri="{FF2B5EF4-FFF2-40B4-BE49-F238E27FC236}">
                <a16:creationId xmlns:a16="http://schemas.microsoft.com/office/drawing/2014/main" id="{431124CF-D305-4637-B02D-7916DC400940}"/>
              </a:ext>
            </a:extLst>
          </p:cNvPr>
          <p:cNvSpPr>
            <a:spLocks noGrp="1"/>
          </p:cNvSpPr>
          <p:nvPr>
            <p:ph type="body" idx="20" hasCustomPrompt="1"/>
          </p:nvPr>
        </p:nvSpPr>
        <p:spPr>
          <a:xfrm>
            <a:off x="469879" y="2656800"/>
            <a:ext cx="1980000" cy="1188000"/>
          </a:xfrm>
        </p:spPr>
        <p:txBody>
          <a:bodyPr anchor="ctr">
            <a:noAutofit/>
          </a:bodyPr>
          <a:lstStyle>
            <a:lvl1pPr marL="0" indent="0">
              <a:buNone/>
              <a:defRPr sz="81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7" name="Espace réservé du texte 10">
            <a:extLst>
              <a:ext uri="{FF2B5EF4-FFF2-40B4-BE49-F238E27FC236}">
                <a16:creationId xmlns:a16="http://schemas.microsoft.com/office/drawing/2014/main" id="{F7F54A8A-B912-4DCA-A7A6-D2FE7A31E0B8}"/>
              </a:ext>
            </a:extLst>
          </p:cNvPr>
          <p:cNvSpPr>
            <a:spLocks noGrp="1"/>
          </p:cNvSpPr>
          <p:nvPr>
            <p:ph type="body" sz="quarter" idx="21" hasCustomPrompt="1"/>
          </p:nvPr>
        </p:nvSpPr>
        <p:spPr>
          <a:xfrm>
            <a:off x="3240699" y="26568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4" name="Titre 3">
            <a:extLst>
              <a:ext uri="{FF2B5EF4-FFF2-40B4-BE49-F238E27FC236}">
                <a16:creationId xmlns:a16="http://schemas.microsoft.com/office/drawing/2014/main" id="{0F9ED843-C44A-45CC-9B1D-C837E4DDCE6E}"/>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18" name="Espace réservé du texte 2">
            <a:extLst>
              <a:ext uri="{FF2B5EF4-FFF2-40B4-BE49-F238E27FC236}">
                <a16:creationId xmlns:a16="http://schemas.microsoft.com/office/drawing/2014/main" id="{322CE313-0A26-4E99-9C93-6C3FC888A8DE}"/>
              </a:ext>
            </a:extLst>
          </p:cNvPr>
          <p:cNvSpPr>
            <a:spLocks noGrp="1"/>
          </p:cNvSpPr>
          <p:nvPr>
            <p:ph type="body" idx="25" hasCustomPrompt="1"/>
          </p:nvPr>
        </p:nvSpPr>
        <p:spPr>
          <a:xfrm>
            <a:off x="469879" y="3812400"/>
            <a:ext cx="1980000" cy="1188000"/>
          </a:xfrm>
        </p:spPr>
        <p:txBody>
          <a:bodyPr anchor="ctr">
            <a:noAutofit/>
          </a:bodyPr>
          <a:lstStyle>
            <a:lvl1pPr marL="0" indent="0">
              <a:buNone/>
              <a:defRPr sz="81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9" name="Espace réservé du texte 10">
            <a:extLst>
              <a:ext uri="{FF2B5EF4-FFF2-40B4-BE49-F238E27FC236}">
                <a16:creationId xmlns:a16="http://schemas.microsoft.com/office/drawing/2014/main" id="{EB31187B-F91F-44EB-9CB5-1BF3730F7621}"/>
              </a:ext>
            </a:extLst>
          </p:cNvPr>
          <p:cNvSpPr>
            <a:spLocks noGrp="1"/>
          </p:cNvSpPr>
          <p:nvPr>
            <p:ph type="body" sz="quarter" idx="26" hasCustomPrompt="1"/>
          </p:nvPr>
        </p:nvSpPr>
        <p:spPr>
          <a:xfrm>
            <a:off x="3240699" y="38124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31" name="Espace réservé du texte 21">
            <a:extLst>
              <a:ext uri="{FF2B5EF4-FFF2-40B4-BE49-F238E27FC236}">
                <a16:creationId xmlns:a16="http://schemas.microsoft.com/office/drawing/2014/main" id="{6FD92059-A22C-433B-8494-343CBC88ADC5}"/>
              </a:ext>
            </a:extLst>
          </p:cNvPr>
          <p:cNvSpPr>
            <a:spLocks noGrp="1"/>
          </p:cNvSpPr>
          <p:nvPr>
            <p:ph type="body" sz="quarter" idx="27" hasCustomPrompt="1"/>
          </p:nvPr>
        </p:nvSpPr>
        <p:spPr>
          <a:xfrm>
            <a:off x="2601913" y="18094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1"/>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2" name="Espace réservé du texte 21">
            <a:extLst>
              <a:ext uri="{FF2B5EF4-FFF2-40B4-BE49-F238E27FC236}">
                <a16:creationId xmlns:a16="http://schemas.microsoft.com/office/drawing/2014/main" id="{2487A579-BB10-4B9C-8037-89848E4EB31C}"/>
              </a:ext>
            </a:extLst>
          </p:cNvPr>
          <p:cNvSpPr>
            <a:spLocks noGrp="1"/>
          </p:cNvSpPr>
          <p:nvPr>
            <p:ph type="body" sz="quarter" idx="28" hasCustomPrompt="1"/>
          </p:nvPr>
        </p:nvSpPr>
        <p:spPr>
          <a:xfrm>
            <a:off x="2601913" y="29650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2"/>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3" name="Espace réservé du texte 21">
            <a:extLst>
              <a:ext uri="{FF2B5EF4-FFF2-40B4-BE49-F238E27FC236}">
                <a16:creationId xmlns:a16="http://schemas.microsoft.com/office/drawing/2014/main" id="{C0B0C0AB-7256-484A-8EF0-3BC6851D748F}"/>
              </a:ext>
            </a:extLst>
          </p:cNvPr>
          <p:cNvSpPr>
            <a:spLocks noGrp="1"/>
          </p:cNvSpPr>
          <p:nvPr>
            <p:ph type="body" sz="quarter" idx="29" hasCustomPrompt="1"/>
          </p:nvPr>
        </p:nvSpPr>
        <p:spPr>
          <a:xfrm>
            <a:off x="2601913" y="41206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3"/>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5" name="Espace réservé de la date 4">
            <a:extLst>
              <a:ext uri="{FF2B5EF4-FFF2-40B4-BE49-F238E27FC236}">
                <a16:creationId xmlns:a16="http://schemas.microsoft.com/office/drawing/2014/main" id="{75997647-8494-4CC4-948F-29A8D49CBCEB}"/>
              </a:ext>
            </a:extLst>
          </p:cNvPr>
          <p:cNvSpPr>
            <a:spLocks noGrp="1"/>
          </p:cNvSpPr>
          <p:nvPr>
            <p:ph type="dt" sz="half" idx="30"/>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02B4AC02-49D4-4738-A9B4-B3DA90016A7F}"/>
              </a:ext>
            </a:extLst>
          </p:cNvPr>
          <p:cNvSpPr>
            <a:spLocks noGrp="1"/>
          </p:cNvSpPr>
          <p:nvPr>
            <p:ph type="ftr" sz="quarter" idx="31"/>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28EE574D-092E-4259-81EB-81EA91E97CDA}"/>
              </a:ext>
            </a:extLst>
          </p:cNvPr>
          <p:cNvSpPr>
            <a:spLocks noGrp="1"/>
          </p:cNvSpPr>
          <p:nvPr>
            <p:ph type="sldNum" sz="quarter" idx="3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3710461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fr-FR"/>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734725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9B47C71-F46D-4EA0-AF6A-4962453CDD76}"/>
              </a:ext>
            </a:extLst>
          </p:cNvPr>
          <p:cNvSpPr>
            <a:spLocks noGrp="1"/>
          </p:cNvSpPr>
          <p:nvPr>
            <p:ph type="dt" sz="half" idx="10"/>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0495B091-68ED-45A4-957C-92BBA7548811}"/>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8" name="Espace réservé du numéro de diapositive 7">
            <a:extLst>
              <a:ext uri="{FF2B5EF4-FFF2-40B4-BE49-F238E27FC236}">
                <a16:creationId xmlns:a16="http://schemas.microsoft.com/office/drawing/2014/main" id="{A4361BE1-6536-48FB-BC11-166BC54BD6F9}"/>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914339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nex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2845977"/>
            <a:ext cx="11160000" cy="1440000"/>
          </a:xfrm>
        </p:spPr>
        <p:txBody>
          <a:bodyPr anchor="t">
            <a:noAutofit/>
          </a:bodyPr>
          <a:lstStyle>
            <a:lvl1pPr>
              <a:lnSpc>
                <a:spcPct val="90000"/>
              </a:lnSpc>
              <a:defRPr sz="5000">
                <a:solidFill>
                  <a:schemeClr val="tx2"/>
                </a:solidFill>
              </a:defRPr>
            </a:lvl1pPr>
          </a:lstStyle>
          <a:p>
            <a:r>
              <a:rPr lang="fr-FR"/>
              <a:t>Modifiez le style du titre</a:t>
            </a:r>
          </a:p>
        </p:txBody>
      </p:sp>
      <p:sp>
        <p:nvSpPr>
          <p:cNvPr id="3" name="Espace réservé de la date 2">
            <a:extLst>
              <a:ext uri="{FF2B5EF4-FFF2-40B4-BE49-F238E27FC236}">
                <a16:creationId xmlns:a16="http://schemas.microsoft.com/office/drawing/2014/main" id="{C9E24192-EBCA-4782-93A3-6134ECDB202A}"/>
              </a:ext>
            </a:extLst>
          </p:cNvPr>
          <p:cNvSpPr>
            <a:spLocks noGrp="1"/>
          </p:cNvSpPr>
          <p:nvPr>
            <p:ph type="dt" sz="half" idx="10"/>
          </p:nvPr>
        </p:nvSpPr>
        <p:spPr/>
        <p:txBody>
          <a:bodyPr/>
          <a:lstStyle>
            <a:lvl1pPr>
              <a:defRPr>
                <a:solidFill>
                  <a:schemeClr val="tx1"/>
                </a:solidFill>
              </a:defRPr>
            </a:lvl1pPr>
          </a:lstStyle>
          <a:p>
            <a:endParaRPr lang="fr-FR"/>
          </a:p>
        </p:txBody>
      </p:sp>
      <p:sp>
        <p:nvSpPr>
          <p:cNvPr id="4" name="Espace réservé du pied de page 3">
            <a:extLst>
              <a:ext uri="{FF2B5EF4-FFF2-40B4-BE49-F238E27FC236}">
                <a16:creationId xmlns:a16="http://schemas.microsoft.com/office/drawing/2014/main" id="{8627768F-E755-49AE-BDD4-F22B941EE92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5" name="Espace réservé du numéro de diapositive 4">
            <a:extLst>
              <a:ext uri="{FF2B5EF4-FFF2-40B4-BE49-F238E27FC236}">
                <a16:creationId xmlns:a16="http://schemas.microsoft.com/office/drawing/2014/main" id="{679213C8-C608-4F8F-B3E7-6893ECEEC936}"/>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96586227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Only" preserve="1">
  <p:cSld name="Merci">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FB4134C-1D6E-45C5-A0CB-6875E698A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2316000" y="2845977"/>
            <a:ext cx="7560000" cy="828000"/>
          </a:xfrm>
        </p:spPr>
        <p:txBody>
          <a:bodyPr anchor="t">
            <a:noAutofit/>
          </a:bodyPr>
          <a:lstStyle>
            <a:lvl1pPr algn="ctr">
              <a:defRPr sz="4300">
                <a:solidFill>
                  <a:schemeClr val="tx1"/>
                </a:solidFill>
              </a:defRPr>
            </a:lvl1pPr>
          </a:lstStyle>
          <a:p>
            <a:r>
              <a:rPr lang="fr-FR"/>
              <a:t>Modifiez le style du titre</a:t>
            </a:r>
          </a:p>
        </p:txBody>
      </p:sp>
    </p:spTree>
    <p:extLst>
      <p:ext uri="{BB962C8B-B14F-4D97-AF65-F5344CB8AC3E}">
        <p14:creationId xmlns:p14="http://schemas.microsoft.com/office/powerpoint/2010/main" val="21178648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Option N°1 Couverture">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0DC9AC8-422B-445F-B045-79F986D08E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a:ln>
            <a:noFill/>
          </a:ln>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464400" y="2288392"/>
            <a:ext cx="8640000" cy="216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464400" y="4520416"/>
            <a:ext cx="8640000" cy="46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texte 4">
            <a:extLst>
              <a:ext uri="{FF2B5EF4-FFF2-40B4-BE49-F238E27FC236}">
                <a16:creationId xmlns:a16="http://schemas.microsoft.com/office/drawing/2014/main" id="{63458929-8E1A-4632-B75F-4975DF8FBB0A}"/>
              </a:ext>
            </a:extLst>
          </p:cNvPr>
          <p:cNvSpPr>
            <a:spLocks noGrp="1"/>
          </p:cNvSpPr>
          <p:nvPr>
            <p:ph type="body" sz="quarter" idx="14"/>
          </p:nvPr>
        </p:nvSpPr>
        <p:spPr>
          <a:xfrm>
            <a:off x="464400" y="5084504"/>
            <a:ext cx="864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1309069356"/>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Option N°2 Couverture avec photo">
    <p:spTree>
      <p:nvGrpSpPr>
        <p:cNvPr id="1" name=""/>
        <p:cNvGrpSpPr/>
        <p:nvPr/>
      </p:nvGrpSpPr>
      <p:grpSpPr>
        <a:xfrm>
          <a:off x="0" y="0"/>
          <a:ext cx="0" cy="0"/>
          <a:chOff x="0" y="0"/>
          <a:chExt cx="0" cy="0"/>
        </a:xfrm>
      </p:grpSpPr>
      <p:sp>
        <p:nvSpPr>
          <p:cNvPr id="6" name="Espace réservé pour une image  2">
            <a:extLst>
              <a:ext uri="{FF2B5EF4-FFF2-40B4-BE49-F238E27FC236}">
                <a16:creationId xmlns:a16="http://schemas.microsoft.com/office/drawing/2014/main" id="{3161ED2A-2241-4A52-8E2E-B973EB0C4E44}"/>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pic>
        <p:nvPicPr>
          <p:cNvPr id="14" name="Image 13">
            <a:extLst>
              <a:ext uri="{FF2B5EF4-FFF2-40B4-BE49-F238E27FC236}">
                <a16:creationId xmlns:a16="http://schemas.microsoft.com/office/drawing/2014/main" id="{DAAE4607-2A2E-45AF-81C6-9691F876AD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6361200" y="2469600"/>
            <a:ext cx="5400000" cy="198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6361200" y="4521600"/>
            <a:ext cx="5400000" cy="82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8" name="Espace réservé du texte 4">
            <a:extLst>
              <a:ext uri="{FF2B5EF4-FFF2-40B4-BE49-F238E27FC236}">
                <a16:creationId xmlns:a16="http://schemas.microsoft.com/office/drawing/2014/main" id="{BF23DB5D-4428-47C6-AAAD-CF435EDAD101}"/>
              </a:ext>
            </a:extLst>
          </p:cNvPr>
          <p:cNvSpPr>
            <a:spLocks noGrp="1"/>
          </p:cNvSpPr>
          <p:nvPr>
            <p:ph type="body" sz="quarter" idx="14"/>
          </p:nvPr>
        </p:nvSpPr>
        <p:spPr>
          <a:xfrm>
            <a:off x="6361200" y="5446800"/>
            <a:ext cx="540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366810474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ommai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BCD4C5B-CD44-4B48-93FD-F44EED8D1E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64400" y="1987200"/>
            <a:ext cx="5400000" cy="720000"/>
          </a:xfrm>
        </p:spPr>
        <p:txBody>
          <a:bodyPr>
            <a:noAutofit/>
          </a:bodyPr>
          <a:lstStyle>
            <a:lvl1pPr>
              <a:defRPr sz="4200">
                <a:solidFill>
                  <a:schemeClr val="tx2"/>
                </a:solidFill>
              </a:defRPr>
            </a:lvl1pPr>
          </a:lstStyle>
          <a:p>
            <a:r>
              <a:rPr lang="fr-FR"/>
              <a:t>Modifiez le titre</a:t>
            </a:r>
          </a:p>
        </p:txBody>
      </p:sp>
      <p:sp>
        <p:nvSpPr>
          <p:cNvPr id="6" name="Espace réservé du texte 5">
            <a:extLst>
              <a:ext uri="{FF2B5EF4-FFF2-40B4-BE49-F238E27FC236}">
                <a16:creationId xmlns:a16="http://schemas.microsoft.com/office/drawing/2014/main" id="{476F1D12-C6FB-4ED9-B1EA-2AF1415447D6}"/>
              </a:ext>
            </a:extLst>
          </p:cNvPr>
          <p:cNvSpPr>
            <a:spLocks noGrp="1"/>
          </p:cNvSpPr>
          <p:nvPr>
            <p:ph type="body" sz="quarter" idx="26"/>
          </p:nvPr>
        </p:nvSpPr>
        <p:spPr>
          <a:xfrm>
            <a:off x="464400" y="2876400"/>
            <a:ext cx="5400000" cy="3240000"/>
          </a:xfrm>
        </p:spPr>
        <p:txBody>
          <a:bodyPr>
            <a:noAutofit/>
          </a:bodyPr>
          <a:lstStyle>
            <a:lvl1pPr marL="432000" indent="-432000">
              <a:spcBef>
                <a:spcPts val="600"/>
              </a:spcBef>
              <a:buFont typeface="+mj-lt"/>
              <a:buAutoNum type="arabicPeriod"/>
              <a:defRPr sz="2000" b="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a:t>Cliquez pour modifier les styles du texte du masque</a:t>
            </a:r>
          </a:p>
        </p:txBody>
      </p:sp>
    </p:spTree>
    <p:extLst>
      <p:ext uri="{BB962C8B-B14F-4D97-AF65-F5344CB8AC3E}">
        <p14:creationId xmlns:p14="http://schemas.microsoft.com/office/powerpoint/2010/main" val="2710869611"/>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ption N°1 Ouverture de chap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3430800"/>
            <a:ext cx="1116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489741" y="4662000"/>
            <a:ext cx="11160000" cy="504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89742" y="1490400"/>
            <a:ext cx="3960000" cy="1872000"/>
          </a:xfrm>
        </p:spPr>
        <p:txBody>
          <a:bodyPr>
            <a:noAutofit/>
          </a:bodyPr>
          <a:lstStyle>
            <a:lvl1pPr marL="0" indent="0">
              <a:buNone/>
              <a:defRPr sz="13500">
                <a:solidFill>
                  <a:schemeClr val="tx2"/>
                </a:solidFill>
              </a:defRPr>
            </a:lvl1pPr>
          </a:lstStyle>
          <a:p>
            <a:pPr lvl="0"/>
            <a:r>
              <a:rPr lang="fr-FR"/>
              <a:t>NN.</a:t>
            </a:r>
          </a:p>
        </p:txBody>
      </p:sp>
      <p:sp>
        <p:nvSpPr>
          <p:cNvPr id="4" name="Espace réservé de la date 3">
            <a:extLst>
              <a:ext uri="{FF2B5EF4-FFF2-40B4-BE49-F238E27FC236}">
                <a16:creationId xmlns:a16="http://schemas.microsoft.com/office/drawing/2014/main" id="{084489D0-046B-4DA8-828E-D1EDDC72FA8E}"/>
              </a:ext>
            </a:extLst>
          </p:cNvPr>
          <p:cNvSpPr>
            <a:spLocks noGrp="1"/>
          </p:cNvSpPr>
          <p:nvPr>
            <p:ph type="dt" sz="half" idx="14"/>
          </p:nvPr>
        </p:nvSpPr>
        <p:spPr/>
        <p:txBody>
          <a:bodyPr/>
          <a:lstStyle>
            <a:lvl1pPr>
              <a:defRPr>
                <a:solidFill>
                  <a:schemeClr val="tx1"/>
                </a:solidFill>
              </a:defRPr>
            </a:lvl1pPr>
          </a:lstStyle>
          <a:p>
            <a:endParaRPr lang="fr-FR"/>
          </a:p>
        </p:txBody>
      </p:sp>
      <p:sp>
        <p:nvSpPr>
          <p:cNvPr id="5" name="Espace réservé du pied de page 4">
            <a:extLst>
              <a:ext uri="{FF2B5EF4-FFF2-40B4-BE49-F238E27FC236}">
                <a16:creationId xmlns:a16="http://schemas.microsoft.com/office/drawing/2014/main" id="{827B8392-9F0D-47B8-8F1D-D057C53A97DD}"/>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CC4EDA01-DE85-4E9D-A6E0-28AA131E783D}"/>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234690769"/>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ption N°2 Ouverture de chapitre avec photo">
    <p:spTree>
      <p:nvGrpSpPr>
        <p:cNvPr id="1" name=""/>
        <p:cNvGrpSpPr/>
        <p:nvPr/>
      </p:nvGrpSpPr>
      <p:grpSpPr>
        <a:xfrm>
          <a:off x="0" y="0"/>
          <a:ext cx="0" cy="0"/>
          <a:chOff x="0" y="0"/>
          <a:chExt cx="0" cy="0"/>
        </a:xfrm>
      </p:grpSpPr>
      <p:sp>
        <p:nvSpPr>
          <p:cNvPr id="13" name="Espace réservé pour une image  2">
            <a:extLst>
              <a:ext uri="{FF2B5EF4-FFF2-40B4-BE49-F238E27FC236}">
                <a16:creationId xmlns:a16="http://schemas.microsoft.com/office/drawing/2014/main" id="{DEC6A7FF-A1FA-4490-9CC7-51078FF84353}"/>
              </a:ext>
            </a:extLst>
          </p:cNvPr>
          <p:cNvSpPr>
            <a:spLocks noGrp="1"/>
          </p:cNvSpPr>
          <p:nvPr>
            <p:ph type="pic" idx="14"/>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6361200" y="3430800"/>
            <a:ext cx="540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6361200" y="4662000"/>
            <a:ext cx="5400000" cy="900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361200" y="1490400"/>
            <a:ext cx="5400000" cy="1872000"/>
          </a:xfrm>
        </p:spPr>
        <p:txBody>
          <a:bodyPr>
            <a:noAutofit/>
          </a:bodyPr>
          <a:lstStyle>
            <a:lvl1pPr marL="0" indent="0">
              <a:buNone/>
              <a:defRPr sz="13500">
                <a:solidFill>
                  <a:schemeClr val="tx2"/>
                </a:solidFill>
              </a:defRPr>
            </a:lvl1pPr>
          </a:lstStyle>
          <a:p>
            <a:pPr lvl="0"/>
            <a:r>
              <a:rPr lang="fr-FR"/>
              <a:t>NN.</a:t>
            </a:r>
          </a:p>
        </p:txBody>
      </p:sp>
      <p:sp>
        <p:nvSpPr>
          <p:cNvPr id="16" name="Espace réservé du texte 8">
            <a:extLst>
              <a:ext uri="{FF2B5EF4-FFF2-40B4-BE49-F238E27FC236}">
                <a16:creationId xmlns:a16="http://schemas.microsoft.com/office/drawing/2014/main" id="{19FE5F0F-1A19-4580-B09D-11BAB259543F}"/>
              </a:ext>
            </a:extLst>
          </p:cNvPr>
          <p:cNvSpPr>
            <a:spLocks noGrp="1"/>
          </p:cNvSpPr>
          <p:nvPr>
            <p:ph type="body" sz="quarter" idx="15"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Espace réservé de la date 3">
            <a:extLst>
              <a:ext uri="{FF2B5EF4-FFF2-40B4-BE49-F238E27FC236}">
                <a16:creationId xmlns:a16="http://schemas.microsoft.com/office/drawing/2014/main" id="{CAF82D43-4E1B-4274-AC55-C533B8C04656}"/>
              </a:ext>
            </a:extLst>
          </p:cNvPr>
          <p:cNvSpPr>
            <a:spLocks noGrp="1"/>
          </p:cNvSpPr>
          <p:nvPr>
            <p:ph type="dt" sz="half" idx="16"/>
          </p:nvPr>
        </p:nvSpPr>
        <p:spPr/>
        <p:txBody>
          <a:bodyPr/>
          <a:lstStyle>
            <a:lvl1pPr>
              <a:defRPr>
                <a:solidFill>
                  <a:schemeClr val="bg1"/>
                </a:solidFill>
              </a:defRPr>
            </a:lvl1pPr>
          </a:lstStyle>
          <a:p>
            <a:endParaRPr lang="fr-FR"/>
          </a:p>
        </p:txBody>
      </p:sp>
      <p:sp>
        <p:nvSpPr>
          <p:cNvPr id="5" name="Espace réservé du pied de page 4">
            <a:extLst>
              <a:ext uri="{FF2B5EF4-FFF2-40B4-BE49-F238E27FC236}">
                <a16:creationId xmlns:a16="http://schemas.microsoft.com/office/drawing/2014/main" id="{4F7AF283-CD1F-4E50-9456-6BD3B772A116}"/>
              </a:ext>
            </a:extLst>
          </p:cNvPr>
          <p:cNvSpPr>
            <a:spLocks noGrp="1"/>
          </p:cNvSpPr>
          <p:nvPr>
            <p:ph type="ftr" sz="quarter" idx="17"/>
          </p:nvPr>
        </p:nvSpPr>
        <p:spPr/>
        <p:txBody>
          <a:bodyPr/>
          <a:lstStyle>
            <a:lvl1pPr>
              <a:defRPr>
                <a:solidFill>
                  <a:schemeClr val="bg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072A83F9-605B-451F-81C4-4DB3BD64BF25}"/>
              </a:ext>
            </a:extLst>
          </p:cNvPr>
          <p:cNvSpPr>
            <a:spLocks noGrp="1"/>
          </p:cNvSpPr>
          <p:nvPr>
            <p:ph type="sldNum" sz="quarter" idx="18"/>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02514924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4550058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e avec photo">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3FA18DAD-43C7-439C-AEB4-182FDEF42A93}"/>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6361200"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5" name="Espace réservé du texte 8">
            <a:extLst>
              <a:ext uri="{FF2B5EF4-FFF2-40B4-BE49-F238E27FC236}">
                <a16:creationId xmlns:a16="http://schemas.microsoft.com/office/drawing/2014/main" id="{90C7237F-FD39-40C9-B915-D4BC62A3BEC4}"/>
              </a:ext>
            </a:extLst>
          </p:cNvPr>
          <p:cNvSpPr>
            <a:spLocks noGrp="1"/>
          </p:cNvSpPr>
          <p:nvPr>
            <p:ph type="body" sz="quarter" idx="17"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Titre 3">
            <a:extLst>
              <a:ext uri="{FF2B5EF4-FFF2-40B4-BE49-F238E27FC236}">
                <a16:creationId xmlns:a16="http://schemas.microsoft.com/office/drawing/2014/main" id="{A95F48EF-CBAD-4F80-B069-72AECAEC0746}"/>
              </a:ext>
            </a:extLst>
          </p:cNvPr>
          <p:cNvSpPr>
            <a:spLocks noGrp="1"/>
          </p:cNvSpPr>
          <p:nvPr>
            <p:ph type="title"/>
          </p:nvPr>
        </p:nvSpPr>
        <p:spPr>
          <a:xfrm>
            <a:off x="6361199" y="242844"/>
            <a:ext cx="3960000" cy="1008000"/>
          </a:xfrm>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F45A3821-9C55-4E10-844A-98E6FB07D68C}"/>
              </a:ext>
            </a:extLst>
          </p:cNvPr>
          <p:cNvSpPr>
            <a:spLocks noGrp="1"/>
          </p:cNvSpPr>
          <p:nvPr>
            <p:ph type="dt" sz="half" idx="18"/>
          </p:nvPr>
        </p:nvSpPr>
        <p:spPr/>
        <p:txBody>
          <a:bodyPr/>
          <a:lstStyle>
            <a:lvl1pPr>
              <a:defRPr>
                <a:solidFill>
                  <a:schemeClr val="bg1"/>
                </a:solidFill>
              </a:defRPr>
            </a:lvl1pPr>
          </a:lstStyle>
          <a:p>
            <a:endParaRPr lang="fr-FR"/>
          </a:p>
        </p:txBody>
      </p:sp>
      <p:sp>
        <p:nvSpPr>
          <p:cNvPr id="6" name="Espace réservé du pied de page 5">
            <a:extLst>
              <a:ext uri="{FF2B5EF4-FFF2-40B4-BE49-F238E27FC236}">
                <a16:creationId xmlns:a16="http://schemas.microsoft.com/office/drawing/2014/main" id="{B26B9FA6-E4DB-4B15-BD57-BEC5F537E3AB}"/>
              </a:ext>
            </a:extLst>
          </p:cNvPr>
          <p:cNvSpPr>
            <a:spLocks noGrp="1"/>
          </p:cNvSpPr>
          <p:nvPr>
            <p:ph type="ftr" sz="quarter" idx="19"/>
          </p:nvPr>
        </p:nvSpPr>
        <p:spPr/>
        <p:txBody>
          <a:bodyPr/>
          <a:lstStyle>
            <a:lvl1pPr>
              <a:defRPr>
                <a:solidFill>
                  <a:schemeClr val="bg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6FE6001F-97CC-4008-B22A-EFA29A13779C}"/>
              </a:ext>
            </a:extLst>
          </p:cNvPr>
          <p:cNvSpPr>
            <a:spLocks noGrp="1"/>
          </p:cNvSpPr>
          <p:nvPr>
            <p:ph type="sldNum" sz="quarter" idx="20"/>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11962806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3820350"/>
            <a:ext cx="11133952" cy="2412000"/>
          </a:xfrm>
        </p:spPr>
        <p:txBody>
          <a:bodyPr/>
          <a:lstStyle>
            <a:lvl1pPr>
              <a:defRPr>
                <a:solidFill>
                  <a:schemeClr val="tx1"/>
                </a:solidFill>
              </a:defRPr>
            </a:lvl1pPr>
            <a:lvl2pPr>
              <a:spcBef>
                <a:spcPts val="400"/>
              </a:spcBef>
              <a:defRPr>
                <a:solidFill>
                  <a:schemeClr val="tx1"/>
                </a:solidFill>
              </a:defRPr>
            </a:lvl2pPr>
          </a:lstStyle>
          <a:p>
            <a:pPr lvl="0"/>
            <a:r>
              <a:rPr lang="fr-FR"/>
              <a:t>Modifier les styles du texte du masque</a:t>
            </a:r>
          </a:p>
          <a:p>
            <a:pPr lvl="1"/>
            <a:r>
              <a:rPr lang="fr-FR"/>
              <a:t>Deuxième niveau</a:t>
            </a:r>
          </a:p>
        </p:txBody>
      </p:sp>
      <p:sp>
        <p:nvSpPr>
          <p:cNvPr id="12" name="Espace réservé du tableau 2">
            <a:extLst>
              <a:ext uri="{FF2B5EF4-FFF2-40B4-BE49-F238E27FC236}">
                <a16:creationId xmlns:a16="http://schemas.microsoft.com/office/drawing/2014/main" id="{3EADC01A-12BC-4330-8A1C-A4DCE63F4D5F}"/>
              </a:ext>
            </a:extLst>
          </p:cNvPr>
          <p:cNvSpPr>
            <a:spLocks noGrp="1"/>
          </p:cNvSpPr>
          <p:nvPr>
            <p:ph type="tbl" sz="quarter" idx="17"/>
          </p:nvPr>
        </p:nvSpPr>
        <p:spPr>
          <a:xfrm>
            <a:off x="589752" y="1372349"/>
            <a:ext cx="11014079" cy="2304000"/>
          </a:xfrm>
        </p:spPr>
        <p:txBody>
          <a:bodyPr anchor="ctr"/>
          <a:lstStyle>
            <a:lvl1pPr marL="0" indent="0" algn="ctr">
              <a:buNone/>
              <a:defRPr sz="1400">
                <a:solidFill>
                  <a:schemeClr val="tx2"/>
                </a:solidFill>
              </a:defRPr>
            </a:lvl1pPr>
          </a:lstStyle>
          <a:p>
            <a:endParaRPr lang="fr-FR"/>
          </a:p>
        </p:txBody>
      </p:sp>
      <p:sp>
        <p:nvSpPr>
          <p:cNvPr id="4" name="Titre 3">
            <a:extLst>
              <a:ext uri="{FF2B5EF4-FFF2-40B4-BE49-F238E27FC236}">
                <a16:creationId xmlns:a16="http://schemas.microsoft.com/office/drawing/2014/main" id="{F7BED8F5-8DF4-41F4-9FBF-3FC3EFF478F8}"/>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74A5DB8F-F9F5-4D34-AD2B-20A401276C3E}"/>
              </a:ext>
            </a:extLst>
          </p:cNvPr>
          <p:cNvSpPr>
            <a:spLocks noGrp="1"/>
          </p:cNvSpPr>
          <p:nvPr>
            <p:ph type="dt" sz="half" idx="18"/>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7F448ABE-6518-42E7-86CB-17EBD972C87A}"/>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DBF92594-638F-42B7-B983-EDCA45116F84}"/>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8463966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e avec graphiqu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3" name="Espace réservé du graphique 2">
            <a:extLst>
              <a:ext uri="{FF2B5EF4-FFF2-40B4-BE49-F238E27FC236}">
                <a16:creationId xmlns:a16="http://schemas.microsoft.com/office/drawing/2014/main" id="{36B54297-76AA-4A3B-A34F-53F1E4289CC7}"/>
              </a:ext>
            </a:extLst>
          </p:cNvPr>
          <p:cNvSpPr>
            <a:spLocks noGrp="1"/>
          </p:cNvSpPr>
          <p:nvPr>
            <p:ph type="chart" sz="quarter" idx="17"/>
          </p:nvPr>
        </p:nvSpPr>
        <p:spPr>
          <a:xfrm>
            <a:off x="6229879" y="1371600"/>
            <a:ext cx="5508000" cy="4860000"/>
          </a:xfrm>
        </p:spPr>
        <p:txBody>
          <a:bodyPr anchor="ctr"/>
          <a:lstStyle>
            <a:lvl1pPr marL="0" indent="0" algn="ctr">
              <a:buNone/>
              <a:defRPr sz="1400">
                <a:solidFill>
                  <a:schemeClr val="tx2"/>
                </a:solidFill>
              </a:defRPr>
            </a:lvl1pPr>
          </a:lstStyle>
          <a:p>
            <a:endParaRPr lang="fr-FR"/>
          </a:p>
        </p:txBody>
      </p:sp>
      <p:sp>
        <p:nvSpPr>
          <p:cNvPr id="4" name="Titre 3">
            <a:extLst>
              <a:ext uri="{FF2B5EF4-FFF2-40B4-BE49-F238E27FC236}">
                <a16:creationId xmlns:a16="http://schemas.microsoft.com/office/drawing/2014/main" id="{7AE7569B-B080-4146-A11F-1E61AF63D642}"/>
              </a:ext>
            </a:extLst>
          </p:cNvPr>
          <p:cNvSpPr>
            <a:spLocks noGrp="1"/>
          </p:cNvSpPr>
          <p:nvPr>
            <p:ph type="title"/>
          </p:nvPr>
        </p:nvSpPr>
        <p:spPr>
          <a:xfrm>
            <a:off x="469879" y="242844"/>
            <a:ext cx="9720000" cy="1008000"/>
          </a:xfrm>
        </p:spPr>
        <p:txBody>
          <a:bodyPr/>
          <a:lstStyle>
            <a:lvl1pPr>
              <a:defRPr>
                <a:solidFill>
                  <a:schemeClr val="tx2"/>
                </a:solidFill>
              </a:defRPr>
            </a:lvl1pPr>
          </a:lstStyle>
          <a:p>
            <a:r>
              <a:rPr lang="fr-FR"/>
              <a:t>Modifiez le style du titre</a:t>
            </a:r>
          </a:p>
        </p:txBody>
      </p:sp>
      <p:sp>
        <p:nvSpPr>
          <p:cNvPr id="6" name="Espace réservé de la date 5">
            <a:extLst>
              <a:ext uri="{FF2B5EF4-FFF2-40B4-BE49-F238E27FC236}">
                <a16:creationId xmlns:a16="http://schemas.microsoft.com/office/drawing/2014/main" id="{1A8B2399-CA73-45EA-BE18-9A20282E60B2}"/>
              </a:ext>
            </a:extLst>
          </p:cNvPr>
          <p:cNvSpPr>
            <a:spLocks noGrp="1"/>
          </p:cNvSpPr>
          <p:nvPr>
            <p:ph type="dt" sz="half" idx="18"/>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78D64F63-31B3-46AB-8995-E4EAED1967BD}"/>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11" name="Espace réservé du numéro de diapositive 10">
            <a:extLst>
              <a:ext uri="{FF2B5EF4-FFF2-40B4-BE49-F238E27FC236}">
                <a16:creationId xmlns:a16="http://schemas.microsoft.com/office/drawing/2014/main" id="{DB398A68-6D32-4A8D-8EF8-C3BF7CEF61AB}"/>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860952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iffres Clés">
    <p:spTree>
      <p:nvGrpSpPr>
        <p:cNvPr id="1" name=""/>
        <p:cNvGrpSpPr/>
        <p:nvPr/>
      </p:nvGrpSpPr>
      <p:grpSpPr>
        <a:xfrm>
          <a:off x="0" y="0"/>
          <a:ext cx="0" cy="0"/>
          <a:chOff x="0" y="0"/>
          <a:chExt cx="0" cy="0"/>
        </a:xfrm>
      </p:grpSpPr>
      <p:sp>
        <p:nvSpPr>
          <p:cNvPr id="14" name="Espace réservé du texte 2">
            <a:extLst>
              <a:ext uri="{FF2B5EF4-FFF2-40B4-BE49-F238E27FC236}">
                <a16:creationId xmlns:a16="http://schemas.microsoft.com/office/drawing/2014/main" id="{6684C25F-7F00-41C3-A7CD-0A38D6BB6A4B}"/>
              </a:ext>
            </a:extLst>
          </p:cNvPr>
          <p:cNvSpPr>
            <a:spLocks noGrp="1"/>
          </p:cNvSpPr>
          <p:nvPr>
            <p:ph type="body" idx="18" hasCustomPrompt="1"/>
          </p:nvPr>
        </p:nvSpPr>
        <p:spPr>
          <a:xfrm>
            <a:off x="469879" y="1501200"/>
            <a:ext cx="1980000" cy="1188000"/>
          </a:xfrm>
        </p:spPr>
        <p:txBody>
          <a:bodyPr anchor="ctr">
            <a:noAutofit/>
          </a:bodyPr>
          <a:lstStyle>
            <a:lvl1pPr marL="0" indent="0">
              <a:buNone/>
              <a:defRPr sz="81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5" name="Espace réservé du texte 10">
            <a:extLst>
              <a:ext uri="{FF2B5EF4-FFF2-40B4-BE49-F238E27FC236}">
                <a16:creationId xmlns:a16="http://schemas.microsoft.com/office/drawing/2014/main" id="{FFEA4E96-A4C5-404E-84EB-0DA2FDAD3E47}"/>
              </a:ext>
            </a:extLst>
          </p:cNvPr>
          <p:cNvSpPr>
            <a:spLocks noGrp="1"/>
          </p:cNvSpPr>
          <p:nvPr>
            <p:ph type="body" sz="quarter" idx="19" hasCustomPrompt="1"/>
          </p:nvPr>
        </p:nvSpPr>
        <p:spPr>
          <a:xfrm>
            <a:off x="3240699" y="15012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16" name="Espace réservé du texte 2">
            <a:extLst>
              <a:ext uri="{FF2B5EF4-FFF2-40B4-BE49-F238E27FC236}">
                <a16:creationId xmlns:a16="http://schemas.microsoft.com/office/drawing/2014/main" id="{431124CF-D305-4637-B02D-7916DC400940}"/>
              </a:ext>
            </a:extLst>
          </p:cNvPr>
          <p:cNvSpPr>
            <a:spLocks noGrp="1"/>
          </p:cNvSpPr>
          <p:nvPr>
            <p:ph type="body" idx="20" hasCustomPrompt="1"/>
          </p:nvPr>
        </p:nvSpPr>
        <p:spPr>
          <a:xfrm>
            <a:off x="469879" y="2656800"/>
            <a:ext cx="1980000" cy="1188000"/>
          </a:xfrm>
        </p:spPr>
        <p:txBody>
          <a:bodyPr anchor="ctr">
            <a:noAutofit/>
          </a:bodyPr>
          <a:lstStyle>
            <a:lvl1pPr marL="0" indent="0">
              <a:buNone/>
              <a:defRPr sz="81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7" name="Espace réservé du texte 10">
            <a:extLst>
              <a:ext uri="{FF2B5EF4-FFF2-40B4-BE49-F238E27FC236}">
                <a16:creationId xmlns:a16="http://schemas.microsoft.com/office/drawing/2014/main" id="{F7F54A8A-B912-4DCA-A7A6-D2FE7A31E0B8}"/>
              </a:ext>
            </a:extLst>
          </p:cNvPr>
          <p:cNvSpPr>
            <a:spLocks noGrp="1"/>
          </p:cNvSpPr>
          <p:nvPr>
            <p:ph type="body" sz="quarter" idx="21" hasCustomPrompt="1"/>
          </p:nvPr>
        </p:nvSpPr>
        <p:spPr>
          <a:xfrm>
            <a:off x="3240699" y="26568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4" name="Titre 3">
            <a:extLst>
              <a:ext uri="{FF2B5EF4-FFF2-40B4-BE49-F238E27FC236}">
                <a16:creationId xmlns:a16="http://schemas.microsoft.com/office/drawing/2014/main" id="{0F9ED843-C44A-45CC-9B1D-C837E4DDCE6E}"/>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18" name="Espace réservé du texte 2">
            <a:extLst>
              <a:ext uri="{FF2B5EF4-FFF2-40B4-BE49-F238E27FC236}">
                <a16:creationId xmlns:a16="http://schemas.microsoft.com/office/drawing/2014/main" id="{322CE313-0A26-4E99-9C93-6C3FC888A8DE}"/>
              </a:ext>
            </a:extLst>
          </p:cNvPr>
          <p:cNvSpPr>
            <a:spLocks noGrp="1"/>
          </p:cNvSpPr>
          <p:nvPr>
            <p:ph type="body" idx="25" hasCustomPrompt="1"/>
          </p:nvPr>
        </p:nvSpPr>
        <p:spPr>
          <a:xfrm>
            <a:off x="469879" y="3812400"/>
            <a:ext cx="1980000" cy="1188000"/>
          </a:xfrm>
        </p:spPr>
        <p:txBody>
          <a:bodyPr anchor="ctr">
            <a:noAutofit/>
          </a:bodyPr>
          <a:lstStyle>
            <a:lvl1pPr marL="0" indent="0">
              <a:buNone/>
              <a:defRPr sz="81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9" name="Espace réservé du texte 10">
            <a:extLst>
              <a:ext uri="{FF2B5EF4-FFF2-40B4-BE49-F238E27FC236}">
                <a16:creationId xmlns:a16="http://schemas.microsoft.com/office/drawing/2014/main" id="{EB31187B-F91F-44EB-9CB5-1BF3730F7621}"/>
              </a:ext>
            </a:extLst>
          </p:cNvPr>
          <p:cNvSpPr>
            <a:spLocks noGrp="1"/>
          </p:cNvSpPr>
          <p:nvPr>
            <p:ph type="body" sz="quarter" idx="26" hasCustomPrompt="1"/>
          </p:nvPr>
        </p:nvSpPr>
        <p:spPr>
          <a:xfrm>
            <a:off x="3240699" y="38124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31" name="Espace réservé du texte 21">
            <a:extLst>
              <a:ext uri="{FF2B5EF4-FFF2-40B4-BE49-F238E27FC236}">
                <a16:creationId xmlns:a16="http://schemas.microsoft.com/office/drawing/2014/main" id="{6FD92059-A22C-433B-8494-343CBC88ADC5}"/>
              </a:ext>
            </a:extLst>
          </p:cNvPr>
          <p:cNvSpPr>
            <a:spLocks noGrp="1"/>
          </p:cNvSpPr>
          <p:nvPr>
            <p:ph type="body" sz="quarter" idx="27" hasCustomPrompt="1"/>
          </p:nvPr>
        </p:nvSpPr>
        <p:spPr>
          <a:xfrm>
            <a:off x="2601913" y="18094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1"/>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2" name="Espace réservé du texte 21">
            <a:extLst>
              <a:ext uri="{FF2B5EF4-FFF2-40B4-BE49-F238E27FC236}">
                <a16:creationId xmlns:a16="http://schemas.microsoft.com/office/drawing/2014/main" id="{2487A579-BB10-4B9C-8037-89848E4EB31C}"/>
              </a:ext>
            </a:extLst>
          </p:cNvPr>
          <p:cNvSpPr>
            <a:spLocks noGrp="1"/>
          </p:cNvSpPr>
          <p:nvPr>
            <p:ph type="body" sz="quarter" idx="28" hasCustomPrompt="1"/>
          </p:nvPr>
        </p:nvSpPr>
        <p:spPr>
          <a:xfrm>
            <a:off x="2601913" y="29650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2"/>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3" name="Espace réservé du texte 21">
            <a:extLst>
              <a:ext uri="{FF2B5EF4-FFF2-40B4-BE49-F238E27FC236}">
                <a16:creationId xmlns:a16="http://schemas.microsoft.com/office/drawing/2014/main" id="{C0B0C0AB-7256-484A-8EF0-3BC6851D748F}"/>
              </a:ext>
            </a:extLst>
          </p:cNvPr>
          <p:cNvSpPr>
            <a:spLocks noGrp="1"/>
          </p:cNvSpPr>
          <p:nvPr>
            <p:ph type="body" sz="quarter" idx="29" hasCustomPrompt="1"/>
          </p:nvPr>
        </p:nvSpPr>
        <p:spPr>
          <a:xfrm>
            <a:off x="2601913" y="41206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3"/>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5" name="Espace réservé de la date 4">
            <a:extLst>
              <a:ext uri="{FF2B5EF4-FFF2-40B4-BE49-F238E27FC236}">
                <a16:creationId xmlns:a16="http://schemas.microsoft.com/office/drawing/2014/main" id="{75997647-8494-4CC4-948F-29A8D49CBCEB}"/>
              </a:ext>
            </a:extLst>
          </p:cNvPr>
          <p:cNvSpPr>
            <a:spLocks noGrp="1"/>
          </p:cNvSpPr>
          <p:nvPr>
            <p:ph type="dt" sz="half" idx="30"/>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02B4AC02-49D4-4738-A9B4-B3DA90016A7F}"/>
              </a:ext>
            </a:extLst>
          </p:cNvPr>
          <p:cNvSpPr>
            <a:spLocks noGrp="1"/>
          </p:cNvSpPr>
          <p:nvPr>
            <p:ph type="ftr" sz="quarter" idx="31"/>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28EE574D-092E-4259-81EB-81EA91E97CDA}"/>
              </a:ext>
            </a:extLst>
          </p:cNvPr>
          <p:cNvSpPr>
            <a:spLocks noGrp="1"/>
          </p:cNvSpPr>
          <p:nvPr>
            <p:ph type="sldNum" sz="quarter" idx="3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40354123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fr-FR"/>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413532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9B47C71-F46D-4EA0-AF6A-4962453CDD76}"/>
              </a:ext>
            </a:extLst>
          </p:cNvPr>
          <p:cNvSpPr>
            <a:spLocks noGrp="1"/>
          </p:cNvSpPr>
          <p:nvPr>
            <p:ph type="dt" sz="half" idx="10"/>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0495B091-68ED-45A4-957C-92BBA7548811}"/>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8" name="Espace réservé du numéro de diapositive 7">
            <a:extLst>
              <a:ext uri="{FF2B5EF4-FFF2-40B4-BE49-F238E27FC236}">
                <a16:creationId xmlns:a16="http://schemas.microsoft.com/office/drawing/2014/main" id="{A4361BE1-6536-48FB-BC11-166BC54BD6F9}"/>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6515554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nnex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2845977"/>
            <a:ext cx="11160000" cy="1440000"/>
          </a:xfrm>
        </p:spPr>
        <p:txBody>
          <a:bodyPr anchor="t">
            <a:noAutofit/>
          </a:bodyPr>
          <a:lstStyle>
            <a:lvl1pPr>
              <a:lnSpc>
                <a:spcPct val="90000"/>
              </a:lnSpc>
              <a:defRPr sz="5000">
                <a:solidFill>
                  <a:schemeClr val="tx2"/>
                </a:solidFill>
              </a:defRPr>
            </a:lvl1pPr>
          </a:lstStyle>
          <a:p>
            <a:r>
              <a:rPr lang="fr-FR"/>
              <a:t>Modifiez le style du titre</a:t>
            </a:r>
          </a:p>
        </p:txBody>
      </p:sp>
      <p:sp>
        <p:nvSpPr>
          <p:cNvPr id="3" name="Espace réservé de la date 2">
            <a:extLst>
              <a:ext uri="{FF2B5EF4-FFF2-40B4-BE49-F238E27FC236}">
                <a16:creationId xmlns:a16="http://schemas.microsoft.com/office/drawing/2014/main" id="{C9E24192-EBCA-4782-93A3-6134ECDB202A}"/>
              </a:ext>
            </a:extLst>
          </p:cNvPr>
          <p:cNvSpPr>
            <a:spLocks noGrp="1"/>
          </p:cNvSpPr>
          <p:nvPr>
            <p:ph type="dt" sz="half" idx="10"/>
          </p:nvPr>
        </p:nvSpPr>
        <p:spPr/>
        <p:txBody>
          <a:bodyPr/>
          <a:lstStyle>
            <a:lvl1pPr>
              <a:defRPr>
                <a:solidFill>
                  <a:schemeClr val="tx1"/>
                </a:solidFill>
              </a:defRPr>
            </a:lvl1pPr>
          </a:lstStyle>
          <a:p>
            <a:endParaRPr lang="fr-FR"/>
          </a:p>
        </p:txBody>
      </p:sp>
      <p:sp>
        <p:nvSpPr>
          <p:cNvPr id="4" name="Espace réservé du pied de page 3">
            <a:extLst>
              <a:ext uri="{FF2B5EF4-FFF2-40B4-BE49-F238E27FC236}">
                <a16:creationId xmlns:a16="http://schemas.microsoft.com/office/drawing/2014/main" id="{8627768F-E755-49AE-BDD4-F22B941EE92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5" name="Espace réservé du numéro de diapositive 4">
            <a:extLst>
              <a:ext uri="{FF2B5EF4-FFF2-40B4-BE49-F238E27FC236}">
                <a16:creationId xmlns:a16="http://schemas.microsoft.com/office/drawing/2014/main" id="{679213C8-C608-4F8F-B3E7-6893ECEEC936}"/>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3776946"/>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Only" preserve="1">
  <p:cSld name="Merci">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FB4134C-1D6E-45C5-A0CB-6875E698A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2316000" y="2845977"/>
            <a:ext cx="7560000" cy="828000"/>
          </a:xfrm>
        </p:spPr>
        <p:txBody>
          <a:bodyPr anchor="t">
            <a:noAutofit/>
          </a:bodyPr>
          <a:lstStyle>
            <a:lvl1pPr algn="ctr">
              <a:defRPr sz="4300">
                <a:solidFill>
                  <a:schemeClr val="tx1"/>
                </a:solidFill>
              </a:defRPr>
            </a:lvl1pPr>
          </a:lstStyle>
          <a:p>
            <a:r>
              <a:rPr lang="fr-FR"/>
              <a:t>Modifiez le style du titre</a:t>
            </a:r>
          </a:p>
        </p:txBody>
      </p:sp>
    </p:spTree>
    <p:extLst>
      <p:ext uri="{BB962C8B-B14F-4D97-AF65-F5344CB8AC3E}">
        <p14:creationId xmlns:p14="http://schemas.microsoft.com/office/powerpoint/2010/main" val="37790964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Option N°1 Couverture">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0DC9AC8-422B-445F-B045-79F986D08E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a:ln>
            <a:noFill/>
          </a:ln>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464400" y="2288392"/>
            <a:ext cx="8640000" cy="216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464400" y="4520416"/>
            <a:ext cx="8640000" cy="46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texte 4">
            <a:extLst>
              <a:ext uri="{FF2B5EF4-FFF2-40B4-BE49-F238E27FC236}">
                <a16:creationId xmlns:a16="http://schemas.microsoft.com/office/drawing/2014/main" id="{63458929-8E1A-4632-B75F-4975DF8FBB0A}"/>
              </a:ext>
            </a:extLst>
          </p:cNvPr>
          <p:cNvSpPr>
            <a:spLocks noGrp="1"/>
          </p:cNvSpPr>
          <p:nvPr>
            <p:ph type="body" sz="quarter" idx="14"/>
          </p:nvPr>
        </p:nvSpPr>
        <p:spPr>
          <a:xfrm>
            <a:off x="464400" y="5084504"/>
            <a:ext cx="864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2855924638"/>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Option N°2 Couverture avec photo">
    <p:spTree>
      <p:nvGrpSpPr>
        <p:cNvPr id="1" name=""/>
        <p:cNvGrpSpPr/>
        <p:nvPr/>
      </p:nvGrpSpPr>
      <p:grpSpPr>
        <a:xfrm>
          <a:off x="0" y="0"/>
          <a:ext cx="0" cy="0"/>
          <a:chOff x="0" y="0"/>
          <a:chExt cx="0" cy="0"/>
        </a:xfrm>
      </p:grpSpPr>
      <p:sp>
        <p:nvSpPr>
          <p:cNvPr id="6" name="Espace réservé pour une image  2">
            <a:extLst>
              <a:ext uri="{FF2B5EF4-FFF2-40B4-BE49-F238E27FC236}">
                <a16:creationId xmlns:a16="http://schemas.microsoft.com/office/drawing/2014/main" id="{3161ED2A-2241-4A52-8E2E-B973EB0C4E44}"/>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pic>
        <p:nvPicPr>
          <p:cNvPr id="14" name="Image 13">
            <a:extLst>
              <a:ext uri="{FF2B5EF4-FFF2-40B4-BE49-F238E27FC236}">
                <a16:creationId xmlns:a16="http://schemas.microsoft.com/office/drawing/2014/main" id="{DAAE4607-2A2E-45AF-81C6-9691F876AD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6361200" y="2469600"/>
            <a:ext cx="5400000" cy="1980000"/>
          </a:xfrm>
        </p:spPr>
        <p:txBody>
          <a:bodyPr anchor="b">
            <a:noAutofit/>
          </a:bodyPr>
          <a:lstStyle>
            <a:lvl1pPr algn="l">
              <a:lnSpc>
                <a:spcPct val="90000"/>
              </a:lnSpc>
              <a:defRPr sz="3200">
                <a:solidFill>
                  <a:schemeClr val="tx2"/>
                </a:solidFill>
              </a:defRPr>
            </a:lvl1pPr>
          </a:lstStyle>
          <a:p>
            <a:r>
              <a:rPr lang="fr-FR"/>
              <a:t>Modifiez le style du titre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6361200" y="4521600"/>
            <a:ext cx="5400000" cy="82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8" name="Espace réservé du texte 4">
            <a:extLst>
              <a:ext uri="{FF2B5EF4-FFF2-40B4-BE49-F238E27FC236}">
                <a16:creationId xmlns:a16="http://schemas.microsoft.com/office/drawing/2014/main" id="{BF23DB5D-4428-47C6-AAAD-CF435EDAD101}"/>
              </a:ext>
            </a:extLst>
          </p:cNvPr>
          <p:cNvSpPr>
            <a:spLocks noGrp="1"/>
          </p:cNvSpPr>
          <p:nvPr>
            <p:ph type="body" sz="quarter" idx="14"/>
          </p:nvPr>
        </p:nvSpPr>
        <p:spPr>
          <a:xfrm>
            <a:off x="6361200" y="5446800"/>
            <a:ext cx="5400000" cy="720000"/>
          </a:xfrm>
        </p:spPr>
        <p:txBody>
          <a:bodyPr>
            <a:noAutofit/>
          </a:bodyPr>
          <a:lstStyle>
            <a:lvl1pPr marL="0" indent="0">
              <a:buNone/>
              <a:defRPr sz="2000">
                <a:solidFill>
                  <a:schemeClr val="tx1"/>
                </a:solidFill>
              </a:defRPr>
            </a:lvl1pPr>
            <a:lvl2pPr marL="108000" indent="0">
              <a:buNone/>
              <a:defRPr/>
            </a:lvl2pPr>
          </a:lstStyle>
          <a:p>
            <a:pPr lvl="0"/>
            <a:r>
              <a:rPr lang="fr-FR"/>
              <a:t>Cliquez pour modifier les styles du texte du masque</a:t>
            </a:r>
          </a:p>
        </p:txBody>
      </p:sp>
    </p:spTree>
    <p:extLst>
      <p:ext uri="{BB962C8B-B14F-4D97-AF65-F5344CB8AC3E}">
        <p14:creationId xmlns:p14="http://schemas.microsoft.com/office/powerpoint/2010/main" val="212378037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ommai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BCD4C5B-CD44-4B48-93FD-F44EED8D1E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64400" y="1987200"/>
            <a:ext cx="5400000" cy="720000"/>
          </a:xfrm>
        </p:spPr>
        <p:txBody>
          <a:bodyPr>
            <a:noAutofit/>
          </a:bodyPr>
          <a:lstStyle>
            <a:lvl1pPr>
              <a:defRPr sz="4200">
                <a:solidFill>
                  <a:schemeClr val="tx2"/>
                </a:solidFill>
              </a:defRPr>
            </a:lvl1pPr>
          </a:lstStyle>
          <a:p>
            <a:r>
              <a:rPr lang="fr-FR"/>
              <a:t>Modifiez le titre</a:t>
            </a:r>
          </a:p>
        </p:txBody>
      </p:sp>
      <p:sp>
        <p:nvSpPr>
          <p:cNvPr id="6" name="Espace réservé du texte 5">
            <a:extLst>
              <a:ext uri="{FF2B5EF4-FFF2-40B4-BE49-F238E27FC236}">
                <a16:creationId xmlns:a16="http://schemas.microsoft.com/office/drawing/2014/main" id="{476F1D12-C6FB-4ED9-B1EA-2AF1415447D6}"/>
              </a:ext>
            </a:extLst>
          </p:cNvPr>
          <p:cNvSpPr>
            <a:spLocks noGrp="1"/>
          </p:cNvSpPr>
          <p:nvPr>
            <p:ph type="body" sz="quarter" idx="26"/>
          </p:nvPr>
        </p:nvSpPr>
        <p:spPr>
          <a:xfrm>
            <a:off x="464400" y="2876400"/>
            <a:ext cx="5400000" cy="3240000"/>
          </a:xfrm>
        </p:spPr>
        <p:txBody>
          <a:bodyPr>
            <a:noAutofit/>
          </a:bodyPr>
          <a:lstStyle>
            <a:lvl1pPr marL="432000" indent="-432000">
              <a:spcBef>
                <a:spcPts val="600"/>
              </a:spcBef>
              <a:buFont typeface="+mj-lt"/>
              <a:buAutoNum type="arabicPeriod"/>
              <a:defRPr sz="2000" b="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a:t>Cliquez pour modifier les styles du texte du masque</a:t>
            </a:r>
          </a:p>
        </p:txBody>
      </p:sp>
    </p:spTree>
    <p:extLst>
      <p:ext uri="{BB962C8B-B14F-4D97-AF65-F5344CB8AC3E}">
        <p14:creationId xmlns:p14="http://schemas.microsoft.com/office/powerpoint/2010/main" val="3116392684"/>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ption N°1 Ouverture de chap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3430800"/>
            <a:ext cx="1116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489741" y="4662000"/>
            <a:ext cx="11160000" cy="504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89742" y="1490400"/>
            <a:ext cx="3960000" cy="1872000"/>
          </a:xfrm>
        </p:spPr>
        <p:txBody>
          <a:bodyPr>
            <a:noAutofit/>
          </a:bodyPr>
          <a:lstStyle>
            <a:lvl1pPr marL="0" indent="0">
              <a:buNone/>
              <a:defRPr sz="13500">
                <a:solidFill>
                  <a:schemeClr val="tx2"/>
                </a:solidFill>
              </a:defRPr>
            </a:lvl1pPr>
          </a:lstStyle>
          <a:p>
            <a:pPr lvl="0"/>
            <a:r>
              <a:rPr lang="fr-FR"/>
              <a:t>NN.</a:t>
            </a:r>
          </a:p>
        </p:txBody>
      </p:sp>
      <p:sp>
        <p:nvSpPr>
          <p:cNvPr id="4" name="Espace réservé de la date 3">
            <a:extLst>
              <a:ext uri="{FF2B5EF4-FFF2-40B4-BE49-F238E27FC236}">
                <a16:creationId xmlns:a16="http://schemas.microsoft.com/office/drawing/2014/main" id="{084489D0-046B-4DA8-828E-D1EDDC72FA8E}"/>
              </a:ext>
            </a:extLst>
          </p:cNvPr>
          <p:cNvSpPr>
            <a:spLocks noGrp="1"/>
          </p:cNvSpPr>
          <p:nvPr>
            <p:ph type="dt" sz="half" idx="14"/>
          </p:nvPr>
        </p:nvSpPr>
        <p:spPr/>
        <p:txBody>
          <a:bodyPr/>
          <a:lstStyle>
            <a:lvl1pPr>
              <a:defRPr>
                <a:solidFill>
                  <a:schemeClr val="tx1"/>
                </a:solidFill>
              </a:defRPr>
            </a:lvl1pPr>
          </a:lstStyle>
          <a:p>
            <a:endParaRPr lang="fr-FR"/>
          </a:p>
        </p:txBody>
      </p:sp>
      <p:sp>
        <p:nvSpPr>
          <p:cNvPr id="5" name="Espace réservé du pied de page 4">
            <a:extLst>
              <a:ext uri="{FF2B5EF4-FFF2-40B4-BE49-F238E27FC236}">
                <a16:creationId xmlns:a16="http://schemas.microsoft.com/office/drawing/2014/main" id="{827B8392-9F0D-47B8-8F1D-D057C53A97DD}"/>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CC4EDA01-DE85-4E9D-A6E0-28AA131E783D}"/>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705239051"/>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ption N°2 Ouverture de chapitre avec photo">
    <p:spTree>
      <p:nvGrpSpPr>
        <p:cNvPr id="1" name=""/>
        <p:cNvGrpSpPr/>
        <p:nvPr/>
      </p:nvGrpSpPr>
      <p:grpSpPr>
        <a:xfrm>
          <a:off x="0" y="0"/>
          <a:ext cx="0" cy="0"/>
          <a:chOff x="0" y="0"/>
          <a:chExt cx="0" cy="0"/>
        </a:xfrm>
      </p:grpSpPr>
      <p:sp>
        <p:nvSpPr>
          <p:cNvPr id="13" name="Espace réservé pour une image  2">
            <a:extLst>
              <a:ext uri="{FF2B5EF4-FFF2-40B4-BE49-F238E27FC236}">
                <a16:creationId xmlns:a16="http://schemas.microsoft.com/office/drawing/2014/main" id="{DEC6A7FF-A1FA-4490-9CC7-51078FF84353}"/>
              </a:ext>
            </a:extLst>
          </p:cNvPr>
          <p:cNvSpPr>
            <a:spLocks noGrp="1"/>
          </p:cNvSpPr>
          <p:nvPr>
            <p:ph type="pic" idx="14"/>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6361200" y="3430800"/>
            <a:ext cx="5400000" cy="1152000"/>
          </a:xfrm>
        </p:spPr>
        <p:txBody>
          <a:bodyPr>
            <a:noAutofit/>
          </a:bodyPr>
          <a:lstStyle>
            <a:lvl1pPr>
              <a:lnSpc>
                <a:spcPct val="90000"/>
              </a:lnSpc>
              <a:defRPr sz="3900">
                <a:solidFill>
                  <a:schemeClr val="tx2"/>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6361200" y="4662000"/>
            <a:ext cx="5400000" cy="900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361200" y="1490400"/>
            <a:ext cx="5400000" cy="1872000"/>
          </a:xfrm>
        </p:spPr>
        <p:txBody>
          <a:bodyPr>
            <a:noAutofit/>
          </a:bodyPr>
          <a:lstStyle>
            <a:lvl1pPr marL="0" indent="0">
              <a:buNone/>
              <a:defRPr sz="13500">
                <a:solidFill>
                  <a:schemeClr val="tx2"/>
                </a:solidFill>
              </a:defRPr>
            </a:lvl1pPr>
          </a:lstStyle>
          <a:p>
            <a:pPr lvl="0"/>
            <a:r>
              <a:rPr lang="fr-FR"/>
              <a:t>NN.</a:t>
            </a:r>
          </a:p>
        </p:txBody>
      </p:sp>
      <p:sp>
        <p:nvSpPr>
          <p:cNvPr id="16" name="Espace réservé du texte 8">
            <a:extLst>
              <a:ext uri="{FF2B5EF4-FFF2-40B4-BE49-F238E27FC236}">
                <a16:creationId xmlns:a16="http://schemas.microsoft.com/office/drawing/2014/main" id="{19FE5F0F-1A19-4580-B09D-11BAB259543F}"/>
              </a:ext>
            </a:extLst>
          </p:cNvPr>
          <p:cNvSpPr>
            <a:spLocks noGrp="1"/>
          </p:cNvSpPr>
          <p:nvPr>
            <p:ph type="body" sz="quarter" idx="15"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Espace réservé de la date 3">
            <a:extLst>
              <a:ext uri="{FF2B5EF4-FFF2-40B4-BE49-F238E27FC236}">
                <a16:creationId xmlns:a16="http://schemas.microsoft.com/office/drawing/2014/main" id="{CAF82D43-4E1B-4274-AC55-C533B8C04656}"/>
              </a:ext>
            </a:extLst>
          </p:cNvPr>
          <p:cNvSpPr>
            <a:spLocks noGrp="1"/>
          </p:cNvSpPr>
          <p:nvPr>
            <p:ph type="dt" sz="half" idx="16"/>
          </p:nvPr>
        </p:nvSpPr>
        <p:spPr/>
        <p:txBody>
          <a:bodyPr/>
          <a:lstStyle>
            <a:lvl1pPr>
              <a:defRPr>
                <a:solidFill>
                  <a:schemeClr val="bg1"/>
                </a:solidFill>
              </a:defRPr>
            </a:lvl1pPr>
          </a:lstStyle>
          <a:p>
            <a:endParaRPr lang="fr-FR"/>
          </a:p>
        </p:txBody>
      </p:sp>
      <p:sp>
        <p:nvSpPr>
          <p:cNvPr id="5" name="Espace réservé du pied de page 4">
            <a:extLst>
              <a:ext uri="{FF2B5EF4-FFF2-40B4-BE49-F238E27FC236}">
                <a16:creationId xmlns:a16="http://schemas.microsoft.com/office/drawing/2014/main" id="{4F7AF283-CD1F-4E50-9456-6BD3B772A116}"/>
              </a:ext>
            </a:extLst>
          </p:cNvPr>
          <p:cNvSpPr>
            <a:spLocks noGrp="1"/>
          </p:cNvSpPr>
          <p:nvPr>
            <p:ph type="ftr" sz="quarter" idx="17"/>
          </p:nvPr>
        </p:nvSpPr>
        <p:spPr/>
        <p:txBody>
          <a:bodyPr/>
          <a:lstStyle>
            <a:lvl1pPr>
              <a:defRPr>
                <a:solidFill>
                  <a:schemeClr val="bg1"/>
                </a:solidFill>
              </a:defRPr>
            </a:lvl1pPr>
          </a:lstStyle>
          <a:p>
            <a:r>
              <a:rPr lang="nl-NL"/>
              <a:t>ADNOC Upstream - TotalEnergies - 06/10/2025</a:t>
            </a:r>
            <a:endParaRPr lang="fr-FR"/>
          </a:p>
        </p:txBody>
      </p:sp>
      <p:sp>
        <p:nvSpPr>
          <p:cNvPr id="6" name="Espace réservé du numéro de diapositive 5">
            <a:extLst>
              <a:ext uri="{FF2B5EF4-FFF2-40B4-BE49-F238E27FC236}">
                <a16:creationId xmlns:a16="http://schemas.microsoft.com/office/drawing/2014/main" id="{072A83F9-605B-451F-81C4-4DB3BD64BF25}"/>
              </a:ext>
            </a:extLst>
          </p:cNvPr>
          <p:cNvSpPr>
            <a:spLocks noGrp="1"/>
          </p:cNvSpPr>
          <p:nvPr>
            <p:ph type="sldNum" sz="quarter" idx="18"/>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147421167"/>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nl-NL"/>
              <a:t>ADNOC Upstream - TotalEnergies - 06/10/2025</a:t>
            </a:r>
            <a:endParaRPr lang="fr-FR"/>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5835666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e avec photo">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3FA18DAD-43C7-439C-AEB4-182FDEF42A93}"/>
              </a:ext>
            </a:extLst>
          </p:cNvPr>
          <p:cNvSpPr>
            <a:spLocks noGrp="1"/>
          </p:cNvSpPr>
          <p:nvPr>
            <p:ph type="pic" idx="10"/>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6361200"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5" name="Espace réservé du texte 8">
            <a:extLst>
              <a:ext uri="{FF2B5EF4-FFF2-40B4-BE49-F238E27FC236}">
                <a16:creationId xmlns:a16="http://schemas.microsoft.com/office/drawing/2014/main" id="{90C7237F-FD39-40C9-B915-D4BC62A3BEC4}"/>
              </a:ext>
            </a:extLst>
          </p:cNvPr>
          <p:cNvSpPr>
            <a:spLocks noGrp="1"/>
          </p:cNvSpPr>
          <p:nvPr>
            <p:ph type="body" sz="quarter" idx="17"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fr-FR"/>
              <a:t> </a:t>
            </a:r>
          </a:p>
        </p:txBody>
      </p:sp>
      <p:sp>
        <p:nvSpPr>
          <p:cNvPr id="4" name="Titre 3">
            <a:extLst>
              <a:ext uri="{FF2B5EF4-FFF2-40B4-BE49-F238E27FC236}">
                <a16:creationId xmlns:a16="http://schemas.microsoft.com/office/drawing/2014/main" id="{A95F48EF-CBAD-4F80-B069-72AECAEC0746}"/>
              </a:ext>
            </a:extLst>
          </p:cNvPr>
          <p:cNvSpPr>
            <a:spLocks noGrp="1"/>
          </p:cNvSpPr>
          <p:nvPr>
            <p:ph type="title"/>
          </p:nvPr>
        </p:nvSpPr>
        <p:spPr>
          <a:xfrm>
            <a:off x="6361199" y="242844"/>
            <a:ext cx="3960000" cy="1008000"/>
          </a:xfrm>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F45A3821-9C55-4E10-844A-98E6FB07D68C}"/>
              </a:ext>
            </a:extLst>
          </p:cNvPr>
          <p:cNvSpPr>
            <a:spLocks noGrp="1"/>
          </p:cNvSpPr>
          <p:nvPr>
            <p:ph type="dt" sz="half" idx="18"/>
          </p:nvPr>
        </p:nvSpPr>
        <p:spPr/>
        <p:txBody>
          <a:bodyPr/>
          <a:lstStyle>
            <a:lvl1pPr>
              <a:defRPr>
                <a:solidFill>
                  <a:schemeClr val="bg1"/>
                </a:solidFill>
              </a:defRPr>
            </a:lvl1pPr>
          </a:lstStyle>
          <a:p>
            <a:endParaRPr lang="fr-FR"/>
          </a:p>
        </p:txBody>
      </p:sp>
      <p:sp>
        <p:nvSpPr>
          <p:cNvPr id="6" name="Espace réservé du pied de page 5">
            <a:extLst>
              <a:ext uri="{FF2B5EF4-FFF2-40B4-BE49-F238E27FC236}">
                <a16:creationId xmlns:a16="http://schemas.microsoft.com/office/drawing/2014/main" id="{B26B9FA6-E4DB-4B15-BD57-BEC5F537E3AB}"/>
              </a:ext>
            </a:extLst>
          </p:cNvPr>
          <p:cNvSpPr>
            <a:spLocks noGrp="1"/>
          </p:cNvSpPr>
          <p:nvPr>
            <p:ph type="ftr" sz="quarter" idx="19"/>
          </p:nvPr>
        </p:nvSpPr>
        <p:spPr/>
        <p:txBody>
          <a:bodyPr/>
          <a:lstStyle>
            <a:lvl1pPr>
              <a:defRPr>
                <a:solidFill>
                  <a:schemeClr val="bg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6FE6001F-97CC-4008-B22A-EFA29A13779C}"/>
              </a:ext>
            </a:extLst>
          </p:cNvPr>
          <p:cNvSpPr>
            <a:spLocks noGrp="1"/>
          </p:cNvSpPr>
          <p:nvPr>
            <p:ph type="sldNum" sz="quarter" idx="20"/>
          </p:nvPr>
        </p:nvSpPr>
        <p:spPr/>
        <p:txBody>
          <a:bodyPr/>
          <a:lstStyle>
            <a:lvl1pPr>
              <a:defRPr>
                <a:solidFill>
                  <a:schemeClr val="bg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21301820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3820350"/>
            <a:ext cx="11133952" cy="2412000"/>
          </a:xfrm>
        </p:spPr>
        <p:txBody>
          <a:bodyPr/>
          <a:lstStyle>
            <a:lvl1pPr>
              <a:defRPr>
                <a:solidFill>
                  <a:schemeClr val="tx1"/>
                </a:solidFill>
              </a:defRPr>
            </a:lvl1pPr>
            <a:lvl2pPr>
              <a:spcBef>
                <a:spcPts val="400"/>
              </a:spcBef>
              <a:defRPr>
                <a:solidFill>
                  <a:schemeClr val="tx1"/>
                </a:solidFill>
              </a:defRPr>
            </a:lvl2pPr>
          </a:lstStyle>
          <a:p>
            <a:pPr lvl="0"/>
            <a:r>
              <a:rPr lang="fr-FR"/>
              <a:t>Modifier les styles du texte du masque</a:t>
            </a:r>
          </a:p>
          <a:p>
            <a:pPr lvl="1"/>
            <a:r>
              <a:rPr lang="fr-FR"/>
              <a:t>Deuxième niveau</a:t>
            </a:r>
          </a:p>
        </p:txBody>
      </p:sp>
      <p:sp>
        <p:nvSpPr>
          <p:cNvPr id="12" name="Espace réservé du tableau 2">
            <a:extLst>
              <a:ext uri="{FF2B5EF4-FFF2-40B4-BE49-F238E27FC236}">
                <a16:creationId xmlns:a16="http://schemas.microsoft.com/office/drawing/2014/main" id="{3EADC01A-12BC-4330-8A1C-A4DCE63F4D5F}"/>
              </a:ext>
            </a:extLst>
          </p:cNvPr>
          <p:cNvSpPr>
            <a:spLocks noGrp="1"/>
          </p:cNvSpPr>
          <p:nvPr>
            <p:ph type="tbl" sz="quarter" idx="17"/>
          </p:nvPr>
        </p:nvSpPr>
        <p:spPr>
          <a:xfrm>
            <a:off x="589752" y="1372349"/>
            <a:ext cx="11014079" cy="2304000"/>
          </a:xfrm>
        </p:spPr>
        <p:txBody>
          <a:bodyPr anchor="ctr"/>
          <a:lstStyle>
            <a:lvl1pPr marL="0" indent="0" algn="ctr">
              <a:buNone/>
              <a:defRPr sz="1400">
                <a:solidFill>
                  <a:schemeClr val="tx2"/>
                </a:solidFill>
              </a:defRPr>
            </a:lvl1pPr>
          </a:lstStyle>
          <a:p>
            <a:endParaRPr lang="fr-FR"/>
          </a:p>
        </p:txBody>
      </p:sp>
      <p:sp>
        <p:nvSpPr>
          <p:cNvPr id="4" name="Titre 3">
            <a:extLst>
              <a:ext uri="{FF2B5EF4-FFF2-40B4-BE49-F238E27FC236}">
                <a16:creationId xmlns:a16="http://schemas.microsoft.com/office/drawing/2014/main" id="{F7BED8F5-8DF4-41F4-9FBF-3FC3EFF478F8}"/>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5" name="Espace réservé de la date 4">
            <a:extLst>
              <a:ext uri="{FF2B5EF4-FFF2-40B4-BE49-F238E27FC236}">
                <a16:creationId xmlns:a16="http://schemas.microsoft.com/office/drawing/2014/main" id="{74A5DB8F-F9F5-4D34-AD2B-20A401276C3E}"/>
              </a:ext>
            </a:extLst>
          </p:cNvPr>
          <p:cNvSpPr>
            <a:spLocks noGrp="1"/>
          </p:cNvSpPr>
          <p:nvPr>
            <p:ph type="dt" sz="half" idx="18"/>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7F448ABE-6518-42E7-86CB-17EBD972C87A}"/>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DBF92594-638F-42B7-B983-EDCA45116F84}"/>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0378144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e avec graphiqu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3" name="Espace réservé du graphique 2">
            <a:extLst>
              <a:ext uri="{FF2B5EF4-FFF2-40B4-BE49-F238E27FC236}">
                <a16:creationId xmlns:a16="http://schemas.microsoft.com/office/drawing/2014/main" id="{36B54297-76AA-4A3B-A34F-53F1E4289CC7}"/>
              </a:ext>
            </a:extLst>
          </p:cNvPr>
          <p:cNvSpPr>
            <a:spLocks noGrp="1"/>
          </p:cNvSpPr>
          <p:nvPr>
            <p:ph type="chart" sz="quarter" idx="17"/>
          </p:nvPr>
        </p:nvSpPr>
        <p:spPr>
          <a:xfrm>
            <a:off x="6229879" y="1371600"/>
            <a:ext cx="5508000" cy="4860000"/>
          </a:xfrm>
        </p:spPr>
        <p:txBody>
          <a:bodyPr anchor="ctr"/>
          <a:lstStyle>
            <a:lvl1pPr marL="0" indent="0" algn="ctr">
              <a:buNone/>
              <a:defRPr sz="1400">
                <a:solidFill>
                  <a:schemeClr val="tx2"/>
                </a:solidFill>
              </a:defRPr>
            </a:lvl1pPr>
          </a:lstStyle>
          <a:p>
            <a:endParaRPr lang="fr-FR"/>
          </a:p>
        </p:txBody>
      </p:sp>
      <p:sp>
        <p:nvSpPr>
          <p:cNvPr id="4" name="Titre 3">
            <a:extLst>
              <a:ext uri="{FF2B5EF4-FFF2-40B4-BE49-F238E27FC236}">
                <a16:creationId xmlns:a16="http://schemas.microsoft.com/office/drawing/2014/main" id="{7AE7569B-B080-4146-A11F-1E61AF63D642}"/>
              </a:ext>
            </a:extLst>
          </p:cNvPr>
          <p:cNvSpPr>
            <a:spLocks noGrp="1"/>
          </p:cNvSpPr>
          <p:nvPr>
            <p:ph type="title"/>
          </p:nvPr>
        </p:nvSpPr>
        <p:spPr>
          <a:xfrm>
            <a:off x="469879" y="242844"/>
            <a:ext cx="9720000" cy="1008000"/>
          </a:xfrm>
        </p:spPr>
        <p:txBody>
          <a:bodyPr/>
          <a:lstStyle>
            <a:lvl1pPr>
              <a:defRPr>
                <a:solidFill>
                  <a:schemeClr val="tx2"/>
                </a:solidFill>
              </a:defRPr>
            </a:lvl1pPr>
          </a:lstStyle>
          <a:p>
            <a:r>
              <a:rPr lang="fr-FR"/>
              <a:t>Modifiez le style du titre</a:t>
            </a:r>
          </a:p>
        </p:txBody>
      </p:sp>
      <p:sp>
        <p:nvSpPr>
          <p:cNvPr id="6" name="Espace réservé de la date 5">
            <a:extLst>
              <a:ext uri="{FF2B5EF4-FFF2-40B4-BE49-F238E27FC236}">
                <a16:creationId xmlns:a16="http://schemas.microsoft.com/office/drawing/2014/main" id="{1A8B2399-CA73-45EA-BE18-9A20282E60B2}"/>
              </a:ext>
            </a:extLst>
          </p:cNvPr>
          <p:cNvSpPr>
            <a:spLocks noGrp="1"/>
          </p:cNvSpPr>
          <p:nvPr>
            <p:ph type="dt" sz="half" idx="18"/>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78D64F63-31B3-46AB-8995-E4EAED1967BD}"/>
              </a:ext>
            </a:extLst>
          </p:cNvPr>
          <p:cNvSpPr>
            <a:spLocks noGrp="1"/>
          </p:cNvSpPr>
          <p:nvPr>
            <p:ph type="ftr" sz="quarter" idx="19"/>
          </p:nvPr>
        </p:nvSpPr>
        <p:spPr/>
        <p:txBody>
          <a:bodyPr/>
          <a:lstStyle>
            <a:lvl1pPr>
              <a:defRPr>
                <a:solidFill>
                  <a:schemeClr val="tx1"/>
                </a:solidFill>
              </a:defRPr>
            </a:lvl1pPr>
          </a:lstStyle>
          <a:p>
            <a:r>
              <a:rPr lang="nl-NL"/>
              <a:t>ADNOC Upstream - TotalEnergies - 06/10/2025</a:t>
            </a:r>
            <a:endParaRPr lang="fr-FR"/>
          </a:p>
        </p:txBody>
      </p:sp>
      <p:sp>
        <p:nvSpPr>
          <p:cNvPr id="11" name="Espace réservé du numéro de diapositive 10">
            <a:extLst>
              <a:ext uri="{FF2B5EF4-FFF2-40B4-BE49-F238E27FC236}">
                <a16:creationId xmlns:a16="http://schemas.microsoft.com/office/drawing/2014/main" id="{DB398A68-6D32-4A8D-8EF8-C3BF7CEF61AB}"/>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4351313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iffres Clés">
    <p:spTree>
      <p:nvGrpSpPr>
        <p:cNvPr id="1" name=""/>
        <p:cNvGrpSpPr/>
        <p:nvPr/>
      </p:nvGrpSpPr>
      <p:grpSpPr>
        <a:xfrm>
          <a:off x="0" y="0"/>
          <a:ext cx="0" cy="0"/>
          <a:chOff x="0" y="0"/>
          <a:chExt cx="0" cy="0"/>
        </a:xfrm>
      </p:grpSpPr>
      <p:sp>
        <p:nvSpPr>
          <p:cNvPr id="14" name="Espace réservé du texte 2">
            <a:extLst>
              <a:ext uri="{FF2B5EF4-FFF2-40B4-BE49-F238E27FC236}">
                <a16:creationId xmlns:a16="http://schemas.microsoft.com/office/drawing/2014/main" id="{6684C25F-7F00-41C3-A7CD-0A38D6BB6A4B}"/>
              </a:ext>
            </a:extLst>
          </p:cNvPr>
          <p:cNvSpPr>
            <a:spLocks noGrp="1"/>
          </p:cNvSpPr>
          <p:nvPr>
            <p:ph type="body" idx="18" hasCustomPrompt="1"/>
          </p:nvPr>
        </p:nvSpPr>
        <p:spPr>
          <a:xfrm>
            <a:off x="469879" y="1501200"/>
            <a:ext cx="1980000" cy="1188000"/>
          </a:xfrm>
        </p:spPr>
        <p:txBody>
          <a:bodyPr anchor="ctr">
            <a:noAutofit/>
          </a:bodyPr>
          <a:lstStyle>
            <a:lvl1pPr marL="0" indent="0">
              <a:buNone/>
              <a:defRPr sz="81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5" name="Espace réservé du texte 10">
            <a:extLst>
              <a:ext uri="{FF2B5EF4-FFF2-40B4-BE49-F238E27FC236}">
                <a16:creationId xmlns:a16="http://schemas.microsoft.com/office/drawing/2014/main" id="{FFEA4E96-A4C5-404E-84EB-0DA2FDAD3E47}"/>
              </a:ext>
            </a:extLst>
          </p:cNvPr>
          <p:cNvSpPr>
            <a:spLocks noGrp="1"/>
          </p:cNvSpPr>
          <p:nvPr>
            <p:ph type="body" sz="quarter" idx="19" hasCustomPrompt="1"/>
          </p:nvPr>
        </p:nvSpPr>
        <p:spPr>
          <a:xfrm>
            <a:off x="3240699" y="15012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16" name="Espace réservé du texte 2">
            <a:extLst>
              <a:ext uri="{FF2B5EF4-FFF2-40B4-BE49-F238E27FC236}">
                <a16:creationId xmlns:a16="http://schemas.microsoft.com/office/drawing/2014/main" id="{431124CF-D305-4637-B02D-7916DC400940}"/>
              </a:ext>
            </a:extLst>
          </p:cNvPr>
          <p:cNvSpPr>
            <a:spLocks noGrp="1"/>
          </p:cNvSpPr>
          <p:nvPr>
            <p:ph type="body" idx="20" hasCustomPrompt="1"/>
          </p:nvPr>
        </p:nvSpPr>
        <p:spPr>
          <a:xfrm>
            <a:off x="469879" y="2656800"/>
            <a:ext cx="1980000" cy="1188000"/>
          </a:xfrm>
        </p:spPr>
        <p:txBody>
          <a:bodyPr anchor="ctr">
            <a:noAutofit/>
          </a:bodyPr>
          <a:lstStyle>
            <a:lvl1pPr marL="0" indent="0">
              <a:buNone/>
              <a:defRPr sz="81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7" name="Espace réservé du texte 10">
            <a:extLst>
              <a:ext uri="{FF2B5EF4-FFF2-40B4-BE49-F238E27FC236}">
                <a16:creationId xmlns:a16="http://schemas.microsoft.com/office/drawing/2014/main" id="{F7F54A8A-B912-4DCA-A7A6-D2FE7A31E0B8}"/>
              </a:ext>
            </a:extLst>
          </p:cNvPr>
          <p:cNvSpPr>
            <a:spLocks noGrp="1"/>
          </p:cNvSpPr>
          <p:nvPr>
            <p:ph type="body" sz="quarter" idx="21" hasCustomPrompt="1"/>
          </p:nvPr>
        </p:nvSpPr>
        <p:spPr>
          <a:xfrm>
            <a:off x="3240699" y="26568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4" name="Titre 3">
            <a:extLst>
              <a:ext uri="{FF2B5EF4-FFF2-40B4-BE49-F238E27FC236}">
                <a16:creationId xmlns:a16="http://schemas.microsoft.com/office/drawing/2014/main" id="{0F9ED843-C44A-45CC-9B1D-C837E4DDCE6E}"/>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18" name="Espace réservé du texte 2">
            <a:extLst>
              <a:ext uri="{FF2B5EF4-FFF2-40B4-BE49-F238E27FC236}">
                <a16:creationId xmlns:a16="http://schemas.microsoft.com/office/drawing/2014/main" id="{322CE313-0A26-4E99-9C93-6C3FC888A8DE}"/>
              </a:ext>
            </a:extLst>
          </p:cNvPr>
          <p:cNvSpPr>
            <a:spLocks noGrp="1"/>
          </p:cNvSpPr>
          <p:nvPr>
            <p:ph type="body" idx="25" hasCustomPrompt="1"/>
          </p:nvPr>
        </p:nvSpPr>
        <p:spPr>
          <a:xfrm>
            <a:off x="469879" y="3812400"/>
            <a:ext cx="1980000" cy="1188000"/>
          </a:xfrm>
        </p:spPr>
        <p:txBody>
          <a:bodyPr anchor="ctr">
            <a:noAutofit/>
          </a:bodyPr>
          <a:lstStyle>
            <a:lvl1pPr marL="0" indent="0">
              <a:buNone/>
              <a:defRPr sz="81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19" name="Espace réservé du texte 10">
            <a:extLst>
              <a:ext uri="{FF2B5EF4-FFF2-40B4-BE49-F238E27FC236}">
                <a16:creationId xmlns:a16="http://schemas.microsoft.com/office/drawing/2014/main" id="{EB31187B-F91F-44EB-9CB5-1BF3730F7621}"/>
              </a:ext>
            </a:extLst>
          </p:cNvPr>
          <p:cNvSpPr>
            <a:spLocks noGrp="1"/>
          </p:cNvSpPr>
          <p:nvPr>
            <p:ph type="body" sz="quarter" idx="26" hasCustomPrompt="1"/>
          </p:nvPr>
        </p:nvSpPr>
        <p:spPr>
          <a:xfrm>
            <a:off x="3240699" y="38124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fr-FR"/>
              <a:t>Modifier les styles du texte du masque</a:t>
            </a:r>
          </a:p>
          <a:p>
            <a:pPr lvl="1"/>
            <a:r>
              <a:rPr lang="fr-FR"/>
              <a:t>Deuxième niveau</a:t>
            </a:r>
          </a:p>
        </p:txBody>
      </p:sp>
      <p:sp>
        <p:nvSpPr>
          <p:cNvPr id="31" name="Espace réservé du texte 21">
            <a:extLst>
              <a:ext uri="{FF2B5EF4-FFF2-40B4-BE49-F238E27FC236}">
                <a16:creationId xmlns:a16="http://schemas.microsoft.com/office/drawing/2014/main" id="{6FD92059-A22C-433B-8494-343CBC88ADC5}"/>
              </a:ext>
            </a:extLst>
          </p:cNvPr>
          <p:cNvSpPr>
            <a:spLocks noGrp="1"/>
          </p:cNvSpPr>
          <p:nvPr>
            <p:ph type="body" sz="quarter" idx="27" hasCustomPrompt="1"/>
          </p:nvPr>
        </p:nvSpPr>
        <p:spPr>
          <a:xfrm>
            <a:off x="2601913" y="18094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1"/>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2" name="Espace réservé du texte 21">
            <a:extLst>
              <a:ext uri="{FF2B5EF4-FFF2-40B4-BE49-F238E27FC236}">
                <a16:creationId xmlns:a16="http://schemas.microsoft.com/office/drawing/2014/main" id="{2487A579-BB10-4B9C-8037-89848E4EB31C}"/>
              </a:ext>
            </a:extLst>
          </p:cNvPr>
          <p:cNvSpPr>
            <a:spLocks noGrp="1"/>
          </p:cNvSpPr>
          <p:nvPr>
            <p:ph type="body" sz="quarter" idx="28" hasCustomPrompt="1"/>
          </p:nvPr>
        </p:nvSpPr>
        <p:spPr>
          <a:xfrm>
            <a:off x="2601913" y="29650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2"/>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33" name="Espace réservé du texte 21">
            <a:extLst>
              <a:ext uri="{FF2B5EF4-FFF2-40B4-BE49-F238E27FC236}">
                <a16:creationId xmlns:a16="http://schemas.microsoft.com/office/drawing/2014/main" id="{C0B0C0AB-7256-484A-8EF0-3BC6851D748F}"/>
              </a:ext>
            </a:extLst>
          </p:cNvPr>
          <p:cNvSpPr>
            <a:spLocks noGrp="1"/>
          </p:cNvSpPr>
          <p:nvPr>
            <p:ph type="body" sz="quarter" idx="29" hasCustomPrompt="1"/>
          </p:nvPr>
        </p:nvSpPr>
        <p:spPr>
          <a:xfrm>
            <a:off x="2601913" y="41206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3"/>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fr-FR"/>
              <a:t> </a:t>
            </a:r>
          </a:p>
        </p:txBody>
      </p:sp>
      <p:sp>
        <p:nvSpPr>
          <p:cNvPr id="5" name="Espace réservé de la date 4">
            <a:extLst>
              <a:ext uri="{FF2B5EF4-FFF2-40B4-BE49-F238E27FC236}">
                <a16:creationId xmlns:a16="http://schemas.microsoft.com/office/drawing/2014/main" id="{75997647-8494-4CC4-948F-29A8D49CBCEB}"/>
              </a:ext>
            </a:extLst>
          </p:cNvPr>
          <p:cNvSpPr>
            <a:spLocks noGrp="1"/>
          </p:cNvSpPr>
          <p:nvPr>
            <p:ph type="dt" sz="half" idx="30"/>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02B4AC02-49D4-4738-A9B4-B3DA90016A7F}"/>
              </a:ext>
            </a:extLst>
          </p:cNvPr>
          <p:cNvSpPr>
            <a:spLocks noGrp="1"/>
          </p:cNvSpPr>
          <p:nvPr>
            <p:ph type="ftr" sz="quarter" idx="31"/>
          </p:nvPr>
        </p:nvSpPr>
        <p:spPr/>
        <p:txBody>
          <a:bodyPr/>
          <a:lstStyle>
            <a:lvl1pPr>
              <a:defRPr>
                <a:solidFill>
                  <a:schemeClr val="tx1"/>
                </a:solidFill>
              </a:defRPr>
            </a:lvl1pPr>
          </a:lstStyle>
          <a:p>
            <a:r>
              <a:rPr lang="nl-NL"/>
              <a:t>ADNOC Upstream - TotalEnergies - 06/10/2025</a:t>
            </a:r>
            <a:endParaRPr lang="fr-FR"/>
          </a:p>
        </p:txBody>
      </p:sp>
      <p:sp>
        <p:nvSpPr>
          <p:cNvPr id="7" name="Espace réservé du numéro de diapositive 6">
            <a:extLst>
              <a:ext uri="{FF2B5EF4-FFF2-40B4-BE49-F238E27FC236}">
                <a16:creationId xmlns:a16="http://schemas.microsoft.com/office/drawing/2014/main" id="{28EE574D-092E-4259-81EB-81EA91E97CDA}"/>
              </a:ext>
            </a:extLst>
          </p:cNvPr>
          <p:cNvSpPr>
            <a:spLocks noGrp="1"/>
          </p:cNvSpPr>
          <p:nvPr>
            <p:ph type="sldNum" sz="quarter" idx="3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785001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p:nvPr>
        </p:nvSpPr>
        <p:spPr/>
        <p:txBody>
          <a:bodyPr/>
          <a:lstStyle>
            <a:lvl1pPr>
              <a:defRPr>
                <a:solidFill>
                  <a:schemeClr val="tx2"/>
                </a:solidFill>
              </a:defRPr>
            </a:lvl1pPr>
          </a:lstStyle>
          <a:p>
            <a:r>
              <a:rPr lang="fr-FR"/>
              <a:t>Modifiez le style du titre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fr-FR"/>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5780838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9B47C71-F46D-4EA0-AF6A-4962453CDD76}"/>
              </a:ext>
            </a:extLst>
          </p:cNvPr>
          <p:cNvSpPr>
            <a:spLocks noGrp="1"/>
          </p:cNvSpPr>
          <p:nvPr>
            <p:ph type="dt" sz="half" idx="10"/>
          </p:nvPr>
        </p:nvSpPr>
        <p:spPr/>
        <p:txBody>
          <a:bodyPr/>
          <a:lstStyle>
            <a:lvl1pPr>
              <a:defRPr>
                <a:solidFill>
                  <a:schemeClr val="tx1"/>
                </a:solidFill>
              </a:defRPr>
            </a:lvl1pPr>
          </a:lstStyle>
          <a:p>
            <a:endParaRPr lang="fr-FR"/>
          </a:p>
        </p:txBody>
      </p:sp>
      <p:sp>
        <p:nvSpPr>
          <p:cNvPr id="7" name="Espace réservé du pied de page 6">
            <a:extLst>
              <a:ext uri="{FF2B5EF4-FFF2-40B4-BE49-F238E27FC236}">
                <a16:creationId xmlns:a16="http://schemas.microsoft.com/office/drawing/2014/main" id="{0495B091-68ED-45A4-957C-92BBA7548811}"/>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8" name="Espace réservé du numéro de diapositive 7">
            <a:extLst>
              <a:ext uri="{FF2B5EF4-FFF2-40B4-BE49-F238E27FC236}">
                <a16:creationId xmlns:a16="http://schemas.microsoft.com/office/drawing/2014/main" id="{A4361BE1-6536-48FB-BC11-166BC54BD6F9}"/>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491913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nnex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9742" y="2845977"/>
            <a:ext cx="11160000" cy="1440000"/>
          </a:xfrm>
        </p:spPr>
        <p:txBody>
          <a:bodyPr anchor="t">
            <a:noAutofit/>
          </a:bodyPr>
          <a:lstStyle>
            <a:lvl1pPr>
              <a:lnSpc>
                <a:spcPct val="90000"/>
              </a:lnSpc>
              <a:defRPr sz="5000">
                <a:solidFill>
                  <a:schemeClr val="tx2"/>
                </a:solidFill>
              </a:defRPr>
            </a:lvl1pPr>
          </a:lstStyle>
          <a:p>
            <a:r>
              <a:rPr lang="fr-FR"/>
              <a:t>Modifiez le style du titre</a:t>
            </a:r>
          </a:p>
        </p:txBody>
      </p:sp>
      <p:sp>
        <p:nvSpPr>
          <p:cNvPr id="3" name="Espace réservé de la date 2">
            <a:extLst>
              <a:ext uri="{FF2B5EF4-FFF2-40B4-BE49-F238E27FC236}">
                <a16:creationId xmlns:a16="http://schemas.microsoft.com/office/drawing/2014/main" id="{C9E24192-EBCA-4782-93A3-6134ECDB202A}"/>
              </a:ext>
            </a:extLst>
          </p:cNvPr>
          <p:cNvSpPr>
            <a:spLocks noGrp="1"/>
          </p:cNvSpPr>
          <p:nvPr>
            <p:ph type="dt" sz="half" idx="10"/>
          </p:nvPr>
        </p:nvSpPr>
        <p:spPr/>
        <p:txBody>
          <a:bodyPr/>
          <a:lstStyle>
            <a:lvl1pPr>
              <a:defRPr>
                <a:solidFill>
                  <a:schemeClr val="tx1"/>
                </a:solidFill>
              </a:defRPr>
            </a:lvl1pPr>
          </a:lstStyle>
          <a:p>
            <a:endParaRPr lang="fr-FR"/>
          </a:p>
        </p:txBody>
      </p:sp>
      <p:sp>
        <p:nvSpPr>
          <p:cNvPr id="4" name="Espace réservé du pied de page 3">
            <a:extLst>
              <a:ext uri="{FF2B5EF4-FFF2-40B4-BE49-F238E27FC236}">
                <a16:creationId xmlns:a16="http://schemas.microsoft.com/office/drawing/2014/main" id="{8627768F-E755-49AE-BDD4-F22B941EE926}"/>
              </a:ext>
            </a:extLst>
          </p:cNvPr>
          <p:cNvSpPr>
            <a:spLocks noGrp="1"/>
          </p:cNvSpPr>
          <p:nvPr>
            <p:ph type="ftr" sz="quarter" idx="11"/>
          </p:nvPr>
        </p:nvSpPr>
        <p:spPr/>
        <p:txBody>
          <a:bodyPr/>
          <a:lstStyle>
            <a:lvl1pPr>
              <a:defRPr>
                <a:solidFill>
                  <a:schemeClr val="tx1"/>
                </a:solidFill>
              </a:defRPr>
            </a:lvl1pPr>
          </a:lstStyle>
          <a:p>
            <a:r>
              <a:rPr lang="nl-NL"/>
              <a:t>ADNOC Upstream - TotalEnergies - 06/10/2025</a:t>
            </a:r>
            <a:endParaRPr lang="fr-FR"/>
          </a:p>
        </p:txBody>
      </p:sp>
      <p:sp>
        <p:nvSpPr>
          <p:cNvPr id="5" name="Espace réservé du numéro de diapositive 4">
            <a:extLst>
              <a:ext uri="{FF2B5EF4-FFF2-40B4-BE49-F238E27FC236}">
                <a16:creationId xmlns:a16="http://schemas.microsoft.com/office/drawing/2014/main" id="{679213C8-C608-4F8F-B3E7-6893ECEEC936}"/>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2234978402"/>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itleOnly" preserve="1">
  <p:cSld name="Merci">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FB4134C-1D6E-45C5-A0CB-6875E698A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2316000" y="2845977"/>
            <a:ext cx="7560000" cy="828000"/>
          </a:xfrm>
        </p:spPr>
        <p:txBody>
          <a:bodyPr anchor="t">
            <a:noAutofit/>
          </a:bodyPr>
          <a:lstStyle>
            <a:lvl1pPr algn="ctr">
              <a:defRPr sz="4300">
                <a:solidFill>
                  <a:schemeClr val="tx1"/>
                </a:solidFill>
              </a:defRPr>
            </a:lvl1pPr>
          </a:lstStyle>
          <a:p>
            <a:r>
              <a:rPr lang="fr-FR"/>
              <a:t>Modifiez le style du titre</a:t>
            </a:r>
          </a:p>
        </p:txBody>
      </p:sp>
    </p:spTree>
    <p:extLst>
      <p:ext uri="{BB962C8B-B14F-4D97-AF65-F5344CB8AC3E}">
        <p14:creationId xmlns:p14="http://schemas.microsoft.com/office/powerpoint/2010/main" val="220634674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273063-0DF6-4043-B522-0B02E7572AC0}"/>
              </a:ext>
            </a:extLst>
          </p:cNvPr>
          <p:cNvSpPr/>
          <p:nvPr userDrawn="1"/>
        </p:nvSpPr>
        <p:spPr>
          <a:xfrm>
            <a:off x="240604" y="239401"/>
            <a:ext cx="11710800" cy="637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4" name="Rectangle 3"/>
          <p:cNvSpPr/>
          <p:nvPr userDrawn="1"/>
        </p:nvSpPr>
        <p:spPr bwMode="white">
          <a:xfrm>
            <a:off x="10546432" y="4"/>
            <a:ext cx="923259" cy="16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678844D0-934B-47B2-976A-5DC706F184DB}"/>
              </a:ext>
            </a:extLst>
          </p:cNvPr>
          <p:cNvSpPr>
            <a:spLocks noGrp="1"/>
          </p:cNvSpPr>
          <p:nvPr>
            <p:ph type="ctrTitle"/>
          </p:nvPr>
        </p:nvSpPr>
        <p:spPr>
          <a:xfrm>
            <a:off x="947744" y="2420940"/>
            <a:ext cx="8921749" cy="2418263"/>
          </a:xfrm>
        </p:spPr>
        <p:txBody>
          <a:bodyPr anchor="t"/>
          <a:lstStyle>
            <a:lvl1pPr algn="l">
              <a:defRPr sz="6667">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84DE0155-5A26-4810-BD12-030B4D703061}"/>
              </a:ext>
            </a:extLst>
          </p:cNvPr>
          <p:cNvSpPr>
            <a:spLocks noGrp="1"/>
          </p:cNvSpPr>
          <p:nvPr>
            <p:ph type="subTitle" idx="1"/>
          </p:nvPr>
        </p:nvSpPr>
        <p:spPr>
          <a:xfrm>
            <a:off x="947739" y="5787109"/>
            <a:ext cx="5148261" cy="252000"/>
          </a:xfrm>
        </p:spPr>
        <p:txBody>
          <a:bodyPr/>
          <a:lstStyle>
            <a:lvl1pPr marL="0" indent="0" algn="l">
              <a:spcBef>
                <a:spcPts val="0"/>
              </a:spcBef>
              <a:buNone/>
              <a:defRPr sz="1600" b="1" cap="all" baseline="0">
                <a:solidFill>
                  <a:schemeClr val="bg1"/>
                </a:solidFill>
              </a:defRPr>
            </a:lvl1pPr>
            <a:lvl2pPr marL="457053" indent="0" algn="ctr">
              <a:buNone/>
              <a:defRPr sz="2000"/>
            </a:lvl2pPr>
            <a:lvl3pPr marL="914106" indent="0" algn="ctr">
              <a:buNone/>
              <a:defRPr sz="1867"/>
            </a:lvl3pPr>
            <a:lvl4pPr marL="1371156" indent="0" algn="ctr">
              <a:buNone/>
              <a:defRPr sz="1600"/>
            </a:lvl4pPr>
            <a:lvl5pPr marL="1828209" indent="0" algn="ctr">
              <a:buNone/>
              <a:defRPr sz="1600"/>
            </a:lvl5pPr>
            <a:lvl6pPr marL="2285262" indent="0" algn="ctr">
              <a:buNone/>
              <a:defRPr sz="1600"/>
            </a:lvl6pPr>
            <a:lvl7pPr marL="2742311" indent="0" algn="ctr">
              <a:buNone/>
              <a:defRPr sz="1600"/>
            </a:lvl7pPr>
            <a:lvl8pPr marL="3199364" indent="0" algn="ctr">
              <a:buNone/>
              <a:defRPr sz="1600"/>
            </a:lvl8pPr>
            <a:lvl9pPr marL="3656418"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8EAD42DE-DDCB-4B3A-8426-83D77A703FC9}"/>
              </a:ext>
            </a:extLst>
          </p:cNvPr>
          <p:cNvCxnSpPr>
            <a:cxnSpLocks/>
          </p:cNvCxnSpPr>
          <p:nvPr userDrawn="1"/>
        </p:nvCxnSpPr>
        <p:spPr>
          <a:xfrm>
            <a:off x="725489" y="6138000"/>
            <a:ext cx="1074651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19BBB8-DB32-437A-919F-970F1C8615B6}"/>
              </a:ext>
            </a:extLst>
          </p:cNvPr>
          <p:cNvSpPr txBox="1"/>
          <p:nvPr userDrawn="1"/>
        </p:nvSpPr>
        <p:spPr>
          <a:xfrm>
            <a:off x="7749956" y="6180254"/>
            <a:ext cx="3719733" cy="375865"/>
          </a:xfrm>
          <a:prstGeom prst="rect">
            <a:avLst/>
          </a:prstGeom>
          <a:noFill/>
        </p:spPr>
        <p:txBody>
          <a:bodyPr wrap="square" lIns="0" tIns="0" rIns="0" bIns="0" rtlCol="0">
            <a:noAutofit/>
          </a:bodyPr>
          <a:lstStyle/>
          <a:p>
            <a:pPr algn="r" defTabSz="914106">
              <a:spcBef>
                <a:spcPts val="800"/>
              </a:spcBef>
            </a:pPr>
            <a:r>
              <a:rPr lang="en-GB" sz="1600" b="1">
                <a:solidFill>
                  <a:srgbClr val="1859A9"/>
                </a:solidFill>
              </a:rPr>
              <a:t>ABU DHABI NATIONAL OIL COMPANY</a:t>
            </a:r>
          </a:p>
        </p:txBody>
      </p:sp>
      <p:grpSp>
        <p:nvGrpSpPr>
          <p:cNvPr id="9" name="Group 8"/>
          <p:cNvGrpSpPr>
            <a:grpSpLocks noChangeAspect="1"/>
          </p:cNvGrpSpPr>
          <p:nvPr userDrawn="1"/>
        </p:nvGrpSpPr>
        <p:grpSpPr>
          <a:xfrm>
            <a:off x="10639084" y="333832"/>
            <a:ext cx="767941" cy="1201995"/>
            <a:chOff x="3986213" y="0"/>
            <a:chExt cx="4381501" cy="6858001"/>
          </a:xfrm>
          <a:solidFill>
            <a:schemeClr val="tx2"/>
          </a:solidFill>
        </p:grpSpPr>
        <p:sp>
          <p:nvSpPr>
            <p:cNvPr id="1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4"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cxnSp>
        <p:nvCxnSpPr>
          <p:cNvPr id="28" name="Straight Connector 27">
            <a:extLst>
              <a:ext uri="{FF2B5EF4-FFF2-40B4-BE49-F238E27FC236}">
                <a16:creationId xmlns:a16="http://schemas.microsoft.com/office/drawing/2014/main" id="{A820B125-6366-4323-A287-39A0472EAB2B}"/>
              </a:ext>
            </a:extLst>
          </p:cNvPr>
          <p:cNvCxnSpPr>
            <a:cxnSpLocks/>
          </p:cNvCxnSpPr>
          <p:nvPr userDrawn="1"/>
        </p:nvCxnSpPr>
        <p:spPr>
          <a:xfrm>
            <a:off x="946807"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D37BEDD-DE22-453C-BDA6-052325CFC0E3}"/>
              </a:ext>
            </a:extLst>
          </p:cNvPr>
          <p:cNvSpPr txBox="1"/>
          <p:nvPr userDrawn="1"/>
        </p:nvSpPr>
        <p:spPr>
          <a:xfrm>
            <a:off x="7750803" y="6181206"/>
            <a:ext cx="3719733" cy="375865"/>
          </a:xfrm>
          <a:prstGeom prst="rect">
            <a:avLst/>
          </a:prstGeom>
          <a:noFill/>
        </p:spPr>
        <p:txBody>
          <a:bodyPr wrap="square" lIns="0" tIns="0" rIns="0" bIns="0" rtlCol="0">
            <a:noAutofit/>
          </a:bodyPr>
          <a:lstStyle/>
          <a:p>
            <a:pPr algn="r" defTabSz="914106">
              <a:spcBef>
                <a:spcPts val="800"/>
              </a:spcBef>
            </a:pPr>
            <a:r>
              <a:rPr lang="en-GB" sz="1600" b="1">
                <a:solidFill>
                  <a:prstClr val="white"/>
                </a:solidFill>
              </a:rPr>
              <a:t>ADNOC ONSHORE</a:t>
            </a:r>
          </a:p>
        </p:txBody>
      </p:sp>
      <p:sp>
        <p:nvSpPr>
          <p:cNvPr id="5" name="Date Placeholder 4"/>
          <p:cNvSpPr>
            <a:spLocks noGrp="1"/>
          </p:cNvSpPr>
          <p:nvPr>
            <p:ph type="dt" sz="half" idx="10"/>
          </p:nvPr>
        </p:nvSpPr>
        <p:spPr>
          <a:xfrm>
            <a:off x="947743" y="5499315"/>
            <a:ext cx="5148261" cy="252000"/>
          </a:xfrm>
        </p:spPr>
        <p:txBody>
          <a:bodyPr/>
          <a:lstStyle>
            <a:lvl1pPr>
              <a:defRPr sz="1600" b="1" cap="all" baseline="0">
                <a:solidFill>
                  <a:schemeClr val="bg1"/>
                </a:solidFill>
              </a:defRPr>
            </a:lvl1pPr>
          </a:lstStyle>
          <a:p>
            <a:endParaRPr lang="en-GB">
              <a:solidFill>
                <a:prstClr val="white"/>
              </a:solidFill>
            </a:endParaRPr>
          </a:p>
        </p:txBody>
      </p:sp>
    </p:spTree>
    <p:extLst>
      <p:ext uri="{BB962C8B-B14F-4D97-AF65-F5344CB8AC3E}">
        <p14:creationId xmlns:p14="http://schemas.microsoft.com/office/powerpoint/2010/main" val="10577876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 Gre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273063-0DF6-4043-B522-0B02E7572AC0}"/>
              </a:ext>
            </a:extLst>
          </p:cNvPr>
          <p:cNvSpPr/>
          <p:nvPr userDrawn="1"/>
        </p:nvSpPr>
        <p:spPr>
          <a:xfrm>
            <a:off x="240604" y="239401"/>
            <a:ext cx="11710800" cy="637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4" name="Rectangle 3"/>
          <p:cNvSpPr/>
          <p:nvPr userDrawn="1"/>
        </p:nvSpPr>
        <p:spPr bwMode="white">
          <a:xfrm>
            <a:off x="10546432" y="4"/>
            <a:ext cx="923259" cy="16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678844D0-934B-47B2-976A-5DC706F184DB}"/>
              </a:ext>
            </a:extLst>
          </p:cNvPr>
          <p:cNvSpPr>
            <a:spLocks noGrp="1"/>
          </p:cNvSpPr>
          <p:nvPr>
            <p:ph type="ctrTitle"/>
          </p:nvPr>
        </p:nvSpPr>
        <p:spPr>
          <a:xfrm>
            <a:off x="947749" y="2420940"/>
            <a:ext cx="8921751" cy="2418263"/>
          </a:xfrm>
        </p:spPr>
        <p:txBody>
          <a:bodyPr anchor="t"/>
          <a:lstStyle>
            <a:lvl1pPr algn="l">
              <a:defRPr sz="6667">
                <a:solidFill>
                  <a:schemeClr val="bg1"/>
                </a:solidFill>
              </a:defRPr>
            </a:lvl1pPr>
          </a:lstStyle>
          <a:p>
            <a:r>
              <a:rPr lang="en-US"/>
              <a:t>Click to edit Master title style</a:t>
            </a:r>
            <a:endParaRPr lang="en-GB"/>
          </a:p>
        </p:txBody>
      </p:sp>
      <p:cxnSp>
        <p:nvCxnSpPr>
          <p:cNvPr id="13" name="Straight Connector 12">
            <a:extLst>
              <a:ext uri="{FF2B5EF4-FFF2-40B4-BE49-F238E27FC236}">
                <a16:creationId xmlns:a16="http://schemas.microsoft.com/office/drawing/2014/main" id="{8EAD42DE-DDCB-4B3A-8426-83D77A703FC9}"/>
              </a:ext>
            </a:extLst>
          </p:cNvPr>
          <p:cNvCxnSpPr>
            <a:cxnSpLocks/>
          </p:cNvCxnSpPr>
          <p:nvPr userDrawn="1"/>
        </p:nvCxnSpPr>
        <p:spPr>
          <a:xfrm>
            <a:off x="725489" y="6138000"/>
            <a:ext cx="1074651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p:cNvGrpSpPr>
            <a:grpSpLocks noChangeAspect="1"/>
          </p:cNvGrpSpPr>
          <p:nvPr userDrawn="1"/>
        </p:nvGrpSpPr>
        <p:grpSpPr>
          <a:xfrm>
            <a:off x="10639084" y="333832"/>
            <a:ext cx="767941" cy="1201995"/>
            <a:chOff x="3986213" y="0"/>
            <a:chExt cx="4381501" cy="6858001"/>
          </a:xfrm>
          <a:solidFill>
            <a:schemeClr val="tx2"/>
          </a:solidFill>
        </p:grpSpPr>
        <p:sp>
          <p:nvSpPr>
            <p:cNvPr id="1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4"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cxnSp>
        <p:nvCxnSpPr>
          <p:cNvPr id="28" name="Straight Connector 27">
            <a:extLst>
              <a:ext uri="{FF2B5EF4-FFF2-40B4-BE49-F238E27FC236}">
                <a16:creationId xmlns:a16="http://schemas.microsoft.com/office/drawing/2014/main" id="{A820B125-6366-4323-A287-39A0472EAB2B}"/>
              </a:ext>
            </a:extLst>
          </p:cNvPr>
          <p:cNvCxnSpPr>
            <a:cxnSpLocks/>
          </p:cNvCxnSpPr>
          <p:nvPr userDrawn="1"/>
        </p:nvCxnSpPr>
        <p:spPr>
          <a:xfrm>
            <a:off x="946807"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Subtitle 2">
            <a:extLst>
              <a:ext uri="{FF2B5EF4-FFF2-40B4-BE49-F238E27FC236}">
                <a16:creationId xmlns:a16="http://schemas.microsoft.com/office/drawing/2014/main" id="{84DE0155-5A26-4810-BD12-030B4D703061}"/>
              </a:ext>
            </a:extLst>
          </p:cNvPr>
          <p:cNvSpPr>
            <a:spLocks noGrp="1"/>
          </p:cNvSpPr>
          <p:nvPr>
            <p:ph type="subTitle" idx="1"/>
          </p:nvPr>
        </p:nvSpPr>
        <p:spPr>
          <a:xfrm>
            <a:off x="946810" y="5787109"/>
            <a:ext cx="5149199" cy="252000"/>
          </a:xfrm>
        </p:spPr>
        <p:txBody>
          <a:bodyPr/>
          <a:lstStyle>
            <a:lvl1pPr marL="0" indent="0" algn="l">
              <a:spcBef>
                <a:spcPts val="0"/>
              </a:spcBef>
              <a:buNone/>
              <a:defRPr sz="1600" b="1" cap="all" baseline="0">
                <a:solidFill>
                  <a:schemeClr val="bg1"/>
                </a:solidFill>
              </a:defRPr>
            </a:lvl1pPr>
            <a:lvl2pPr marL="457053" indent="0" algn="ctr">
              <a:buNone/>
              <a:defRPr sz="2000"/>
            </a:lvl2pPr>
            <a:lvl3pPr marL="914106" indent="0" algn="ctr">
              <a:buNone/>
              <a:defRPr sz="1867"/>
            </a:lvl3pPr>
            <a:lvl4pPr marL="1371156" indent="0" algn="ctr">
              <a:buNone/>
              <a:defRPr sz="1600"/>
            </a:lvl4pPr>
            <a:lvl5pPr marL="1828209" indent="0" algn="ctr">
              <a:buNone/>
              <a:defRPr sz="1600"/>
            </a:lvl5pPr>
            <a:lvl6pPr marL="2285262" indent="0" algn="ctr">
              <a:buNone/>
              <a:defRPr sz="1600"/>
            </a:lvl6pPr>
            <a:lvl7pPr marL="2742311" indent="0" algn="ctr">
              <a:buNone/>
              <a:defRPr sz="1600"/>
            </a:lvl7pPr>
            <a:lvl8pPr marL="3199364" indent="0" algn="ctr">
              <a:buNone/>
              <a:defRPr sz="1600"/>
            </a:lvl8pPr>
            <a:lvl9pPr marL="3656418" indent="0" algn="ctr">
              <a:buNone/>
              <a:defRPr sz="1600"/>
            </a:lvl9pPr>
          </a:lstStyle>
          <a:p>
            <a:r>
              <a:rPr lang="en-US"/>
              <a:t>Click to edit Master subtitle style</a:t>
            </a:r>
            <a:endParaRPr lang="en-GB"/>
          </a:p>
        </p:txBody>
      </p:sp>
      <p:sp>
        <p:nvSpPr>
          <p:cNvPr id="27" name="Date Placeholder 4"/>
          <p:cNvSpPr>
            <a:spLocks noGrp="1"/>
          </p:cNvSpPr>
          <p:nvPr>
            <p:ph type="dt" sz="half" idx="10"/>
          </p:nvPr>
        </p:nvSpPr>
        <p:spPr>
          <a:xfrm>
            <a:off x="947743" y="5499315"/>
            <a:ext cx="5148261" cy="252000"/>
          </a:xfrm>
        </p:spPr>
        <p:txBody>
          <a:bodyPr/>
          <a:lstStyle>
            <a:lvl1pPr>
              <a:defRPr sz="1600" b="1" cap="all" baseline="0">
                <a:solidFill>
                  <a:schemeClr val="bg1"/>
                </a:solidFill>
              </a:defRPr>
            </a:lvl1pPr>
          </a:lstStyle>
          <a:p>
            <a:endParaRPr lang="en-GB">
              <a:solidFill>
                <a:prstClr val="white"/>
              </a:solidFill>
            </a:endParaRPr>
          </a:p>
        </p:txBody>
      </p:sp>
      <p:sp>
        <p:nvSpPr>
          <p:cNvPr id="30" name="TextBox 29">
            <a:extLst>
              <a:ext uri="{FF2B5EF4-FFF2-40B4-BE49-F238E27FC236}">
                <a16:creationId xmlns:a16="http://schemas.microsoft.com/office/drawing/2014/main" id="{0D37BEDD-DE22-453C-BDA6-052325CFC0E3}"/>
              </a:ext>
            </a:extLst>
          </p:cNvPr>
          <p:cNvSpPr txBox="1"/>
          <p:nvPr userDrawn="1"/>
        </p:nvSpPr>
        <p:spPr>
          <a:xfrm>
            <a:off x="7750803" y="6181206"/>
            <a:ext cx="3719733" cy="375865"/>
          </a:xfrm>
          <a:prstGeom prst="rect">
            <a:avLst/>
          </a:prstGeom>
          <a:noFill/>
        </p:spPr>
        <p:txBody>
          <a:bodyPr wrap="square" lIns="0" tIns="0" rIns="0" bIns="0" rtlCol="0">
            <a:noAutofit/>
          </a:bodyPr>
          <a:lstStyle/>
          <a:p>
            <a:pPr algn="r" defTabSz="914106">
              <a:spcBef>
                <a:spcPts val="800"/>
              </a:spcBef>
              <a:defRPr/>
            </a:pPr>
            <a:r>
              <a:rPr lang="en-GB" sz="1600" b="1">
                <a:solidFill>
                  <a:prstClr val="white"/>
                </a:solidFill>
              </a:rPr>
              <a:t>ADNOC ONSHORE</a:t>
            </a:r>
          </a:p>
          <a:p>
            <a:pPr algn="r" defTabSz="914106">
              <a:spcBef>
                <a:spcPts val="800"/>
              </a:spcBef>
            </a:pPr>
            <a:endParaRPr lang="en-GB" sz="1600" b="1">
              <a:solidFill>
                <a:prstClr val="white"/>
              </a:solidFill>
            </a:endParaRPr>
          </a:p>
        </p:txBody>
      </p:sp>
    </p:spTree>
    <p:extLst>
      <p:ext uri="{BB962C8B-B14F-4D97-AF65-F5344CB8AC3E}">
        <p14:creationId xmlns:p14="http://schemas.microsoft.com/office/powerpoint/2010/main" val="37106223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 Light gre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273063-0DF6-4043-B522-0B02E7572AC0}"/>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4" name="Rectangle 3"/>
          <p:cNvSpPr/>
          <p:nvPr userDrawn="1"/>
        </p:nvSpPr>
        <p:spPr bwMode="white">
          <a:xfrm>
            <a:off x="10546432" y="4"/>
            <a:ext cx="923259" cy="16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678844D0-934B-47B2-976A-5DC706F184DB}"/>
              </a:ext>
            </a:extLst>
          </p:cNvPr>
          <p:cNvSpPr>
            <a:spLocks noGrp="1"/>
          </p:cNvSpPr>
          <p:nvPr>
            <p:ph type="ctrTitle"/>
          </p:nvPr>
        </p:nvSpPr>
        <p:spPr>
          <a:xfrm>
            <a:off x="947749" y="2420940"/>
            <a:ext cx="8921751" cy="2418263"/>
          </a:xfrm>
        </p:spPr>
        <p:txBody>
          <a:bodyPr anchor="t"/>
          <a:lstStyle>
            <a:lvl1pPr algn="l">
              <a:defRPr sz="6667">
                <a:solidFill>
                  <a:schemeClr val="tx2"/>
                </a:solidFill>
              </a:defRPr>
            </a:lvl1pPr>
          </a:lstStyle>
          <a:p>
            <a:r>
              <a:rPr lang="en-US"/>
              <a:t>Click to edit Master title style</a:t>
            </a:r>
            <a:endParaRPr lang="en-GB"/>
          </a:p>
        </p:txBody>
      </p:sp>
      <p:sp>
        <p:nvSpPr>
          <p:cNvPr id="15" name="TextBox 14">
            <a:extLst>
              <a:ext uri="{FF2B5EF4-FFF2-40B4-BE49-F238E27FC236}">
                <a16:creationId xmlns:a16="http://schemas.microsoft.com/office/drawing/2014/main" id="{4219BBB8-DB32-437A-919F-970F1C8615B6}"/>
              </a:ext>
            </a:extLst>
          </p:cNvPr>
          <p:cNvSpPr txBox="1"/>
          <p:nvPr userDrawn="1"/>
        </p:nvSpPr>
        <p:spPr>
          <a:xfrm>
            <a:off x="7749956" y="6180254"/>
            <a:ext cx="3719733" cy="375865"/>
          </a:xfrm>
          <a:prstGeom prst="rect">
            <a:avLst/>
          </a:prstGeom>
          <a:noFill/>
        </p:spPr>
        <p:txBody>
          <a:bodyPr wrap="square" lIns="0" tIns="0" rIns="0" bIns="0" rtlCol="0">
            <a:noAutofit/>
          </a:bodyPr>
          <a:lstStyle/>
          <a:p>
            <a:pPr algn="r" defTabSz="914106">
              <a:spcBef>
                <a:spcPts val="800"/>
              </a:spcBef>
              <a:defRPr/>
            </a:pPr>
            <a:r>
              <a:rPr lang="en-GB" sz="1600" b="1">
                <a:solidFill>
                  <a:srgbClr val="1859A9"/>
                </a:solidFill>
              </a:rPr>
              <a:t>ADNOC ONSHORE</a:t>
            </a:r>
          </a:p>
          <a:p>
            <a:pPr algn="r" defTabSz="914106">
              <a:spcBef>
                <a:spcPts val="800"/>
              </a:spcBef>
            </a:pPr>
            <a:endParaRPr lang="en-GB" sz="1600" b="1">
              <a:solidFill>
                <a:srgbClr val="1859A9"/>
              </a:solidFill>
            </a:endParaRPr>
          </a:p>
        </p:txBody>
      </p:sp>
      <p:grpSp>
        <p:nvGrpSpPr>
          <p:cNvPr id="9" name="Group 8"/>
          <p:cNvGrpSpPr>
            <a:grpSpLocks noChangeAspect="1"/>
          </p:cNvGrpSpPr>
          <p:nvPr userDrawn="1"/>
        </p:nvGrpSpPr>
        <p:grpSpPr>
          <a:xfrm>
            <a:off x="10639084" y="333832"/>
            <a:ext cx="767941" cy="1201995"/>
            <a:chOff x="3986213" y="0"/>
            <a:chExt cx="4381501" cy="6858001"/>
          </a:xfrm>
          <a:solidFill>
            <a:schemeClr val="tx2"/>
          </a:solidFill>
        </p:grpSpPr>
        <p:sp>
          <p:nvSpPr>
            <p:cNvPr id="1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4"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cxnSp>
        <p:nvCxnSpPr>
          <p:cNvPr id="28" name="Straight Connector 27">
            <a:extLst>
              <a:ext uri="{FF2B5EF4-FFF2-40B4-BE49-F238E27FC236}">
                <a16:creationId xmlns:a16="http://schemas.microsoft.com/office/drawing/2014/main" id="{A820B125-6366-4323-A287-39A0472EAB2B}"/>
              </a:ext>
            </a:extLst>
          </p:cNvPr>
          <p:cNvCxnSpPr>
            <a:cxnSpLocks/>
          </p:cNvCxnSpPr>
          <p:nvPr userDrawn="1"/>
        </p:nvCxnSpPr>
        <p:spPr>
          <a:xfrm>
            <a:off x="946805" y="6138000"/>
            <a:ext cx="10522889"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Subtitle 2">
            <a:extLst>
              <a:ext uri="{FF2B5EF4-FFF2-40B4-BE49-F238E27FC236}">
                <a16:creationId xmlns:a16="http://schemas.microsoft.com/office/drawing/2014/main" id="{84DE0155-5A26-4810-BD12-030B4D703061}"/>
              </a:ext>
            </a:extLst>
          </p:cNvPr>
          <p:cNvSpPr>
            <a:spLocks noGrp="1"/>
          </p:cNvSpPr>
          <p:nvPr>
            <p:ph type="subTitle" idx="1"/>
          </p:nvPr>
        </p:nvSpPr>
        <p:spPr>
          <a:xfrm>
            <a:off x="947739" y="5787109"/>
            <a:ext cx="5148261" cy="252000"/>
          </a:xfrm>
        </p:spPr>
        <p:txBody>
          <a:bodyPr/>
          <a:lstStyle>
            <a:lvl1pPr marL="0" indent="0" algn="l">
              <a:spcBef>
                <a:spcPts val="0"/>
              </a:spcBef>
              <a:buNone/>
              <a:defRPr sz="1600" b="1" cap="all" baseline="0">
                <a:solidFill>
                  <a:schemeClr val="tx2"/>
                </a:solidFill>
              </a:defRPr>
            </a:lvl1pPr>
            <a:lvl2pPr marL="457053" indent="0" algn="ctr">
              <a:buNone/>
              <a:defRPr sz="2000"/>
            </a:lvl2pPr>
            <a:lvl3pPr marL="914106" indent="0" algn="ctr">
              <a:buNone/>
              <a:defRPr sz="1867"/>
            </a:lvl3pPr>
            <a:lvl4pPr marL="1371156" indent="0" algn="ctr">
              <a:buNone/>
              <a:defRPr sz="1600"/>
            </a:lvl4pPr>
            <a:lvl5pPr marL="1828209" indent="0" algn="ctr">
              <a:buNone/>
              <a:defRPr sz="1600"/>
            </a:lvl5pPr>
            <a:lvl6pPr marL="2285262" indent="0" algn="ctr">
              <a:buNone/>
              <a:defRPr sz="1600"/>
            </a:lvl6pPr>
            <a:lvl7pPr marL="2742311" indent="0" algn="ctr">
              <a:buNone/>
              <a:defRPr sz="1600"/>
            </a:lvl7pPr>
            <a:lvl8pPr marL="3199364" indent="0" algn="ctr">
              <a:buNone/>
              <a:defRPr sz="1600"/>
            </a:lvl8pPr>
            <a:lvl9pPr marL="3656418" indent="0" algn="ctr">
              <a:buNone/>
              <a:defRPr sz="1600"/>
            </a:lvl9pPr>
          </a:lstStyle>
          <a:p>
            <a:r>
              <a:rPr lang="en-US"/>
              <a:t>Click to edit Master subtitle style</a:t>
            </a:r>
            <a:endParaRPr lang="en-GB"/>
          </a:p>
        </p:txBody>
      </p:sp>
      <p:sp>
        <p:nvSpPr>
          <p:cNvPr id="27" name="Date Placeholder 4"/>
          <p:cNvSpPr>
            <a:spLocks noGrp="1"/>
          </p:cNvSpPr>
          <p:nvPr>
            <p:ph type="dt" sz="half" idx="10"/>
          </p:nvPr>
        </p:nvSpPr>
        <p:spPr>
          <a:xfrm>
            <a:off x="947743" y="5499315"/>
            <a:ext cx="5148261" cy="252000"/>
          </a:xfrm>
        </p:spPr>
        <p:txBody>
          <a:bodyPr/>
          <a:lstStyle>
            <a:lvl1pPr>
              <a:defRPr sz="1600" b="1" cap="all" baseline="0">
                <a:solidFill>
                  <a:schemeClr val="tx2"/>
                </a:solidFill>
              </a:defRPr>
            </a:lvl1pPr>
          </a:lstStyle>
          <a:p>
            <a:endParaRPr lang="en-GB">
              <a:solidFill>
                <a:srgbClr val="1859A9"/>
              </a:solidFill>
            </a:endParaRPr>
          </a:p>
        </p:txBody>
      </p:sp>
    </p:spTree>
    <p:extLst>
      <p:ext uri="{BB962C8B-B14F-4D97-AF65-F5344CB8AC3E}">
        <p14:creationId xmlns:p14="http://schemas.microsoft.com/office/powerpoint/2010/main" val="53027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endParaRPr lang="en-GB">
              <a:solidFill>
                <a:srgbClr val="4D5156"/>
              </a:solidFill>
            </a:endParaRPr>
          </a:p>
        </p:txBody>
      </p:sp>
      <p:sp>
        <p:nvSpPr>
          <p:cNvPr id="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p:txBody>
          <a:bodyPr/>
          <a:lstStyle/>
          <a:p>
            <a:r>
              <a:rPr lang="nl-NL">
                <a:solidFill>
                  <a:srgbClr val="1859A9"/>
                </a:solidFill>
              </a:rPr>
              <a:t>ADNOC Upstream - TotalEnergies - 06/10/2025</a:t>
            </a:r>
            <a:endParaRPr lang="en-GB">
              <a:solidFill>
                <a:srgbClr val="1859A9"/>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grpSp>
        <p:nvGrpSpPr>
          <p:cNvPr id="28" name="Group 27"/>
          <p:cNvGrpSpPr>
            <a:grpSpLocks noChangeAspect="1"/>
          </p:cNvGrpSpPr>
          <p:nvPr userDrawn="1"/>
        </p:nvGrpSpPr>
        <p:grpSpPr>
          <a:xfrm>
            <a:off x="10810891" y="3"/>
            <a:ext cx="658803" cy="1222741"/>
            <a:chOff x="10546428" y="-86005"/>
            <a:chExt cx="923259" cy="1713580"/>
          </a:xfrm>
        </p:grpSpPr>
        <p:sp>
          <p:nvSpPr>
            <p:cNvPr id="29" name="Rectangle 28"/>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30" name="Group 29"/>
            <p:cNvGrpSpPr>
              <a:grpSpLocks noChangeAspect="1"/>
            </p:cNvGrpSpPr>
            <p:nvPr userDrawn="1"/>
          </p:nvGrpSpPr>
          <p:grpSpPr>
            <a:xfrm>
              <a:off x="10639077" y="333830"/>
              <a:ext cx="767941" cy="1201994"/>
              <a:chOff x="3986213" y="0"/>
              <a:chExt cx="4381501" cy="6858001"/>
            </a:xfrm>
            <a:solidFill>
              <a:schemeClr val="tx2"/>
            </a:solidFill>
          </p:grpSpPr>
          <p:sp>
            <p:nvSpPr>
              <p:cNvPr id="31"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2"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3"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4"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5"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6"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7"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8"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9"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0"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1"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2"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3"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4"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Tree>
    <p:extLst>
      <p:ext uri="{BB962C8B-B14F-4D97-AF65-F5344CB8AC3E}">
        <p14:creationId xmlns:p14="http://schemas.microsoft.com/office/powerpoint/2010/main" val="543560031"/>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46" y="2060575"/>
            <a:ext cx="10521951" cy="3998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endParaRPr lang="en-GB">
              <a:solidFill>
                <a:srgbClr val="4D5156"/>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grpSp>
        <p:nvGrpSpPr>
          <p:cNvPr id="8" name="Group 7"/>
          <p:cNvGrpSpPr>
            <a:grpSpLocks noChangeAspect="1"/>
          </p:cNvGrpSpPr>
          <p:nvPr userDrawn="1"/>
        </p:nvGrpSpPr>
        <p:grpSpPr>
          <a:xfrm>
            <a:off x="10810891" y="3"/>
            <a:ext cx="658803" cy="1222741"/>
            <a:chOff x="10546428" y="-86005"/>
            <a:chExt cx="923259" cy="1713580"/>
          </a:xfrm>
        </p:grpSpPr>
        <p:sp>
          <p:nvSpPr>
            <p:cNvPr id="11" name="Rectangle 10"/>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13" name="Group 12"/>
            <p:cNvGrpSpPr>
              <a:grpSpLocks noChangeAspect="1"/>
            </p:cNvGrpSpPr>
            <p:nvPr userDrawn="1"/>
          </p:nvGrpSpPr>
          <p:grpSpPr>
            <a:xfrm>
              <a:off x="10639077" y="333830"/>
              <a:ext cx="767941" cy="1201994"/>
              <a:chOff x="3986213" y="0"/>
              <a:chExt cx="4381501" cy="6858001"/>
            </a:xfrm>
            <a:solidFill>
              <a:schemeClr val="tx2"/>
            </a:solidFill>
          </p:grpSpPr>
          <p:sp>
            <p:nvSpPr>
              <p:cNvPr id="14"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5"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6"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7"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28"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2675067842"/>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 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4" y="239401"/>
            <a:ext cx="11710800" cy="637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43" y="2732403"/>
            <a:ext cx="10521951" cy="2322200"/>
          </a:xfrm>
        </p:spPr>
        <p:txBody>
          <a:bodyPr anchor="t"/>
          <a:lstStyle>
            <a:lvl1pPr>
              <a:defRPr sz="6667">
                <a:solidFill>
                  <a:schemeClr val="bg1"/>
                </a:solidFill>
              </a:defRPr>
            </a:lvl1pPr>
          </a:lstStyle>
          <a:p>
            <a:r>
              <a:rPr lang="en-US"/>
              <a:t>Click to edit Master title style</a:t>
            </a:r>
            <a:endParaRPr lang="en-GB"/>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a:off x="946807" y="6138000"/>
            <a:ext cx="1052288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6" y="6180254"/>
            <a:ext cx="3719733" cy="375865"/>
          </a:xfrm>
          <a:prstGeom prst="rect">
            <a:avLst/>
          </a:prstGeom>
          <a:noFill/>
        </p:spPr>
        <p:txBody>
          <a:bodyPr wrap="square" lIns="0" tIns="0" rIns="0" bIns="0" rtlCol="0">
            <a:noAutofit/>
          </a:bodyPr>
          <a:lstStyle/>
          <a:p>
            <a:pPr algn="r" defTabSz="914106">
              <a:spcBef>
                <a:spcPts val="800"/>
              </a:spcBef>
            </a:pPr>
            <a:r>
              <a:rPr lang="en-GB" sz="1600" b="1">
                <a:solidFill>
                  <a:prstClr val="white"/>
                </a:solidFill>
              </a:rPr>
              <a:t>ADNOC ONSHORE</a:t>
            </a:r>
          </a:p>
        </p:txBody>
      </p:sp>
      <p:sp>
        <p:nvSpPr>
          <p:cNvPr id="11" name="Rectangle 10"/>
          <p:cNvSpPr/>
          <p:nvPr userDrawn="1"/>
        </p:nvSpPr>
        <p:spPr bwMode="white">
          <a:xfrm>
            <a:off x="10546432" y="4"/>
            <a:ext cx="923259" cy="16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grpSp>
        <p:nvGrpSpPr>
          <p:cNvPr id="12" name="Group 11"/>
          <p:cNvGrpSpPr>
            <a:grpSpLocks noChangeAspect="1"/>
          </p:cNvGrpSpPr>
          <p:nvPr userDrawn="1"/>
        </p:nvGrpSpPr>
        <p:grpSpPr>
          <a:xfrm>
            <a:off x="10639084" y="333832"/>
            <a:ext cx="767941" cy="1201995"/>
            <a:chOff x="3986213" y="0"/>
            <a:chExt cx="4381501" cy="6858001"/>
          </a:xfrm>
          <a:solidFill>
            <a:schemeClr val="tx2"/>
          </a:solidFill>
        </p:grpSpPr>
        <p:sp>
          <p:nvSpPr>
            <p:cNvPr id="13"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4"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5"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6"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spTree>
    <p:extLst>
      <p:ext uri="{BB962C8B-B14F-4D97-AF65-F5344CB8AC3E}">
        <p14:creationId xmlns:p14="http://schemas.microsoft.com/office/powerpoint/2010/main" val="10671822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 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4" y="239401"/>
            <a:ext cx="11710800" cy="637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46" y="2732403"/>
            <a:ext cx="10521951" cy="2340280"/>
          </a:xfrm>
        </p:spPr>
        <p:txBody>
          <a:bodyPr anchor="t"/>
          <a:lstStyle>
            <a:lvl1pPr>
              <a:defRPr sz="6667">
                <a:solidFill>
                  <a:schemeClr val="bg1"/>
                </a:solidFill>
              </a:defRPr>
            </a:lvl1pPr>
          </a:lstStyle>
          <a:p>
            <a:r>
              <a:rPr lang="en-US"/>
              <a:t>Click to edit Master title style</a:t>
            </a:r>
            <a:endParaRPr lang="en-GB"/>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flipV="1">
            <a:off x="946805" y="6137335"/>
            <a:ext cx="10522889" cy="67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6" y="6180254"/>
            <a:ext cx="3719733" cy="375865"/>
          </a:xfrm>
          <a:prstGeom prst="rect">
            <a:avLst/>
          </a:prstGeom>
          <a:noFill/>
        </p:spPr>
        <p:txBody>
          <a:bodyPr wrap="square" lIns="0" tIns="0" rIns="0" bIns="0" rtlCol="0">
            <a:noAutofit/>
          </a:bodyPr>
          <a:lstStyle/>
          <a:p>
            <a:pPr algn="r" defTabSz="914106">
              <a:spcBef>
                <a:spcPts val="800"/>
              </a:spcBef>
              <a:defRPr/>
            </a:pPr>
            <a:r>
              <a:rPr lang="en-GB" sz="1600" b="1">
                <a:solidFill>
                  <a:prstClr val="white"/>
                </a:solidFill>
              </a:rPr>
              <a:t>ADNOC ONSHORE</a:t>
            </a:r>
          </a:p>
          <a:p>
            <a:pPr algn="r" defTabSz="914106">
              <a:spcBef>
                <a:spcPts val="800"/>
              </a:spcBef>
            </a:pPr>
            <a:endParaRPr lang="en-GB" sz="1600" b="1">
              <a:solidFill>
                <a:prstClr val="white"/>
              </a:solidFill>
            </a:endParaRPr>
          </a:p>
        </p:txBody>
      </p:sp>
      <p:sp>
        <p:nvSpPr>
          <p:cNvPr id="11" name="Rectangle 10"/>
          <p:cNvSpPr/>
          <p:nvPr userDrawn="1"/>
        </p:nvSpPr>
        <p:spPr bwMode="white">
          <a:xfrm>
            <a:off x="10546432" y="4"/>
            <a:ext cx="923259" cy="16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grpSp>
        <p:nvGrpSpPr>
          <p:cNvPr id="12" name="Group 11"/>
          <p:cNvGrpSpPr>
            <a:grpSpLocks noChangeAspect="1"/>
          </p:cNvGrpSpPr>
          <p:nvPr userDrawn="1"/>
        </p:nvGrpSpPr>
        <p:grpSpPr>
          <a:xfrm>
            <a:off x="10639084" y="333832"/>
            <a:ext cx="767941" cy="1201995"/>
            <a:chOff x="3986213" y="0"/>
            <a:chExt cx="4381501" cy="6858001"/>
          </a:xfrm>
          <a:solidFill>
            <a:schemeClr val="tx2"/>
          </a:solidFill>
        </p:grpSpPr>
        <p:sp>
          <p:nvSpPr>
            <p:cNvPr id="13"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4"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5"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6"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spTree>
    <p:extLst>
      <p:ext uri="{BB962C8B-B14F-4D97-AF65-F5344CB8AC3E}">
        <p14:creationId xmlns:p14="http://schemas.microsoft.com/office/powerpoint/2010/main" val="12022642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 Light 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04485-B9AA-421C-92A9-10ECD97E74ED}"/>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F211BC3D-310E-4C57-8C3E-0836A08AC24C}"/>
              </a:ext>
            </a:extLst>
          </p:cNvPr>
          <p:cNvSpPr>
            <a:spLocks noGrp="1"/>
          </p:cNvSpPr>
          <p:nvPr>
            <p:ph type="title"/>
          </p:nvPr>
        </p:nvSpPr>
        <p:spPr>
          <a:xfrm>
            <a:off x="947746" y="2732403"/>
            <a:ext cx="10521951" cy="2340280"/>
          </a:xfrm>
        </p:spPr>
        <p:txBody>
          <a:bodyPr anchor="t"/>
          <a:lstStyle>
            <a:lvl1pPr>
              <a:defRPr sz="6667">
                <a:solidFill>
                  <a:schemeClr val="tx2"/>
                </a:solidFill>
              </a:defRPr>
            </a:lvl1pPr>
          </a:lstStyle>
          <a:p>
            <a:r>
              <a:rPr lang="en-US"/>
              <a:t>Click to edit Master title style</a:t>
            </a:r>
            <a:endParaRPr lang="en-GB"/>
          </a:p>
        </p:txBody>
      </p:sp>
      <p:cxnSp>
        <p:nvCxnSpPr>
          <p:cNvPr id="7" name="Straight Connector 6">
            <a:extLst>
              <a:ext uri="{FF2B5EF4-FFF2-40B4-BE49-F238E27FC236}">
                <a16:creationId xmlns:a16="http://schemas.microsoft.com/office/drawing/2014/main" id="{A820B125-6366-4323-A287-39A0472EAB2B}"/>
              </a:ext>
            </a:extLst>
          </p:cNvPr>
          <p:cNvCxnSpPr>
            <a:cxnSpLocks/>
          </p:cNvCxnSpPr>
          <p:nvPr userDrawn="1"/>
        </p:nvCxnSpPr>
        <p:spPr>
          <a:xfrm flipV="1">
            <a:off x="946805" y="6137335"/>
            <a:ext cx="10522889" cy="671"/>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37BEDD-DE22-453C-BDA6-052325CFC0E3}"/>
              </a:ext>
            </a:extLst>
          </p:cNvPr>
          <p:cNvSpPr txBox="1"/>
          <p:nvPr userDrawn="1"/>
        </p:nvSpPr>
        <p:spPr>
          <a:xfrm>
            <a:off x="7749956" y="6180254"/>
            <a:ext cx="3719733" cy="375865"/>
          </a:xfrm>
          <a:prstGeom prst="rect">
            <a:avLst/>
          </a:prstGeom>
          <a:noFill/>
        </p:spPr>
        <p:txBody>
          <a:bodyPr wrap="square" lIns="0" tIns="0" rIns="0" bIns="0" rtlCol="0">
            <a:noAutofit/>
          </a:bodyPr>
          <a:lstStyle/>
          <a:p>
            <a:pPr algn="r" defTabSz="914106">
              <a:spcBef>
                <a:spcPts val="800"/>
              </a:spcBef>
            </a:pPr>
            <a:r>
              <a:rPr lang="en-GB" sz="1600" b="1">
                <a:solidFill>
                  <a:srgbClr val="1859A9"/>
                </a:solidFill>
              </a:rPr>
              <a:t>ADNOC ONSHORE</a:t>
            </a:r>
          </a:p>
        </p:txBody>
      </p:sp>
      <p:sp>
        <p:nvSpPr>
          <p:cNvPr id="11" name="Rectangle 10"/>
          <p:cNvSpPr/>
          <p:nvPr userDrawn="1"/>
        </p:nvSpPr>
        <p:spPr bwMode="white">
          <a:xfrm>
            <a:off x="10546432" y="4"/>
            <a:ext cx="923259" cy="16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grpSp>
        <p:nvGrpSpPr>
          <p:cNvPr id="12" name="Group 11"/>
          <p:cNvGrpSpPr>
            <a:grpSpLocks noChangeAspect="1"/>
          </p:cNvGrpSpPr>
          <p:nvPr userDrawn="1"/>
        </p:nvGrpSpPr>
        <p:grpSpPr>
          <a:xfrm>
            <a:off x="10639084" y="333832"/>
            <a:ext cx="767941" cy="1201995"/>
            <a:chOff x="3986213" y="0"/>
            <a:chExt cx="4381501" cy="6858001"/>
          </a:xfrm>
          <a:solidFill>
            <a:schemeClr val="tx2"/>
          </a:solidFill>
        </p:grpSpPr>
        <p:sp>
          <p:nvSpPr>
            <p:cNvPr id="13"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4"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5"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6"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7"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8"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19"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0"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1"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2"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3"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4"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5"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6"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spTree>
    <p:extLst>
      <p:ext uri="{BB962C8B-B14F-4D97-AF65-F5344CB8AC3E}">
        <p14:creationId xmlns:p14="http://schemas.microsoft.com/office/powerpoint/2010/main" val="39868927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756D81-CD19-4A02-8677-592C3864EA14}"/>
              </a:ext>
            </a:extLst>
          </p:cNvPr>
          <p:cNvSpPr/>
          <p:nvPr userDrawn="1"/>
        </p:nvSpPr>
        <p:spPr>
          <a:xfrm>
            <a:off x="152401" y="250200"/>
            <a:ext cx="11887203"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3EC5D0F6-4EAA-42EE-BA30-5B67AEFCE0D2}"/>
              </a:ext>
            </a:extLst>
          </p:cNvPr>
          <p:cNvSpPr>
            <a:spLocks noGrp="1"/>
          </p:cNvSpPr>
          <p:nvPr>
            <p:ph type="title"/>
          </p:nvPr>
        </p:nvSpPr>
        <p:spPr/>
        <p:txBody>
          <a:bodyPr/>
          <a:lstStyle/>
          <a:p>
            <a:r>
              <a:rPr lang="en-US"/>
              <a:t>Click to edit Master title style</a:t>
            </a:r>
            <a:endParaRPr lang="en-GB"/>
          </a:p>
        </p:txBody>
      </p:sp>
      <p:sp>
        <p:nvSpPr>
          <p:cNvPr id="5" name="Date Placeholder 4">
            <a:extLst>
              <a:ext uri="{FF2B5EF4-FFF2-40B4-BE49-F238E27FC236}">
                <a16:creationId xmlns:a16="http://schemas.microsoft.com/office/drawing/2014/main" id="{CC9F8B9E-AB46-4BE2-A5B1-941246A1F110}"/>
              </a:ext>
            </a:extLst>
          </p:cNvPr>
          <p:cNvSpPr>
            <a:spLocks noGrp="1"/>
          </p:cNvSpPr>
          <p:nvPr>
            <p:ph type="dt" sz="half" idx="10"/>
          </p:nvPr>
        </p:nvSpPr>
        <p:spPr/>
        <p:txBody>
          <a:bodyPr/>
          <a:lstStyle/>
          <a:p>
            <a:endParaRPr lang="en-GB">
              <a:solidFill>
                <a:srgbClr val="4D5156"/>
              </a:solidFill>
            </a:endParaRPr>
          </a:p>
        </p:txBody>
      </p:sp>
      <p:sp>
        <p:nvSpPr>
          <p:cNvPr id="7" name="Slide Number Placeholder 6">
            <a:extLst>
              <a:ext uri="{FF2B5EF4-FFF2-40B4-BE49-F238E27FC236}">
                <a16:creationId xmlns:a16="http://schemas.microsoft.com/office/drawing/2014/main" id="{3C9E20F6-0D16-4E7A-8505-96573591AAC9}"/>
              </a:ext>
            </a:extLst>
          </p:cNvPr>
          <p:cNvSpPr>
            <a:spLocks noGrp="1"/>
          </p:cNvSpPr>
          <p:nvPr>
            <p:ph type="sldNum" sz="quarter" idx="12"/>
          </p:nvPr>
        </p:nvSpPr>
        <p:spPr>
          <a:xfrm>
            <a:off x="174751" y="6420451"/>
            <a:ext cx="360000" cy="180000"/>
          </a:xfrm>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1" name="Text Placeholder 11">
            <a:extLst>
              <a:ext uri="{FF2B5EF4-FFF2-40B4-BE49-F238E27FC236}">
                <a16:creationId xmlns:a16="http://schemas.microsoft.com/office/drawing/2014/main" id="{A4B1A43A-BE05-43C8-BBC6-DC87AA89C650}"/>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sp>
        <p:nvSpPr>
          <p:cNvPr id="12" name="Content Placeholder 2">
            <a:extLst>
              <a:ext uri="{FF2B5EF4-FFF2-40B4-BE49-F238E27FC236}">
                <a16:creationId xmlns:a16="http://schemas.microsoft.com/office/drawing/2014/main" id="{9F860E4C-5CCD-49F3-831A-52D4B2B97E80}"/>
              </a:ext>
            </a:extLst>
          </p:cNvPr>
          <p:cNvSpPr>
            <a:spLocks noGrp="1"/>
          </p:cNvSpPr>
          <p:nvPr>
            <p:ph idx="1"/>
          </p:nvPr>
        </p:nvSpPr>
        <p:spPr>
          <a:xfrm>
            <a:off x="947738" y="2060580"/>
            <a:ext cx="5148265"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58E6AD55-6843-479D-8C8B-5E75C90FD94A}"/>
              </a:ext>
            </a:extLst>
          </p:cNvPr>
          <p:cNvSpPr>
            <a:spLocks noGrp="1"/>
          </p:cNvSpPr>
          <p:nvPr>
            <p:ph idx="14"/>
          </p:nvPr>
        </p:nvSpPr>
        <p:spPr>
          <a:xfrm>
            <a:off x="6311903" y="2059424"/>
            <a:ext cx="5160100" cy="4000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47" name="Group 46"/>
          <p:cNvGrpSpPr>
            <a:grpSpLocks noChangeAspect="1"/>
          </p:cNvGrpSpPr>
          <p:nvPr userDrawn="1"/>
        </p:nvGrpSpPr>
        <p:grpSpPr>
          <a:xfrm>
            <a:off x="11410591" y="67656"/>
            <a:ext cx="585899" cy="1087435"/>
            <a:chOff x="10546428" y="-86005"/>
            <a:chExt cx="923259" cy="1713580"/>
          </a:xfrm>
        </p:grpSpPr>
        <p:sp>
          <p:nvSpPr>
            <p:cNvPr id="48" name="Rectangle 47"/>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49" name="Group 48"/>
            <p:cNvGrpSpPr>
              <a:grpSpLocks noChangeAspect="1"/>
            </p:cNvGrpSpPr>
            <p:nvPr userDrawn="1"/>
          </p:nvGrpSpPr>
          <p:grpSpPr>
            <a:xfrm>
              <a:off x="10639077" y="333830"/>
              <a:ext cx="767941" cy="1201994"/>
              <a:chOff x="3986213" y="0"/>
              <a:chExt cx="4381501" cy="6858001"/>
            </a:xfrm>
            <a:solidFill>
              <a:schemeClr val="tx2"/>
            </a:solidFill>
          </p:grpSpPr>
          <p:sp>
            <p:nvSpPr>
              <p:cNvPr id="5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3"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4"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5"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6"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7"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8"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9"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0"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1"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2"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3"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27"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153729" y="4486208"/>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1834970974"/>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93" y="442801"/>
            <a:ext cx="5366212" cy="110160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43" y="2060580"/>
            <a:ext cx="5148261"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endParaRPr lang="en-GB">
              <a:solidFill>
                <a:srgbClr val="4D5156"/>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sp>
        <p:nvSpPr>
          <p:cNvPr id="13" name="Picture Placeholder 13">
            <a:extLst>
              <a:ext uri="{FF2B5EF4-FFF2-40B4-BE49-F238E27FC236}">
                <a16:creationId xmlns:a16="http://schemas.microsoft.com/office/drawing/2014/main" id="{987CEB89-FE4D-43FC-A6AA-6981A9E76680}"/>
              </a:ext>
            </a:extLst>
          </p:cNvPr>
          <p:cNvSpPr>
            <a:spLocks noGrp="1"/>
          </p:cNvSpPr>
          <p:nvPr>
            <p:ph type="pic" sz="quarter" idx="17"/>
          </p:nvPr>
        </p:nvSpPr>
        <p:spPr>
          <a:xfrm>
            <a:off x="7129473" y="239404"/>
            <a:ext cx="4821935" cy="6379893"/>
          </a:xfrm>
          <a:custGeom>
            <a:avLst/>
            <a:gdLst>
              <a:gd name="connsiteX0" fmla="*/ 0 w 4821933"/>
              <a:gd name="connsiteY0" fmla="*/ 0 h 3056400"/>
              <a:gd name="connsiteX1" fmla="*/ 4821933 w 4821933"/>
              <a:gd name="connsiteY1" fmla="*/ 0 h 3056400"/>
              <a:gd name="connsiteX2" fmla="*/ 4821933 w 4821933"/>
              <a:gd name="connsiteY2" fmla="*/ 3056400 h 3056400"/>
              <a:gd name="connsiteX3" fmla="*/ 0 w 4821933"/>
              <a:gd name="connsiteY3" fmla="*/ 3056400 h 3056400"/>
              <a:gd name="connsiteX4" fmla="*/ 0 w 4821933"/>
              <a:gd name="connsiteY4" fmla="*/ 0 h 3056400"/>
              <a:gd name="connsiteX0" fmla="*/ 0 w 4821933"/>
              <a:gd name="connsiteY0" fmla="*/ 1959 h 3058359"/>
              <a:gd name="connsiteX1" fmla="*/ 3415603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5603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1959 h 3058359"/>
              <a:gd name="connsiteX1" fmla="*/ 3418971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8971 w 4821933"/>
              <a:gd name="connsiteY1" fmla="*/ 67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679 h 3056400"/>
              <a:gd name="connsiteX2" fmla="*/ 4343416 w 4821933"/>
              <a:gd name="connsiteY2" fmla="*/ 745 h 3056400"/>
              <a:gd name="connsiteX3" fmla="*/ 4821933 w 4821933"/>
              <a:gd name="connsiteY3" fmla="*/ 0 h 3056400"/>
              <a:gd name="connsiteX4" fmla="*/ 4821933 w 4821933"/>
              <a:gd name="connsiteY4" fmla="*/ 3056400 h 3056400"/>
              <a:gd name="connsiteX5" fmla="*/ 0 w 4821933"/>
              <a:gd name="connsiteY5" fmla="*/ 3056400 h 3056400"/>
              <a:gd name="connsiteX6" fmla="*/ 0 w 4821933"/>
              <a:gd name="connsiteY6" fmla="*/ 0 h 3056400"/>
              <a:gd name="connsiteX0" fmla="*/ 0 w 4821933"/>
              <a:gd name="connsiteY0" fmla="*/ 0 h 3056400"/>
              <a:gd name="connsiteX1" fmla="*/ 3418971 w 4821933"/>
              <a:gd name="connsiteY1" fmla="*/ 679 h 3056400"/>
              <a:gd name="connsiteX2" fmla="*/ 3744372 w 4821933"/>
              <a:gd name="connsiteY2" fmla="*/ 745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8971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3989795 w 4821933"/>
              <a:gd name="connsiteY3" fmla="*/ 531177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65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38654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6379893"/>
              <a:gd name="connsiteX1" fmla="*/ 3416332 w 4821933"/>
              <a:gd name="connsiteY1" fmla="*/ 679 h 6379893"/>
              <a:gd name="connsiteX2" fmla="*/ 3416947 w 4821933"/>
              <a:gd name="connsiteY2" fmla="*/ 1388839 h 6379893"/>
              <a:gd name="connsiteX3" fmla="*/ 4340777 w 4821933"/>
              <a:gd name="connsiteY3" fmla="*/ 1388839 h 6379893"/>
              <a:gd name="connsiteX4" fmla="*/ 4341035 w 4821933"/>
              <a:gd name="connsiteY4" fmla="*/ 745 h 6379893"/>
              <a:gd name="connsiteX5" fmla="*/ 4821933 w 4821933"/>
              <a:gd name="connsiteY5" fmla="*/ 0 h 6379893"/>
              <a:gd name="connsiteX6" fmla="*/ 4821933 w 4821933"/>
              <a:gd name="connsiteY6" fmla="*/ 3056400 h 6379893"/>
              <a:gd name="connsiteX7" fmla="*/ 0 w 4821933"/>
              <a:gd name="connsiteY7" fmla="*/ 6379893 h 6379893"/>
              <a:gd name="connsiteX8" fmla="*/ 0 w 4821933"/>
              <a:gd name="connsiteY8" fmla="*/ 0 h 6379893"/>
              <a:gd name="connsiteX0" fmla="*/ 0 w 4821933"/>
              <a:gd name="connsiteY0" fmla="*/ 0 h 6391616"/>
              <a:gd name="connsiteX1" fmla="*/ 3416332 w 4821933"/>
              <a:gd name="connsiteY1" fmla="*/ 679 h 6391616"/>
              <a:gd name="connsiteX2" fmla="*/ 3416947 w 4821933"/>
              <a:gd name="connsiteY2" fmla="*/ 1388839 h 6391616"/>
              <a:gd name="connsiteX3" fmla="*/ 4340777 w 4821933"/>
              <a:gd name="connsiteY3" fmla="*/ 1388839 h 6391616"/>
              <a:gd name="connsiteX4" fmla="*/ 4341035 w 4821933"/>
              <a:gd name="connsiteY4" fmla="*/ 745 h 6391616"/>
              <a:gd name="connsiteX5" fmla="*/ 4821933 w 4821933"/>
              <a:gd name="connsiteY5" fmla="*/ 0 h 6391616"/>
              <a:gd name="connsiteX6" fmla="*/ 4821933 w 4821933"/>
              <a:gd name="connsiteY6" fmla="*/ 6391616 h 6391616"/>
              <a:gd name="connsiteX7" fmla="*/ 0 w 4821933"/>
              <a:gd name="connsiteY7" fmla="*/ 6379893 h 6391616"/>
              <a:gd name="connsiteX8" fmla="*/ 0 w 4821933"/>
              <a:gd name="connsiteY8" fmla="*/ 0 h 6391616"/>
              <a:gd name="connsiteX0" fmla="*/ 0 w 4821933"/>
              <a:gd name="connsiteY0" fmla="*/ 0 h 6385754"/>
              <a:gd name="connsiteX1" fmla="*/ 3416332 w 4821933"/>
              <a:gd name="connsiteY1" fmla="*/ 679 h 6385754"/>
              <a:gd name="connsiteX2" fmla="*/ 3416947 w 4821933"/>
              <a:gd name="connsiteY2" fmla="*/ 1388839 h 6385754"/>
              <a:gd name="connsiteX3" fmla="*/ 4340777 w 4821933"/>
              <a:gd name="connsiteY3" fmla="*/ 1388839 h 6385754"/>
              <a:gd name="connsiteX4" fmla="*/ 4341035 w 4821933"/>
              <a:gd name="connsiteY4" fmla="*/ 745 h 6385754"/>
              <a:gd name="connsiteX5" fmla="*/ 4821933 w 4821933"/>
              <a:gd name="connsiteY5" fmla="*/ 0 h 6385754"/>
              <a:gd name="connsiteX6" fmla="*/ 4821933 w 4821933"/>
              <a:gd name="connsiteY6" fmla="*/ 6385754 h 6385754"/>
              <a:gd name="connsiteX7" fmla="*/ 0 w 4821933"/>
              <a:gd name="connsiteY7" fmla="*/ 6379893 h 6385754"/>
              <a:gd name="connsiteX8" fmla="*/ 0 w 4821933"/>
              <a:gd name="connsiteY8" fmla="*/ 0 h 6385754"/>
              <a:gd name="connsiteX0" fmla="*/ 0 w 4821933"/>
              <a:gd name="connsiteY0" fmla="*/ 0 h 6379893"/>
              <a:gd name="connsiteX1" fmla="*/ 3416332 w 4821933"/>
              <a:gd name="connsiteY1" fmla="*/ 679 h 6379893"/>
              <a:gd name="connsiteX2" fmla="*/ 3416947 w 4821933"/>
              <a:gd name="connsiteY2" fmla="*/ 1388839 h 6379893"/>
              <a:gd name="connsiteX3" fmla="*/ 4340777 w 4821933"/>
              <a:gd name="connsiteY3" fmla="*/ 1388839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416332 w 4821933"/>
              <a:gd name="connsiteY1" fmla="*/ 679 h 6379893"/>
              <a:gd name="connsiteX2" fmla="*/ 3416947 w 4821933"/>
              <a:gd name="connsiteY2" fmla="*/ 1388839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416332 w 4821933"/>
              <a:gd name="connsiteY1" fmla="*/ 679 h 6379893"/>
              <a:gd name="connsiteX2" fmla="*/ 3416947 w 4821933"/>
              <a:gd name="connsiteY2" fmla="*/ 984027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416332 w 4821933"/>
              <a:gd name="connsiteY1" fmla="*/ 679 h 6379893"/>
              <a:gd name="connsiteX2" fmla="*/ 3681266 w 4821933"/>
              <a:gd name="connsiteY2" fmla="*/ 984027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 name="connsiteX0" fmla="*/ 0 w 4821933"/>
              <a:gd name="connsiteY0" fmla="*/ 0 h 6379893"/>
              <a:gd name="connsiteX1" fmla="*/ 3678270 w 4821933"/>
              <a:gd name="connsiteY1" fmla="*/ 679 h 6379893"/>
              <a:gd name="connsiteX2" fmla="*/ 3681266 w 4821933"/>
              <a:gd name="connsiteY2" fmla="*/ 984027 h 6379893"/>
              <a:gd name="connsiteX3" fmla="*/ 4340777 w 4821933"/>
              <a:gd name="connsiteY3" fmla="*/ 984026 h 6379893"/>
              <a:gd name="connsiteX4" fmla="*/ 4341035 w 4821933"/>
              <a:gd name="connsiteY4" fmla="*/ 745 h 6379893"/>
              <a:gd name="connsiteX5" fmla="*/ 4821933 w 4821933"/>
              <a:gd name="connsiteY5" fmla="*/ 0 h 6379893"/>
              <a:gd name="connsiteX6" fmla="*/ 4821933 w 4821933"/>
              <a:gd name="connsiteY6" fmla="*/ 6379893 h 6379893"/>
              <a:gd name="connsiteX7" fmla="*/ 0 w 4821933"/>
              <a:gd name="connsiteY7" fmla="*/ 6379893 h 6379893"/>
              <a:gd name="connsiteX8" fmla="*/ 0 w 4821933"/>
              <a:gd name="connsiteY8" fmla="*/ 0 h 6379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1933" h="6379893">
                <a:moveTo>
                  <a:pt x="0" y="0"/>
                </a:moveTo>
                <a:lnTo>
                  <a:pt x="3678270" y="679"/>
                </a:lnTo>
                <a:cubicBezTo>
                  <a:pt x="3678540" y="463399"/>
                  <a:pt x="3680996" y="521307"/>
                  <a:pt x="3681266" y="984027"/>
                </a:cubicBezTo>
                <a:lnTo>
                  <a:pt x="4340777" y="984026"/>
                </a:lnTo>
                <a:cubicBezTo>
                  <a:pt x="4339275" y="521328"/>
                  <a:pt x="4340155" y="463443"/>
                  <a:pt x="4341035" y="745"/>
                </a:cubicBezTo>
                <a:lnTo>
                  <a:pt x="4821933" y="0"/>
                </a:lnTo>
                <a:lnTo>
                  <a:pt x="4821933" y="6379893"/>
                </a:lnTo>
                <a:lnTo>
                  <a:pt x="0" y="6379893"/>
                </a:lnTo>
                <a:lnTo>
                  <a:pt x="0" y="0"/>
                </a:lnTo>
                <a:close/>
              </a:path>
            </a:pathLst>
          </a:custGeom>
        </p:spPr>
        <p:txBody>
          <a:bodyPr/>
          <a:lstStyle/>
          <a:p>
            <a:r>
              <a:rPr lang="en-US"/>
              <a:t>Drag picture to placeholder or click icon to add</a:t>
            </a:r>
            <a:endParaRPr lang="en-GB"/>
          </a:p>
        </p:txBody>
      </p:sp>
      <p:grpSp>
        <p:nvGrpSpPr>
          <p:cNvPr id="48" name="Group 47"/>
          <p:cNvGrpSpPr>
            <a:grpSpLocks noChangeAspect="1"/>
          </p:cNvGrpSpPr>
          <p:nvPr userDrawn="1"/>
        </p:nvGrpSpPr>
        <p:grpSpPr>
          <a:xfrm>
            <a:off x="11297869" y="65473"/>
            <a:ext cx="588249" cy="1091803"/>
            <a:chOff x="10546428" y="-86005"/>
            <a:chExt cx="923259" cy="1713580"/>
          </a:xfrm>
        </p:grpSpPr>
        <p:sp>
          <p:nvSpPr>
            <p:cNvPr id="49" name="Rectangle 48"/>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50" name="Group 49"/>
            <p:cNvGrpSpPr>
              <a:grpSpLocks noChangeAspect="1"/>
            </p:cNvGrpSpPr>
            <p:nvPr userDrawn="1"/>
          </p:nvGrpSpPr>
          <p:grpSpPr>
            <a:xfrm>
              <a:off x="10639077" y="333830"/>
              <a:ext cx="767941" cy="1201994"/>
              <a:chOff x="3986213" y="0"/>
              <a:chExt cx="4381501" cy="6858001"/>
            </a:xfrm>
            <a:solidFill>
              <a:schemeClr val="tx2"/>
            </a:solidFill>
          </p:grpSpPr>
          <p:sp>
            <p:nvSpPr>
              <p:cNvPr id="51"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2"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3"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4"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5"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6"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7"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8"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9"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0"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1"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2"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3"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4"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27"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3246358753"/>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and picture alternativ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31076"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93" y="442801"/>
            <a:ext cx="5366212" cy="110160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43" y="2060580"/>
            <a:ext cx="5148261"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endParaRPr lang="en-GB">
              <a:solidFill>
                <a:srgbClr val="4D5156"/>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sp>
        <p:nvSpPr>
          <p:cNvPr id="13" name="Picture Placeholder 13">
            <a:extLst>
              <a:ext uri="{FF2B5EF4-FFF2-40B4-BE49-F238E27FC236}">
                <a16:creationId xmlns:a16="http://schemas.microsoft.com/office/drawing/2014/main" id="{987CEB89-FE4D-43FC-A6AA-6981A9E76680}"/>
              </a:ext>
            </a:extLst>
          </p:cNvPr>
          <p:cNvSpPr>
            <a:spLocks noGrp="1"/>
          </p:cNvSpPr>
          <p:nvPr>
            <p:ph type="pic" sz="quarter" idx="17"/>
          </p:nvPr>
        </p:nvSpPr>
        <p:spPr>
          <a:xfrm>
            <a:off x="7129474" y="239404"/>
            <a:ext cx="5062533" cy="6379893"/>
          </a:xfrm>
          <a:prstGeom prst="rect">
            <a:avLst/>
          </a:prstGeom>
        </p:spPr>
        <p:txBody>
          <a:bodyPr/>
          <a:lstStyle/>
          <a:p>
            <a:r>
              <a:rPr lang="en-US"/>
              <a:t>Drag picture to placeholder or click icon to add</a:t>
            </a:r>
            <a:endParaRPr lang="en-GB"/>
          </a:p>
        </p:txBody>
      </p:sp>
      <p:sp>
        <p:nvSpPr>
          <p:cNvPr id="10"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951696885"/>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945698" y="2059434"/>
            <a:ext cx="10526311" cy="4353649"/>
          </a:xfrm>
        </p:spPr>
        <p:txBody>
          <a:bodyPr/>
          <a:lstStyle/>
          <a:p>
            <a:r>
              <a:rPr lang="en-US"/>
              <a:t>Drag picture to placeholder or click icon to add</a:t>
            </a:r>
            <a:endParaRPr lang="en-GB"/>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5693" y="442801"/>
            <a:ext cx="5366212" cy="1101600"/>
          </a:xfrm>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grpSp>
        <p:nvGrpSpPr>
          <p:cNvPr id="47" name="Group 46"/>
          <p:cNvGrpSpPr>
            <a:grpSpLocks noChangeAspect="1"/>
          </p:cNvGrpSpPr>
          <p:nvPr userDrawn="1"/>
        </p:nvGrpSpPr>
        <p:grpSpPr>
          <a:xfrm>
            <a:off x="10810891" y="3"/>
            <a:ext cx="658803" cy="1222741"/>
            <a:chOff x="10546428" y="-86005"/>
            <a:chExt cx="923259" cy="1713580"/>
          </a:xfrm>
        </p:grpSpPr>
        <p:sp>
          <p:nvSpPr>
            <p:cNvPr id="48" name="Rectangle 47"/>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49" name="Group 48"/>
            <p:cNvGrpSpPr>
              <a:grpSpLocks noChangeAspect="1"/>
            </p:cNvGrpSpPr>
            <p:nvPr userDrawn="1"/>
          </p:nvGrpSpPr>
          <p:grpSpPr>
            <a:xfrm>
              <a:off x="10639077" y="333830"/>
              <a:ext cx="767941" cy="1201994"/>
              <a:chOff x="3986213" y="0"/>
              <a:chExt cx="4381501" cy="6858001"/>
            </a:xfrm>
            <a:solidFill>
              <a:schemeClr val="tx2"/>
            </a:solidFill>
          </p:grpSpPr>
          <p:sp>
            <p:nvSpPr>
              <p:cNvPr id="5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3"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4"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5"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6"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7"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8"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9"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0"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1"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2"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3"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2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2353947986"/>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7743" y="442801"/>
            <a:ext cx="5364165" cy="110160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43" y="2060580"/>
            <a:ext cx="5148261" cy="3998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endParaRPr lang="en-GB">
              <a:solidFill>
                <a:srgbClr val="4D5156"/>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7129470" y="3546000"/>
            <a:ext cx="4821935" cy="2833200"/>
          </a:xfrm>
        </p:spPr>
        <p:txBody>
          <a:bodyPr/>
          <a:lstStyle/>
          <a:p>
            <a:r>
              <a:rPr lang="en-US"/>
              <a:t>Drag picture to placeholder or click icon to add</a:t>
            </a:r>
            <a:endParaRPr lang="en-GB"/>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7129468" y="3330004"/>
            <a:ext cx="4821237" cy="198437"/>
          </a:xfrm>
        </p:spPr>
        <p:txBody>
          <a:bodyPr/>
          <a:lstStyle>
            <a:lvl1pPr>
              <a:defRPr sz="933"/>
            </a:lvl1pPr>
          </a:lstStyle>
          <a:p>
            <a:pPr lvl="0"/>
            <a:r>
              <a:rPr lang="en-US"/>
              <a:t>Click to edit Master text styles</a:t>
            </a:r>
          </a:p>
        </p:txBody>
      </p:sp>
      <p:sp>
        <p:nvSpPr>
          <p:cNvPr id="15" name="Text Placeholder 8">
            <a:extLst>
              <a:ext uri="{FF2B5EF4-FFF2-40B4-BE49-F238E27FC236}">
                <a16:creationId xmlns:a16="http://schemas.microsoft.com/office/drawing/2014/main" id="{E3B36841-9718-4708-982C-EA49B38DD3D8}"/>
              </a:ext>
            </a:extLst>
          </p:cNvPr>
          <p:cNvSpPr>
            <a:spLocks noGrp="1"/>
          </p:cNvSpPr>
          <p:nvPr>
            <p:ph type="body" sz="quarter" idx="18"/>
          </p:nvPr>
        </p:nvSpPr>
        <p:spPr>
          <a:xfrm>
            <a:off x="7129468" y="6415204"/>
            <a:ext cx="4821237" cy="198437"/>
          </a:xfrm>
        </p:spPr>
        <p:txBody>
          <a:bodyPr/>
          <a:lstStyle>
            <a:lvl1pPr>
              <a:defRPr sz="933"/>
            </a:lvl1pPr>
          </a:lstStyle>
          <a:p>
            <a:pPr lvl="0"/>
            <a:r>
              <a:rPr lang="en-US"/>
              <a:t>Click to edit Master text styles</a:t>
            </a: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7129473" y="239400"/>
            <a:ext cx="4821935" cy="3056400"/>
          </a:xfrm>
          <a:custGeom>
            <a:avLst/>
            <a:gdLst>
              <a:gd name="connsiteX0" fmla="*/ 0 w 4821933"/>
              <a:gd name="connsiteY0" fmla="*/ 0 h 3056400"/>
              <a:gd name="connsiteX1" fmla="*/ 4821933 w 4821933"/>
              <a:gd name="connsiteY1" fmla="*/ 0 h 3056400"/>
              <a:gd name="connsiteX2" fmla="*/ 4821933 w 4821933"/>
              <a:gd name="connsiteY2" fmla="*/ 3056400 h 3056400"/>
              <a:gd name="connsiteX3" fmla="*/ 0 w 4821933"/>
              <a:gd name="connsiteY3" fmla="*/ 3056400 h 3056400"/>
              <a:gd name="connsiteX4" fmla="*/ 0 w 4821933"/>
              <a:gd name="connsiteY4" fmla="*/ 0 h 3056400"/>
              <a:gd name="connsiteX0" fmla="*/ 0 w 4821933"/>
              <a:gd name="connsiteY0" fmla="*/ 1959 h 3058359"/>
              <a:gd name="connsiteX1" fmla="*/ 3415603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5603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1959 h 3058359"/>
              <a:gd name="connsiteX1" fmla="*/ 3418971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8971 w 4821933"/>
              <a:gd name="connsiteY1" fmla="*/ 67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679 h 3056400"/>
              <a:gd name="connsiteX2" fmla="*/ 4343416 w 4821933"/>
              <a:gd name="connsiteY2" fmla="*/ 745 h 3056400"/>
              <a:gd name="connsiteX3" fmla="*/ 4821933 w 4821933"/>
              <a:gd name="connsiteY3" fmla="*/ 0 h 3056400"/>
              <a:gd name="connsiteX4" fmla="*/ 4821933 w 4821933"/>
              <a:gd name="connsiteY4" fmla="*/ 3056400 h 3056400"/>
              <a:gd name="connsiteX5" fmla="*/ 0 w 4821933"/>
              <a:gd name="connsiteY5" fmla="*/ 3056400 h 3056400"/>
              <a:gd name="connsiteX6" fmla="*/ 0 w 4821933"/>
              <a:gd name="connsiteY6" fmla="*/ 0 h 3056400"/>
              <a:gd name="connsiteX0" fmla="*/ 0 w 4821933"/>
              <a:gd name="connsiteY0" fmla="*/ 0 h 3056400"/>
              <a:gd name="connsiteX1" fmla="*/ 3418971 w 4821933"/>
              <a:gd name="connsiteY1" fmla="*/ 679 h 3056400"/>
              <a:gd name="connsiteX2" fmla="*/ 3744372 w 4821933"/>
              <a:gd name="connsiteY2" fmla="*/ 745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8971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3989795 w 4821933"/>
              <a:gd name="connsiteY3" fmla="*/ 531177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65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38654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981646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678885 w 4821933"/>
              <a:gd name="connsiteY2" fmla="*/ 981646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678270 w 4821933"/>
              <a:gd name="connsiteY1" fmla="*/ 679 h 3056400"/>
              <a:gd name="connsiteX2" fmla="*/ 3678885 w 4821933"/>
              <a:gd name="connsiteY2" fmla="*/ 981646 h 3056400"/>
              <a:gd name="connsiteX3" fmla="*/ 4340777 w 4821933"/>
              <a:gd name="connsiteY3" fmla="*/ 984026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1933" h="3056400">
                <a:moveTo>
                  <a:pt x="0" y="0"/>
                </a:moveTo>
                <a:lnTo>
                  <a:pt x="3678270" y="679"/>
                </a:lnTo>
                <a:cubicBezTo>
                  <a:pt x="3678540" y="463399"/>
                  <a:pt x="3678615" y="518926"/>
                  <a:pt x="3678885" y="981646"/>
                </a:cubicBezTo>
                <a:lnTo>
                  <a:pt x="4340777" y="984026"/>
                </a:lnTo>
                <a:cubicBezTo>
                  <a:pt x="4339275" y="521328"/>
                  <a:pt x="4340155" y="463443"/>
                  <a:pt x="4341035" y="745"/>
                </a:cubicBezTo>
                <a:lnTo>
                  <a:pt x="4821933" y="0"/>
                </a:lnTo>
                <a:lnTo>
                  <a:pt x="4821933" y="3056400"/>
                </a:lnTo>
                <a:lnTo>
                  <a:pt x="0" y="3056400"/>
                </a:lnTo>
                <a:lnTo>
                  <a:pt x="0" y="0"/>
                </a:lnTo>
                <a:close/>
              </a:path>
            </a:pathLst>
          </a:custGeom>
        </p:spPr>
        <p:txBody>
          <a:bodyPr/>
          <a:lstStyle/>
          <a:p>
            <a:r>
              <a:rPr lang="en-US"/>
              <a:t>Drag picture to placeholder or click icon to add</a:t>
            </a:r>
            <a:endParaRPr lang="en-GB"/>
          </a:p>
        </p:txBody>
      </p:sp>
      <p:grpSp>
        <p:nvGrpSpPr>
          <p:cNvPr id="35" name="Group 34"/>
          <p:cNvGrpSpPr>
            <a:grpSpLocks noChangeAspect="1"/>
          </p:cNvGrpSpPr>
          <p:nvPr userDrawn="1"/>
        </p:nvGrpSpPr>
        <p:grpSpPr>
          <a:xfrm>
            <a:off x="10810891" y="3"/>
            <a:ext cx="658803" cy="1222741"/>
            <a:chOff x="10546428" y="-86005"/>
            <a:chExt cx="923259" cy="1713580"/>
          </a:xfrm>
        </p:grpSpPr>
        <p:sp>
          <p:nvSpPr>
            <p:cNvPr id="36" name="Rectangle 35"/>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37" name="Group 36"/>
            <p:cNvGrpSpPr>
              <a:grpSpLocks noChangeAspect="1"/>
            </p:cNvGrpSpPr>
            <p:nvPr userDrawn="1"/>
          </p:nvGrpSpPr>
          <p:grpSpPr>
            <a:xfrm>
              <a:off x="10639077" y="333830"/>
              <a:ext cx="767941" cy="1201994"/>
              <a:chOff x="3986213" y="0"/>
              <a:chExt cx="4381501" cy="6858001"/>
            </a:xfrm>
            <a:solidFill>
              <a:schemeClr val="tx2"/>
            </a:solidFill>
          </p:grpSpPr>
          <p:sp>
            <p:nvSpPr>
              <p:cNvPr id="38"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9"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0"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1"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2"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3"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4"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5"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6"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7"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8"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9"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0"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1"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30"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943528075"/>
      </p:ext>
    </p:extLst>
  </p:cSld>
  <p:clrMapOvr>
    <a:masterClrMapping/>
  </p:clrMapOvr>
  <p:extLst>
    <p:ext uri="{DCECCB84-F9BA-43D5-87BE-67443E8EF086}">
      <p15:sldGuideLst xmlns:p15="http://schemas.microsoft.com/office/powerpoint/2012/main">
        <p15:guide id="1" pos="3976">
          <p15:clr>
            <a:srgbClr val="FBAE40"/>
          </p15:clr>
        </p15:guide>
        <p15:guide id="2" pos="449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 and four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6311903" y="239401"/>
            <a:ext cx="2700000" cy="3056400"/>
          </a:xfrm>
        </p:spPr>
        <p:txBody>
          <a:bodyPr/>
          <a:lstStyle/>
          <a:p>
            <a:r>
              <a:rPr lang="en-US"/>
              <a:t>Drag picture to placeholder or click icon to add</a:t>
            </a:r>
            <a:endParaRPr lang="en-GB"/>
          </a:p>
        </p:txBody>
      </p:sp>
      <p:sp>
        <p:nvSpPr>
          <p:cNvPr id="2" name="Title 1">
            <a:extLst>
              <a:ext uri="{FF2B5EF4-FFF2-40B4-BE49-F238E27FC236}">
                <a16:creationId xmlns:a16="http://schemas.microsoft.com/office/drawing/2014/main" id="{55FFE213-8CBB-48D7-A171-8548BB9071AF}"/>
              </a:ext>
            </a:extLst>
          </p:cNvPr>
          <p:cNvSpPr>
            <a:spLocks noGrp="1"/>
          </p:cNvSpPr>
          <p:nvPr>
            <p:ph type="title"/>
          </p:nvPr>
        </p:nvSpPr>
        <p:spPr>
          <a:xfrm>
            <a:off x="947743" y="442801"/>
            <a:ext cx="5364165" cy="110160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16224B-EA79-4BC8-A7F5-F620B624A0D5}"/>
              </a:ext>
            </a:extLst>
          </p:cNvPr>
          <p:cNvSpPr>
            <a:spLocks noGrp="1"/>
          </p:cNvSpPr>
          <p:nvPr>
            <p:ph idx="1"/>
          </p:nvPr>
        </p:nvSpPr>
        <p:spPr>
          <a:xfrm>
            <a:off x="947743" y="2059424"/>
            <a:ext cx="5148261" cy="4000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6E15C-D408-4765-943E-DB77FC82E4A2}"/>
              </a:ext>
            </a:extLst>
          </p:cNvPr>
          <p:cNvSpPr>
            <a:spLocks noGrp="1"/>
          </p:cNvSpPr>
          <p:nvPr>
            <p:ph type="dt" sz="half" idx="10"/>
          </p:nvPr>
        </p:nvSpPr>
        <p:spPr/>
        <p:txBody>
          <a:bodyPr/>
          <a:lstStyle/>
          <a:p>
            <a:endParaRPr lang="en-GB">
              <a:solidFill>
                <a:srgbClr val="4D5156"/>
              </a:solidFill>
            </a:endParaRPr>
          </a:p>
        </p:txBody>
      </p:sp>
      <p:sp>
        <p:nvSpPr>
          <p:cNvPr id="6" name="Slide Number Placeholder 5">
            <a:extLst>
              <a:ext uri="{FF2B5EF4-FFF2-40B4-BE49-F238E27FC236}">
                <a16:creationId xmlns:a16="http://schemas.microsoft.com/office/drawing/2014/main" id="{4FE30760-A444-416F-83F2-0E9E7E46A76E}"/>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12" name="Text Placeholder 11">
            <a:extLst>
              <a:ext uri="{FF2B5EF4-FFF2-40B4-BE49-F238E27FC236}">
                <a16:creationId xmlns:a16="http://schemas.microsoft.com/office/drawing/2014/main" id="{374BDDA1-D11F-444B-A19F-8F1AF77F9D21}"/>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6311903" y="3526639"/>
            <a:ext cx="2700000" cy="2854800"/>
          </a:xfrm>
        </p:spPr>
        <p:txBody>
          <a:bodyPr/>
          <a:lstStyle/>
          <a:p>
            <a:r>
              <a:rPr lang="en-US"/>
              <a:t>Drag picture to placeholder or click icon to add</a:t>
            </a:r>
            <a:endParaRPr lang="en-GB"/>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6311906" y="3321880"/>
            <a:ext cx="5627751" cy="198437"/>
          </a:xfrm>
        </p:spPr>
        <p:txBody>
          <a:bodyPr/>
          <a:lstStyle>
            <a:lvl1pPr>
              <a:defRPr sz="933"/>
            </a:lvl1pPr>
          </a:lstStyle>
          <a:p>
            <a:pPr lvl="0"/>
            <a:r>
              <a:rPr lang="en-US"/>
              <a:t>Click to edit Master text styles</a:t>
            </a:r>
          </a:p>
        </p:txBody>
      </p:sp>
      <p:sp>
        <p:nvSpPr>
          <p:cNvPr id="15" name="Text Placeholder 8">
            <a:extLst>
              <a:ext uri="{FF2B5EF4-FFF2-40B4-BE49-F238E27FC236}">
                <a16:creationId xmlns:a16="http://schemas.microsoft.com/office/drawing/2014/main" id="{E3B36841-9718-4708-982C-EA49B38DD3D8}"/>
              </a:ext>
            </a:extLst>
          </p:cNvPr>
          <p:cNvSpPr>
            <a:spLocks noGrp="1"/>
          </p:cNvSpPr>
          <p:nvPr>
            <p:ph type="body" sz="quarter" idx="18"/>
          </p:nvPr>
        </p:nvSpPr>
        <p:spPr>
          <a:xfrm>
            <a:off x="6311906" y="6413840"/>
            <a:ext cx="5627751" cy="198437"/>
          </a:xfrm>
        </p:spPr>
        <p:txBody>
          <a:bodyPr/>
          <a:lstStyle>
            <a:lvl1pPr>
              <a:defRPr sz="933"/>
            </a:lvl1pPr>
          </a:lstStyle>
          <a:p>
            <a:pPr lvl="0"/>
            <a:r>
              <a:rPr lang="en-US"/>
              <a:t>Click to edit Master text styles</a:t>
            </a:r>
          </a:p>
        </p:txBody>
      </p:sp>
      <p:sp>
        <p:nvSpPr>
          <p:cNvPr id="19" name="Picture Placeholder 13">
            <a:extLst>
              <a:ext uri="{FF2B5EF4-FFF2-40B4-BE49-F238E27FC236}">
                <a16:creationId xmlns:a16="http://schemas.microsoft.com/office/drawing/2014/main" id="{4D409324-02BA-4D89-BA1E-35E575BEC378}"/>
              </a:ext>
            </a:extLst>
          </p:cNvPr>
          <p:cNvSpPr>
            <a:spLocks noGrp="1"/>
          </p:cNvSpPr>
          <p:nvPr>
            <p:ph type="pic" sz="quarter" idx="21"/>
          </p:nvPr>
        </p:nvSpPr>
        <p:spPr>
          <a:xfrm>
            <a:off x="9251403" y="3526639"/>
            <a:ext cx="2700000" cy="2854800"/>
          </a:xfrm>
        </p:spPr>
        <p:txBody>
          <a:bodyPr/>
          <a:lstStyle/>
          <a:p>
            <a:r>
              <a:rPr lang="en-US"/>
              <a:t>Drag picture to placeholder or click icon to add</a:t>
            </a:r>
            <a:endParaRPr lang="en-GB"/>
          </a:p>
        </p:txBody>
      </p:sp>
      <p:sp>
        <p:nvSpPr>
          <p:cNvPr id="36" name="Picture Placeholder 13">
            <a:extLst>
              <a:ext uri="{FF2B5EF4-FFF2-40B4-BE49-F238E27FC236}">
                <a16:creationId xmlns:a16="http://schemas.microsoft.com/office/drawing/2014/main" id="{4C1F9084-752D-48B8-88F3-623CB20E30B2}"/>
              </a:ext>
            </a:extLst>
          </p:cNvPr>
          <p:cNvSpPr>
            <a:spLocks noGrp="1"/>
          </p:cNvSpPr>
          <p:nvPr>
            <p:ph type="pic" sz="quarter" idx="22"/>
          </p:nvPr>
        </p:nvSpPr>
        <p:spPr>
          <a:xfrm>
            <a:off x="9251222" y="239400"/>
            <a:ext cx="2700185" cy="3056400"/>
          </a:xfrm>
          <a:custGeom>
            <a:avLst/>
            <a:gdLst>
              <a:gd name="connsiteX0" fmla="*/ 0 w 4821933"/>
              <a:gd name="connsiteY0" fmla="*/ 0 h 3056400"/>
              <a:gd name="connsiteX1" fmla="*/ 4821933 w 4821933"/>
              <a:gd name="connsiteY1" fmla="*/ 0 h 3056400"/>
              <a:gd name="connsiteX2" fmla="*/ 4821933 w 4821933"/>
              <a:gd name="connsiteY2" fmla="*/ 3056400 h 3056400"/>
              <a:gd name="connsiteX3" fmla="*/ 0 w 4821933"/>
              <a:gd name="connsiteY3" fmla="*/ 3056400 h 3056400"/>
              <a:gd name="connsiteX4" fmla="*/ 0 w 4821933"/>
              <a:gd name="connsiteY4" fmla="*/ 0 h 3056400"/>
              <a:gd name="connsiteX0" fmla="*/ 0 w 4821933"/>
              <a:gd name="connsiteY0" fmla="*/ 1959 h 3058359"/>
              <a:gd name="connsiteX1" fmla="*/ 3415603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5603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140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1959 h 3058359"/>
              <a:gd name="connsiteX1" fmla="*/ 3418971 w 4821933"/>
              <a:gd name="connsiteY1" fmla="*/ 0 h 3058359"/>
              <a:gd name="connsiteX2" fmla="*/ 4821933 w 4821933"/>
              <a:gd name="connsiteY2" fmla="*/ 1959 h 3058359"/>
              <a:gd name="connsiteX3" fmla="*/ 4821933 w 4821933"/>
              <a:gd name="connsiteY3" fmla="*/ 3058359 h 3058359"/>
              <a:gd name="connsiteX4" fmla="*/ 0 w 4821933"/>
              <a:gd name="connsiteY4" fmla="*/ 3058359 h 3058359"/>
              <a:gd name="connsiteX5" fmla="*/ 0 w 4821933"/>
              <a:gd name="connsiteY5" fmla="*/ 1959 h 3058359"/>
              <a:gd name="connsiteX0" fmla="*/ 0 w 4821933"/>
              <a:gd name="connsiteY0" fmla="*/ 0 h 3056400"/>
              <a:gd name="connsiteX1" fmla="*/ 3418971 w 4821933"/>
              <a:gd name="connsiteY1" fmla="*/ 679 h 3056400"/>
              <a:gd name="connsiteX2" fmla="*/ 4821933 w 4821933"/>
              <a:gd name="connsiteY2" fmla="*/ 0 h 3056400"/>
              <a:gd name="connsiteX3" fmla="*/ 4821933 w 4821933"/>
              <a:gd name="connsiteY3" fmla="*/ 3056400 h 3056400"/>
              <a:gd name="connsiteX4" fmla="*/ 0 w 4821933"/>
              <a:gd name="connsiteY4" fmla="*/ 3056400 h 3056400"/>
              <a:gd name="connsiteX5" fmla="*/ 0 w 4821933"/>
              <a:gd name="connsiteY5" fmla="*/ 0 h 3056400"/>
              <a:gd name="connsiteX0" fmla="*/ 0 w 4821933"/>
              <a:gd name="connsiteY0" fmla="*/ 0 h 3056400"/>
              <a:gd name="connsiteX1" fmla="*/ 3418971 w 4821933"/>
              <a:gd name="connsiteY1" fmla="*/ 679 h 3056400"/>
              <a:gd name="connsiteX2" fmla="*/ 4343416 w 4821933"/>
              <a:gd name="connsiteY2" fmla="*/ 745 h 3056400"/>
              <a:gd name="connsiteX3" fmla="*/ 4821933 w 4821933"/>
              <a:gd name="connsiteY3" fmla="*/ 0 h 3056400"/>
              <a:gd name="connsiteX4" fmla="*/ 4821933 w 4821933"/>
              <a:gd name="connsiteY4" fmla="*/ 3056400 h 3056400"/>
              <a:gd name="connsiteX5" fmla="*/ 0 w 4821933"/>
              <a:gd name="connsiteY5" fmla="*/ 3056400 h 3056400"/>
              <a:gd name="connsiteX6" fmla="*/ 0 w 4821933"/>
              <a:gd name="connsiteY6" fmla="*/ 0 h 3056400"/>
              <a:gd name="connsiteX0" fmla="*/ 0 w 4821933"/>
              <a:gd name="connsiteY0" fmla="*/ 0 h 3056400"/>
              <a:gd name="connsiteX1" fmla="*/ 3418971 w 4821933"/>
              <a:gd name="connsiteY1" fmla="*/ 679 h 3056400"/>
              <a:gd name="connsiteX2" fmla="*/ 3744372 w 4821933"/>
              <a:gd name="connsiteY2" fmla="*/ 745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8971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3416 w 4821933"/>
              <a:gd name="connsiteY3" fmla="*/ 745 h 3056400"/>
              <a:gd name="connsiteX4" fmla="*/ 4821933 w 4821933"/>
              <a:gd name="connsiteY4" fmla="*/ 0 h 3056400"/>
              <a:gd name="connsiteX5" fmla="*/ 4821933 w 4821933"/>
              <a:gd name="connsiteY5" fmla="*/ 3056400 h 3056400"/>
              <a:gd name="connsiteX6" fmla="*/ 0 w 4821933"/>
              <a:gd name="connsiteY6" fmla="*/ 3056400 h 3056400"/>
              <a:gd name="connsiteX7" fmla="*/ 0 w 4821933"/>
              <a:gd name="connsiteY7" fmla="*/ 0 h 3056400"/>
              <a:gd name="connsiteX0" fmla="*/ 0 w 4821933"/>
              <a:gd name="connsiteY0" fmla="*/ 0 h 3056400"/>
              <a:gd name="connsiteX1" fmla="*/ 3416332 w 4821933"/>
              <a:gd name="connsiteY1" fmla="*/ 679 h 3056400"/>
              <a:gd name="connsiteX2" fmla="*/ 3414502 w 4821933"/>
              <a:gd name="connsiteY2" fmla="*/ 1388839 h 3056400"/>
              <a:gd name="connsiteX3" fmla="*/ 3989795 w 4821933"/>
              <a:gd name="connsiteY3" fmla="*/ 531177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02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7141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4565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3416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38654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0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0 w 4821933"/>
              <a:gd name="connsiteY8" fmla="*/ 0 h 3056400"/>
              <a:gd name="connsiteX0" fmla="*/ 2132587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2132587 w 4821933"/>
              <a:gd name="connsiteY8" fmla="*/ 0 h 3056400"/>
              <a:gd name="connsiteX0" fmla="*/ 2132587 w 4821933"/>
              <a:gd name="connsiteY0" fmla="*/ 6076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2132587 w 4821933"/>
              <a:gd name="connsiteY8" fmla="*/ 6076 h 3056400"/>
              <a:gd name="connsiteX0" fmla="*/ 2132587 w 4821933"/>
              <a:gd name="connsiteY0" fmla="*/ 0 h 3056400"/>
              <a:gd name="connsiteX1" fmla="*/ 3416332 w 4821933"/>
              <a:gd name="connsiteY1" fmla="*/ 679 h 3056400"/>
              <a:gd name="connsiteX2" fmla="*/ 3416947 w 4821933"/>
              <a:gd name="connsiteY2" fmla="*/ 1388839 h 3056400"/>
              <a:gd name="connsiteX3" fmla="*/ 4340777 w 4821933"/>
              <a:gd name="connsiteY3" fmla="*/ 1388839 h 3056400"/>
              <a:gd name="connsiteX4" fmla="*/ 4341035 w 4821933"/>
              <a:gd name="connsiteY4" fmla="*/ 745 h 3056400"/>
              <a:gd name="connsiteX5" fmla="*/ 4821933 w 4821933"/>
              <a:gd name="connsiteY5" fmla="*/ 0 h 3056400"/>
              <a:gd name="connsiteX6" fmla="*/ 4821933 w 4821933"/>
              <a:gd name="connsiteY6" fmla="*/ 3056400 h 3056400"/>
              <a:gd name="connsiteX7" fmla="*/ 0 w 4821933"/>
              <a:gd name="connsiteY7" fmla="*/ 3056400 h 3056400"/>
              <a:gd name="connsiteX8" fmla="*/ 2132587 w 4821933"/>
              <a:gd name="connsiteY8" fmla="*/ 0 h 3056400"/>
              <a:gd name="connsiteX0" fmla="*/ 6076 w 2695422"/>
              <a:gd name="connsiteY0" fmla="*/ 0 h 3056400"/>
              <a:gd name="connsiteX1" fmla="*/ 1289821 w 2695422"/>
              <a:gd name="connsiteY1" fmla="*/ 679 h 3056400"/>
              <a:gd name="connsiteX2" fmla="*/ 1290436 w 2695422"/>
              <a:gd name="connsiteY2" fmla="*/ 1388839 h 3056400"/>
              <a:gd name="connsiteX3" fmla="*/ 2214266 w 2695422"/>
              <a:gd name="connsiteY3" fmla="*/ 1388839 h 3056400"/>
              <a:gd name="connsiteX4" fmla="*/ 2214524 w 2695422"/>
              <a:gd name="connsiteY4" fmla="*/ 745 h 3056400"/>
              <a:gd name="connsiteX5" fmla="*/ 2695422 w 2695422"/>
              <a:gd name="connsiteY5" fmla="*/ 0 h 3056400"/>
              <a:gd name="connsiteX6" fmla="*/ 2695422 w 2695422"/>
              <a:gd name="connsiteY6" fmla="*/ 3056400 h 3056400"/>
              <a:gd name="connsiteX7" fmla="*/ 0 w 2695422"/>
              <a:gd name="connsiteY7" fmla="*/ 3056400 h 3056400"/>
              <a:gd name="connsiteX8" fmla="*/ 6076 w 2695422"/>
              <a:gd name="connsiteY8" fmla="*/ 0 h 3056400"/>
              <a:gd name="connsiteX0" fmla="*/ 1314 w 2690660"/>
              <a:gd name="connsiteY0" fmla="*/ 0 h 3056400"/>
              <a:gd name="connsiteX1" fmla="*/ 1285059 w 2690660"/>
              <a:gd name="connsiteY1" fmla="*/ 679 h 3056400"/>
              <a:gd name="connsiteX2" fmla="*/ 1285674 w 2690660"/>
              <a:gd name="connsiteY2" fmla="*/ 1388839 h 3056400"/>
              <a:gd name="connsiteX3" fmla="*/ 2209504 w 2690660"/>
              <a:gd name="connsiteY3" fmla="*/ 1388839 h 3056400"/>
              <a:gd name="connsiteX4" fmla="*/ 2209762 w 2690660"/>
              <a:gd name="connsiteY4" fmla="*/ 745 h 3056400"/>
              <a:gd name="connsiteX5" fmla="*/ 2690660 w 2690660"/>
              <a:gd name="connsiteY5" fmla="*/ 0 h 3056400"/>
              <a:gd name="connsiteX6" fmla="*/ 2690660 w 2690660"/>
              <a:gd name="connsiteY6" fmla="*/ 3056400 h 3056400"/>
              <a:gd name="connsiteX7" fmla="*/ 0 w 2690660"/>
              <a:gd name="connsiteY7" fmla="*/ 3056400 h 3056400"/>
              <a:gd name="connsiteX8" fmla="*/ 1314 w 2690660"/>
              <a:gd name="connsiteY8" fmla="*/ 0 h 3056400"/>
              <a:gd name="connsiteX0" fmla="*/ 226 w 2699097"/>
              <a:gd name="connsiteY0" fmla="*/ 0 h 3056400"/>
              <a:gd name="connsiteX1" fmla="*/ 1293496 w 2699097"/>
              <a:gd name="connsiteY1" fmla="*/ 679 h 3056400"/>
              <a:gd name="connsiteX2" fmla="*/ 1294111 w 2699097"/>
              <a:gd name="connsiteY2" fmla="*/ 1388839 h 3056400"/>
              <a:gd name="connsiteX3" fmla="*/ 2217941 w 2699097"/>
              <a:gd name="connsiteY3" fmla="*/ 1388839 h 3056400"/>
              <a:gd name="connsiteX4" fmla="*/ 2218199 w 2699097"/>
              <a:gd name="connsiteY4" fmla="*/ 745 h 3056400"/>
              <a:gd name="connsiteX5" fmla="*/ 2699097 w 2699097"/>
              <a:gd name="connsiteY5" fmla="*/ 0 h 3056400"/>
              <a:gd name="connsiteX6" fmla="*/ 2699097 w 2699097"/>
              <a:gd name="connsiteY6" fmla="*/ 3056400 h 3056400"/>
              <a:gd name="connsiteX7" fmla="*/ 8437 w 2699097"/>
              <a:gd name="connsiteY7" fmla="*/ 3056400 h 3056400"/>
              <a:gd name="connsiteX8" fmla="*/ 226 w 2699097"/>
              <a:gd name="connsiteY8" fmla="*/ 0 h 3056400"/>
              <a:gd name="connsiteX0" fmla="*/ 1314 w 2700185"/>
              <a:gd name="connsiteY0" fmla="*/ 0 h 3056400"/>
              <a:gd name="connsiteX1" fmla="*/ 1294584 w 2700185"/>
              <a:gd name="connsiteY1" fmla="*/ 679 h 3056400"/>
              <a:gd name="connsiteX2" fmla="*/ 1295199 w 2700185"/>
              <a:gd name="connsiteY2" fmla="*/ 1388839 h 3056400"/>
              <a:gd name="connsiteX3" fmla="*/ 2219029 w 2700185"/>
              <a:gd name="connsiteY3" fmla="*/ 1388839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294584 w 2700185"/>
              <a:gd name="connsiteY1" fmla="*/ 679 h 3056400"/>
              <a:gd name="connsiteX2" fmla="*/ 1295199 w 2700185"/>
              <a:gd name="connsiteY2" fmla="*/ 1388839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294584 w 2700185"/>
              <a:gd name="connsiteY1" fmla="*/ 679 h 3056400"/>
              <a:gd name="connsiteX2" fmla="*/ 1295199 w 2700185"/>
              <a:gd name="connsiteY2" fmla="*/ 984026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294584 w 2700185"/>
              <a:gd name="connsiteY1" fmla="*/ 679 h 3056400"/>
              <a:gd name="connsiteX2" fmla="*/ 1559518 w 2700185"/>
              <a:gd name="connsiteY2" fmla="*/ 984026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 name="connsiteX0" fmla="*/ 1314 w 2700185"/>
              <a:gd name="connsiteY0" fmla="*/ 0 h 3056400"/>
              <a:gd name="connsiteX1" fmla="*/ 1558903 w 2700185"/>
              <a:gd name="connsiteY1" fmla="*/ 679 h 3056400"/>
              <a:gd name="connsiteX2" fmla="*/ 1559518 w 2700185"/>
              <a:gd name="connsiteY2" fmla="*/ 984026 h 3056400"/>
              <a:gd name="connsiteX3" fmla="*/ 2219029 w 2700185"/>
              <a:gd name="connsiteY3" fmla="*/ 984027 h 3056400"/>
              <a:gd name="connsiteX4" fmla="*/ 2219287 w 2700185"/>
              <a:gd name="connsiteY4" fmla="*/ 745 h 3056400"/>
              <a:gd name="connsiteX5" fmla="*/ 2700185 w 2700185"/>
              <a:gd name="connsiteY5" fmla="*/ 0 h 3056400"/>
              <a:gd name="connsiteX6" fmla="*/ 2700185 w 2700185"/>
              <a:gd name="connsiteY6" fmla="*/ 3056400 h 3056400"/>
              <a:gd name="connsiteX7" fmla="*/ 0 w 2700185"/>
              <a:gd name="connsiteY7" fmla="*/ 3056400 h 3056400"/>
              <a:gd name="connsiteX8" fmla="*/ 1314 w 2700185"/>
              <a:gd name="connsiteY8" fmla="*/ 0 h 305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0185" h="3056400">
                <a:moveTo>
                  <a:pt x="1314" y="0"/>
                </a:moveTo>
                <a:lnTo>
                  <a:pt x="1558903" y="679"/>
                </a:lnTo>
                <a:cubicBezTo>
                  <a:pt x="1559173" y="463399"/>
                  <a:pt x="1559248" y="521306"/>
                  <a:pt x="1559518" y="984026"/>
                </a:cubicBezTo>
                <a:lnTo>
                  <a:pt x="2219029" y="984027"/>
                </a:lnTo>
                <a:cubicBezTo>
                  <a:pt x="2217527" y="521329"/>
                  <a:pt x="2218407" y="463443"/>
                  <a:pt x="2219287" y="745"/>
                </a:cubicBezTo>
                <a:lnTo>
                  <a:pt x="2700185" y="0"/>
                </a:lnTo>
                <a:lnTo>
                  <a:pt x="2700185" y="3056400"/>
                </a:lnTo>
                <a:lnTo>
                  <a:pt x="0" y="3056400"/>
                </a:lnTo>
                <a:cubicBezTo>
                  <a:pt x="2025" y="2037600"/>
                  <a:pt x="-711" y="1018800"/>
                  <a:pt x="1314" y="0"/>
                </a:cubicBezTo>
                <a:close/>
              </a:path>
            </a:pathLst>
          </a:custGeom>
        </p:spPr>
        <p:txBody>
          <a:bodyPr/>
          <a:lstStyle/>
          <a:p>
            <a:r>
              <a:rPr lang="en-US"/>
              <a:t>Drag picture to placeholder or click icon to add</a:t>
            </a:r>
            <a:endParaRPr lang="en-GB"/>
          </a:p>
        </p:txBody>
      </p:sp>
      <p:grpSp>
        <p:nvGrpSpPr>
          <p:cNvPr id="37" name="Group 36"/>
          <p:cNvGrpSpPr>
            <a:grpSpLocks noChangeAspect="1"/>
          </p:cNvGrpSpPr>
          <p:nvPr userDrawn="1"/>
        </p:nvGrpSpPr>
        <p:grpSpPr>
          <a:xfrm>
            <a:off x="10810891" y="3"/>
            <a:ext cx="658803" cy="1222741"/>
            <a:chOff x="10546428" y="-86005"/>
            <a:chExt cx="923259" cy="1713580"/>
          </a:xfrm>
        </p:grpSpPr>
        <p:sp>
          <p:nvSpPr>
            <p:cNvPr id="38" name="Rectangle 37"/>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39" name="Group 38"/>
            <p:cNvGrpSpPr>
              <a:grpSpLocks noChangeAspect="1"/>
            </p:cNvGrpSpPr>
            <p:nvPr userDrawn="1"/>
          </p:nvGrpSpPr>
          <p:grpSpPr>
            <a:xfrm>
              <a:off x="10639077" y="333830"/>
              <a:ext cx="767941" cy="1201994"/>
              <a:chOff x="3986213" y="0"/>
              <a:chExt cx="4381501" cy="6858001"/>
            </a:xfrm>
            <a:solidFill>
              <a:schemeClr val="tx2"/>
            </a:solidFill>
          </p:grpSpPr>
          <p:sp>
            <p:nvSpPr>
              <p:cNvPr id="40"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1"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2"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3"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4"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5"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6"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7"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8"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9"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0"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1"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2"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3"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Tree>
    <p:extLst>
      <p:ext uri="{BB962C8B-B14F-4D97-AF65-F5344CB8AC3E}">
        <p14:creationId xmlns:p14="http://schemas.microsoft.com/office/powerpoint/2010/main" val="2198465924"/>
      </p:ext>
    </p:extLst>
  </p:cSld>
  <p:clrMapOvr>
    <a:masterClrMapping/>
  </p:clrMapOvr>
  <p:extLst>
    <p:ext uri="{DCECCB84-F9BA-43D5-87BE-67443E8EF086}">
      <p15:sldGuideLst xmlns:p15="http://schemas.microsoft.com/office/powerpoint/2012/main">
        <p15:guide id="1" pos="3976">
          <p15:clr>
            <a:srgbClr val="FBAE40"/>
          </p15:clr>
        </p15:guide>
        <p15:guide id="2" pos="5677">
          <p15:clr>
            <a:srgbClr val="FBAE40"/>
          </p15:clr>
        </p15:guide>
        <p15:guide id="3" pos="582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our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1296003" y="982667"/>
            <a:ext cx="3996003" cy="2088000"/>
          </a:xfrm>
        </p:spPr>
        <p:txBody>
          <a:bodyPr/>
          <a:lstStyle/>
          <a:p>
            <a:r>
              <a:rPr lang="en-US"/>
              <a:t>Drag picture to placeholder or click icon to add</a:t>
            </a:r>
            <a:endParaRPr lang="en-GB"/>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1296003" y="3526637"/>
            <a:ext cx="3996003" cy="2088000"/>
          </a:xfrm>
        </p:spPr>
        <p:txBody>
          <a:bodyPr/>
          <a:lstStyle/>
          <a:p>
            <a:r>
              <a:rPr lang="en-US"/>
              <a:t>Drag picture to placeholder or click icon to add</a:t>
            </a:r>
            <a:endParaRPr lang="en-GB"/>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1296007" y="3106274"/>
            <a:ext cx="3995999" cy="420369"/>
          </a:xfrm>
        </p:spPr>
        <p:txBody>
          <a:bodyPr/>
          <a:lstStyle>
            <a:lvl1pPr>
              <a:defRPr sz="933"/>
            </a:lvl1pPr>
          </a:lstStyle>
          <a:p>
            <a:pPr lvl="0"/>
            <a:r>
              <a:rPr lang="en-US"/>
              <a:t>Click to edit Master text styles</a:t>
            </a:r>
          </a:p>
        </p:txBody>
      </p:sp>
      <p:sp>
        <p:nvSpPr>
          <p:cNvPr id="18" name="Picture Placeholder 13">
            <a:extLst>
              <a:ext uri="{FF2B5EF4-FFF2-40B4-BE49-F238E27FC236}">
                <a16:creationId xmlns:a16="http://schemas.microsoft.com/office/drawing/2014/main" id="{4D409324-02BA-4D89-BA1E-35E575BEC378}"/>
              </a:ext>
            </a:extLst>
          </p:cNvPr>
          <p:cNvSpPr>
            <a:spLocks noGrp="1"/>
          </p:cNvSpPr>
          <p:nvPr>
            <p:ph type="pic" sz="quarter" idx="20"/>
          </p:nvPr>
        </p:nvSpPr>
        <p:spPr>
          <a:xfrm>
            <a:off x="5832004" y="982667"/>
            <a:ext cx="3996003" cy="2088000"/>
          </a:xfrm>
        </p:spPr>
        <p:txBody>
          <a:bodyPr/>
          <a:lstStyle/>
          <a:p>
            <a:r>
              <a:rPr lang="en-US"/>
              <a:t>Drag picture to placeholder or click icon to add</a:t>
            </a:r>
            <a:endParaRPr lang="en-GB"/>
          </a:p>
        </p:txBody>
      </p:sp>
      <p:sp>
        <p:nvSpPr>
          <p:cNvPr id="19" name="Picture Placeholder 13">
            <a:extLst>
              <a:ext uri="{FF2B5EF4-FFF2-40B4-BE49-F238E27FC236}">
                <a16:creationId xmlns:a16="http://schemas.microsoft.com/office/drawing/2014/main" id="{4D409324-02BA-4D89-BA1E-35E575BEC378}"/>
              </a:ext>
            </a:extLst>
          </p:cNvPr>
          <p:cNvSpPr>
            <a:spLocks noGrp="1"/>
          </p:cNvSpPr>
          <p:nvPr>
            <p:ph type="pic" sz="quarter" idx="21"/>
          </p:nvPr>
        </p:nvSpPr>
        <p:spPr>
          <a:xfrm>
            <a:off x="5832004" y="3526637"/>
            <a:ext cx="3996003" cy="2088000"/>
          </a:xfrm>
        </p:spPr>
        <p:txBody>
          <a:bodyPr/>
          <a:lstStyle/>
          <a:p>
            <a:r>
              <a:rPr lang="en-US"/>
              <a:t>Drag picture to placeholder or click icon to add</a:t>
            </a:r>
            <a:endParaRPr lang="en-GB"/>
          </a:p>
        </p:txBody>
      </p:sp>
      <p:sp>
        <p:nvSpPr>
          <p:cNvPr id="21" name="Text Placeholder 8">
            <a:extLst>
              <a:ext uri="{FF2B5EF4-FFF2-40B4-BE49-F238E27FC236}">
                <a16:creationId xmlns:a16="http://schemas.microsoft.com/office/drawing/2014/main" id="{A90E2089-F7F1-4029-A7C8-A39659E5D28E}"/>
              </a:ext>
            </a:extLst>
          </p:cNvPr>
          <p:cNvSpPr>
            <a:spLocks noGrp="1"/>
          </p:cNvSpPr>
          <p:nvPr>
            <p:ph type="body" sz="quarter" idx="22"/>
          </p:nvPr>
        </p:nvSpPr>
        <p:spPr>
          <a:xfrm>
            <a:off x="5796009" y="3099882"/>
            <a:ext cx="3995999" cy="420369"/>
          </a:xfrm>
        </p:spPr>
        <p:txBody>
          <a:bodyPr/>
          <a:lstStyle>
            <a:lvl1pPr>
              <a:defRPr sz="933"/>
            </a:lvl1pPr>
          </a:lstStyle>
          <a:p>
            <a:pPr lvl="0"/>
            <a:r>
              <a:rPr lang="en-US"/>
              <a:t>Click to edit Master text styles</a:t>
            </a:r>
          </a:p>
        </p:txBody>
      </p:sp>
      <p:sp>
        <p:nvSpPr>
          <p:cNvPr id="22" name="Text Placeholder 8">
            <a:extLst>
              <a:ext uri="{FF2B5EF4-FFF2-40B4-BE49-F238E27FC236}">
                <a16:creationId xmlns:a16="http://schemas.microsoft.com/office/drawing/2014/main" id="{A90E2089-F7F1-4029-A7C8-A39659E5D28E}"/>
              </a:ext>
            </a:extLst>
          </p:cNvPr>
          <p:cNvSpPr>
            <a:spLocks noGrp="1"/>
          </p:cNvSpPr>
          <p:nvPr>
            <p:ph type="body" sz="quarter" idx="23"/>
          </p:nvPr>
        </p:nvSpPr>
        <p:spPr>
          <a:xfrm>
            <a:off x="1296007" y="5645326"/>
            <a:ext cx="3995999" cy="420369"/>
          </a:xfrm>
        </p:spPr>
        <p:txBody>
          <a:bodyPr/>
          <a:lstStyle>
            <a:lvl1pPr>
              <a:defRPr sz="933"/>
            </a:lvl1pPr>
          </a:lstStyle>
          <a:p>
            <a:pPr lvl="0"/>
            <a:r>
              <a:rPr lang="en-US"/>
              <a:t>Click to edit Master text styles</a:t>
            </a:r>
          </a:p>
        </p:txBody>
      </p:sp>
      <p:sp>
        <p:nvSpPr>
          <p:cNvPr id="23" name="Text Placeholder 8">
            <a:extLst>
              <a:ext uri="{FF2B5EF4-FFF2-40B4-BE49-F238E27FC236}">
                <a16:creationId xmlns:a16="http://schemas.microsoft.com/office/drawing/2014/main" id="{A90E2089-F7F1-4029-A7C8-A39659E5D28E}"/>
              </a:ext>
            </a:extLst>
          </p:cNvPr>
          <p:cNvSpPr>
            <a:spLocks noGrp="1"/>
          </p:cNvSpPr>
          <p:nvPr>
            <p:ph type="body" sz="quarter" idx="24"/>
          </p:nvPr>
        </p:nvSpPr>
        <p:spPr>
          <a:xfrm>
            <a:off x="5832009" y="5645326"/>
            <a:ext cx="3995999" cy="420369"/>
          </a:xfrm>
        </p:spPr>
        <p:txBody>
          <a:bodyPr/>
          <a:lstStyle>
            <a:lvl1pPr>
              <a:defRPr sz="933"/>
            </a:lvl1pPr>
          </a:lstStyle>
          <a:p>
            <a:pPr lvl="0"/>
            <a:r>
              <a:rPr lang="en-US"/>
              <a:t>Click to edit Master text styles</a:t>
            </a:r>
          </a:p>
        </p:txBody>
      </p:sp>
      <p:sp>
        <p:nvSpPr>
          <p:cNvPr id="11" name="Date Placeholder 10"/>
          <p:cNvSpPr>
            <a:spLocks noGrp="1"/>
          </p:cNvSpPr>
          <p:nvPr>
            <p:ph type="dt" sz="half" idx="25"/>
          </p:nvPr>
        </p:nvSpPr>
        <p:spPr/>
        <p:txBody>
          <a:bodyPr/>
          <a:lstStyle/>
          <a:p>
            <a:endParaRPr lang="en-GB">
              <a:solidFill>
                <a:srgbClr val="4D5156"/>
              </a:solidFill>
            </a:endParaRPr>
          </a:p>
        </p:txBody>
      </p:sp>
      <p:sp>
        <p:nvSpPr>
          <p:cNvPr id="25" name="Slide Number Placeholder 24"/>
          <p:cNvSpPr>
            <a:spLocks noGrp="1"/>
          </p:cNvSpPr>
          <p:nvPr>
            <p:ph type="sldNum" sz="quarter" idx="27"/>
          </p:nvPr>
        </p:nvSpPr>
        <p:spPr/>
        <p:txBody>
          <a:bodyPr/>
          <a:lstStyle/>
          <a:p>
            <a:fld id="{F7641956-BF2E-4170-9809-8254439A8799}" type="slidenum">
              <a:rPr lang="en-GB" smtClean="0">
                <a:solidFill>
                  <a:srgbClr val="1859A9"/>
                </a:solidFill>
              </a:rPr>
              <a:pPr/>
              <a:t>‹#›</a:t>
            </a:fld>
            <a:endParaRPr lang="en-GB">
              <a:solidFill>
                <a:srgbClr val="1859A9"/>
              </a:solidFill>
            </a:endParaRPr>
          </a:p>
        </p:txBody>
      </p:sp>
      <p:grpSp>
        <p:nvGrpSpPr>
          <p:cNvPr id="42" name="Group 41"/>
          <p:cNvGrpSpPr>
            <a:grpSpLocks noChangeAspect="1"/>
          </p:cNvGrpSpPr>
          <p:nvPr userDrawn="1"/>
        </p:nvGrpSpPr>
        <p:grpSpPr>
          <a:xfrm>
            <a:off x="10810891" y="3"/>
            <a:ext cx="658803" cy="1222741"/>
            <a:chOff x="10546428" y="-86005"/>
            <a:chExt cx="923259" cy="1713580"/>
          </a:xfrm>
        </p:grpSpPr>
        <p:sp>
          <p:nvSpPr>
            <p:cNvPr id="43" name="Rectangle 42"/>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44" name="Group 43"/>
            <p:cNvGrpSpPr>
              <a:grpSpLocks noChangeAspect="1"/>
            </p:cNvGrpSpPr>
            <p:nvPr userDrawn="1"/>
          </p:nvGrpSpPr>
          <p:grpSpPr>
            <a:xfrm>
              <a:off x="10639077" y="333830"/>
              <a:ext cx="767941" cy="1201994"/>
              <a:chOff x="3986213" y="0"/>
              <a:chExt cx="4381501" cy="6858001"/>
            </a:xfrm>
            <a:solidFill>
              <a:schemeClr val="tx2"/>
            </a:solidFill>
          </p:grpSpPr>
          <p:sp>
            <p:nvSpPr>
              <p:cNvPr id="45"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6"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7"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8"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9"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0"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1"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2"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3"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4"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5"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6"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7"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8"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31"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1711340420"/>
      </p:ext>
    </p:extLst>
  </p:cSld>
  <p:clrMapOvr>
    <a:masterClrMapping/>
  </p:clrMapOvr>
  <p:extLst>
    <p:ext uri="{DCECCB84-F9BA-43D5-87BE-67443E8EF086}">
      <p15:sldGuideLst xmlns:p15="http://schemas.microsoft.com/office/powerpoint/2012/main">
        <p15:guide id="1" pos="3335">
          <p15:clr>
            <a:srgbClr val="FBAE40"/>
          </p15:clr>
        </p15:guide>
        <p15:guide id="2" pos="3650">
          <p15:clr>
            <a:srgbClr val="FBAE40"/>
          </p15:clr>
        </p15:guide>
        <p15:guide id="3" pos="616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77E6E5-10F2-4009-B776-A7F5C9BE046A}"/>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14" name="Picture Placeholder 13">
            <a:extLst>
              <a:ext uri="{FF2B5EF4-FFF2-40B4-BE49-F238E27FC236}">
                <a16:creationId xmlns:a16="http://schemas.microsoft.com/office/drawing/2014/main" id="{4D409324-02BA-4D89-BA1E-35E575BEC378}"/>
              </a:ext>
            </a:extLst>
          </p:cNvPr>
          <p:cNvSpPr>
            <a:spLocks noGrp="1"/>
          </p:cNvSpPr>
          <p:nvPr>
            <p:ph type="pic" sz="quarter" idx="15"/>
          </p:nvPr>
        </p:nvSpPr>
        <p:spPr>
          <a:xfrm>
            <a:off x="1296000" y="982667"/>
            <a:ext cx="2484000" cy="2088000"/>
          </a:xfrm>
        </p:spPr>
        <p:txBody>
          <a:bodyPr/>
          <a:lstStyle/>
          <a:p>
            <a:r>
              <a:rPr lang="en-US"/>
              <a:t>Drag picture to placeholder or click icon to add</a:t>
            </a:r>
            <a:endParaRPr lang="en-GB"/>
          </a:p>
        </p:txBody>
      </p:sp>
      <p:sp>
        <p:nvSpPr>
          <p:cNvPr id="13" name="Picture Placeholder 13">
            <a:extLst>
              <a:ext uri="{FF2B5EF4-FFF2-40B4-BE49-F238E27FC236}">
                <a16:creationId xmlns:a16="http://schemas.microsoft.com/office/drawing/2014/main" id="{8646E490-5F28-4BD7-B53C-18A60C658474}"/>
              </a:ext>
            </a:extLst>
          </p:cNvPr>
          <p:cNvSpPr>
            <a:spLocks noGrp="1"/>
          </p:cNvSpPr>
          <p:nvPr>
            <p:ph type="pic" sz="quarter" idx="16"/>
          </p:nvPr>
        </p:nvSpPr>
        <p:spPr>
          <a:xfrm>
            <a:off x="1296000" y="3526637"/>
            <a:ext cx="2484000" cy="2088000"/>
          </a:xfrm>
        </p:spPr>
        <p:txBody>
          <a:bodyPr/>
          <a:lstStyle/>
          <a:p>
            <a:r>
              <a:rPr lang="en-US"/>
              <a:t>Drag picture to placeholder or click icon to add</a:t>
            </a:r>
            <a:endParaRPr lang="en-GB"/>
          </a:p>
        </p:txBody>
      </p:sp>
      <p:sp>
        <p:nvSpPr>
          <p:cNvPr id="9" name="Text Placeholder 8">
            <a:extLst>
              <a:ext uri="{FF2B5EF4-FFF2-40B4-BE49-F238E27FC236}">
                <a16:creationId xmlns:a16="http://schemas.microsoft.com/office/drawing/2014/main" id="{A90E2089-F7F1-4029-A7C8-A39659E5D28E}"/>
              </a:ext>
            </a:extLst>
          </p:cNvPr>
          <p:cNvSpPr>
            <a:spLocks noGrp="1"/>
          </p:cNvSpPr>
          <p:nvPr>
            <p:ph type="body" sz="quarter" idx="17"/>
          </p:nvPr>
        </p:nvSpPr>
        <p:spPr>
          <a:xfrm>
            <a:off x="1296000" y="3106274"/>
            <a:ext cx="2484000" cy="420369"/>
          </a:xfrm>
        </p:spPr>
        <p:txBody>
          <a:bodyPr/>
          <a:lstStyle>
            <a:lvl1pPr>
              <a:defRPr sz="933"/>
            </a:lvl1pPr>
          </a:lstStyle>
          <a:p>
            <a:pPr lvl="0"/>
            <a:r>
              <a:rPr lang="en-US"/>
              <a:t>Click to edit Master text styles</a:t>
            </a:r>
          </a:p>
        </p:txBody>
      </p:sp>
      <p:sp>
        <p:nvSpPr>
          <p:cNvPr id="18" name="Picture Placeholder 13">
            <a:extLst>
              <a:ext uri="{FF2B5EF4-FFF2-40B4-BE49-F238E27FC236}">
                <a16:creationId xmlns:a16="http://schemas.microsoft.com/office/drawing/2014/main" id="{4D409324-02BA-4D89-BA1E-35E575BEC378}"/>
              </a:ext>
            </a:extLst>
          </p:cNvPr>
          <p:cNvSpPr>
            <a:spLocks noGrp="1"/>
          </p:cNvSpPr>
          <p:nvPr>
            <p:ph type="pic" sz="quarter" idx="20"/>
          </p:nvPr>
        </p:nvSpPr>
        <p:spPr>
          <a:xfrm>
            <a:off x="4320003" y="982667"/>
            <a:ext cx="2484000" cy="2088000"/>
          </a:xfrm>
        </p:spPr>
        <p:txBody>
          <a:bodyPr/>
          <a:lstStyle/>
          <a:p>
            <a:r>
              <a:rPr lang="en-US"/>
              <a:t>Drag picture to placeholder or click icon to add</a:t>
            </a:r>
            <a:endParaRPr lang="en-GB"/>
          </a:p>
        </p:txBody>
      </p:sp>
      <p:sp>
        <p:nvSpPr>
          <p:cNvPr id="19" name="Picture Placeholder 13">
            <a:extLst>
              <a:ext uri="{FF2B5EF4-FFF2-40B4-BE49-F238E27FC236}">
                <a16:creationId xmlns:a16="http://schemas.microsoft.com/office/drawing/2014/main" id="{4D409324-02BA-4D89-BA1E-35E575BEC378}"/>
              </a:ext>
            </a:extLst>
          </p:cNvPr>
          <p:cNvSpPr>
            <a:spLocks noGrp="1"/>
          </p:cNvSpPr>
          <p:nvPr>
            <p:ph type="pic" sz="quarter" idx="21"/>
          </p:nvPr>
        </p:nvSpPr>
        <p:spPr>
          <a:xfrm>
            <a:off x="4320003" y="3526637"/>
            <a:ext cx="2484000" cy="2088000"/>
          </a:xfrm>
        </p:spPr>
        <p:txBody>
          <a:bodyPr/>
          <a:lstStyle/>
          <a:p>
            <a:r>
              <a:rPr lang="en-US"/>
              <a:t>Drag picture to placeholder or click icon to add</a:t>
            </a:r>
            <a:endParaRPr lang="en-GB"/>
          </a:p>
        </p:txBody>
      </p:sp>
      <p:sp>
        <p:nvSpPr>
          <p:cNvPr id="21" name="Text Placeholder 8">
            <a:extLst>
              <a:ext uri="{FF2B5EF4-FFF2-40B4-BE49-F238E27FC236}">
                <a16:creationId xmlns:a16="http://schemas.microsoft.com/office/drawing/2014/main" id="{A90E2089-F7F1-4029-A7C8-A39659E5D28E}"/>
              </a:ext>
            </a:extLst>
          </p:cNvPr>
          <p:cNvSpPr>
            <a:spLocks noGrp="1"/>
          </p:cNvSpPr>
          <p:nvPr>
            <p:ph type="body" sz="quarter" idx="22"/>
          </p:nvPr>
        </p:nvSpPr>
        <p:spPr>
          <a:xfrm>
            <a:off x="4320003" y="3099882"/>
            <a:ext cx="2484000" cy="420369"/>
          </a:xfrm>
        </p:spPr>
        <p:txBody>
          <a:bodyPr/>
          <a:lstStyle>
            <a:lvl1pPr>
              <a:defRPr sz="933"/>
            </a:lvl1pPr>
          </a:lstStyle>
          <a:p>
            <a:pPr lvl="0"/>
            <a:r>
              <a:rPr lang="en-US"/>
              <a:t>Click to edit Master text styles</a:t>
            </a:r>
          </a:p>
        </p:txBody>
      </p:sp>
      <p:sp>
        <p:nvSpPr>
          <p:cNvPr id="22" name="Text Placeholder 8">
            <a:extLst>
              <a:ext uri="{FF2B5EF4-FFF2-40B4-BE49-F238E27FC236}">
                <a16:creationId xmlns:a16="http://schemas.microsoft.com/office/drawing/2014/main" id="{A90E2089-F7F1-4029-A7C8-A39659E5D28E}"/>
              </a:ext>
            </a:extLst>
          </p:cNvPr>
          <p:cNvSpPr>
            <a:spLocks noGrp="1"/>
          </p:cNvSpPr>
          <p:nvPr>
            <p:ph type="body" sz="quarter" idx="23"/>
          </p:nvPr>
        </p:nvSpPr>
        <p:spPr>
          <a:xfrm>
            <a:off x="1296000" y="5645326"/>
            <a:ext cx="2484000" cy="420369"/>
          </a:xfrm>
        </p:spPr>
        <p:txBody>
          <a:bodyPr/>
          <a:lstStyle>
            <a:lvl1pPr>
              <a:defRPr sz="933"/>
            </a:lvl1pPr>
          </a:lstStyle>
          <a:p>
            <a:pPr lvl="0"/>
            <a:r>
              <a:rPr lang="en-US"/>
              <a:t>Click to edit Master text styles</a:t>
            </a:r>
          </a:p>
        </p:txBody>
      </p:sp>
      <p:sp>
        <p:nvSpPr>
          <p:cNvPr id="23" name="Text Placeholder 8">
            <a:extLst>
              <a:ext uri="{FF2B5EF4-FFF2-40B4-BE49-F238E27FC236}">
                <a16:creationId xmlns:a16="http://schemas.microsoft.com/office/drawing/2014/main" id="{A90E2089-F7F1-4029-A7C8-A39659E5D28E}"/>
              </a:ext>
            </a:extLst>
          </p:cNvPr>
          <p:cNvSpPr>
            <a:spLocks noGrp="1"/>
          </p:cNvSpPr>
          <p:nvPr>
            <p:ph type="body" sz="quarter" idx="24"/>
          </p:nvPr>
        </p:nvSpPr>
        <p:spPr>
          <a:xfrm>
            <a:off x="4320003" y="5645326"/>
            <a:ext cx="2484000" cy="420369"/>
          </a:xfrm>
        </p:spPr>
        <p:txBody>
          <a:bodyPr/>
          <a:lstStyle>
            <a:lvl1pPr>
              <a:defRPr sz="933"/>
            </a:lvl1pPr>
          </a:lstStyle>
          <a:p>
            <a:pPr lvl="0"/>
            <a:r>
              <a:rPr lang="en-US"/>
              <a:t>Click to edit Master text styles</a:t>
            </a:r>
          </a:p>
        </p:txBody>
      </p:sp>
      <p:sp>
        <p:nvSpPr>
          <p:cNvPr id="11" name="Date Placeholder 10"/>
          <p:cNvSpPr>
            <a:spLocks noGrp="1"/>
          </p:cNvSpPr>
          <p:nvPr>
            <p:ph type="dt" sz="half" idx="25"/>
          </p:nvPr>
        </p:nvSpPr>
        <p:spPr/>
        <p:txBody>
          <a:bodyPr/>
          <a:lstStyle/>
          <a:p>
            <a:endParaRPr lang="en-GB">
              <a:solidFill>
                <a:srgbClr val="4D5156"/>
              </a:solidFill>
            </a:endParaRPr>
          </a:p>
        </p:txBody>
      </p:sp>
      <p:sp>
        <p:nvSpPr>
          <p:cNvPr id="25" name="Slide Number Placeholder 24"/>
          <p:cNvSpPr>
            <a:spLocks noGrp="1"/>
          </p:cNvSpPr>
          <p:nvPr>
            <p:ph type="sldNum" sz="quarter" idx="27"/>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26" name="Picture Placeholder 13">
            <a:extLst>
              <a:ext uri="{FF2B5EF4-FFF2-40B4-BE49-F238E27FC236}">
                <a16:creationId xmlns:a16="http://schemas.microsoft.com/office/drawing/2014/main" id="{4D409324-02BA-4D89-BA1E-35E575BEC378}"/>
              </a:ext>
            </a:extLst>
          </p:cNvPr>
          <p:cNvSpPr>
            <a:spLocks noGrp="1"/>
          </p:cNvSpPr>
          <p:nvPr>
            <p:ph type="pic" sz="quarter" idx="28"/>
          </p:nvPr>
        </p:nvSpPr>
        <p:spPr>
          <a:xfrm>
            <a:off x="7344000" y="982667"/>
            <a:ext cx="2484000" cy="2088000"/>
          </a:xfrm>
        </p:spPr>
        <p:txBody>
          <a:bodyPr/>
          <a:lstStyle/>
          <a:p>
            <a:r>
              <a:rPr lang="en-US"/>
              <a:t>Drag picture to placeholder or click icon to add</a:t>
            </a:r>
            <a:endParaRPr lang="en-GB"/>
          </a:p>
        </p:txBody>
      </p:sp>
      <p:sp>
        <p:nvSpPr>
          <p:cNvPr id="27" name="Picture Placeholder 13">
            <a:extLst>
              <a:ext uri="{FF2B5EF4-FFF2-40B4-BE49-F238E27FC236}">
                <a16:creationId xmlns:a16="http://schemas.microsoft.com/office/drawing/2014/main" id="{4D409324-02BA-4D89-BA1E-35E575BEC378}"/>
              </a:ext>
            </a:extLst>
          </p:cNvPr>
          <p:cNvSpPr>
            <a:spLocks noGrp="1"/>
          </p:cNvSpPr>
          <p:nvPr>
            <p:ph type="pic" sz="quarter" idx="29"/>
          </p:nvPr>
        </p:nvSpPr>
        <p:spPr>
          <a:xfrm>
            <a:off x="7344000" y="3526637"/>
            <a:ext cx="2484000" cy="2088000"/>
          </a:xfrm>
        </p:spPr>
        <p:txBody>
          <a:bodyPr/>
          <a:lstStyle/>
          <a:p>
            <a:r>
              <a:rPr lang="en-US"/>
              <a:t>Drag picture to placeholder or click icon to add</a:t>
            </a:r>
            <a:endParaRPr lang="en-GB"/>
          </a:p>
        </p:txBody>
      </p:sp>
      <p:sp>
        <p:nvSpPr>
          <p:cNvPr id="28" name="Text Placeholder 8">
            <a:extLst>
              <a:ext uri="{FF2B5EF4-FFF2-40B4-BE49-F238E27FC236}">
                <a16:creationId xmlns:a16="http://schemas.microsoft.com/office/drawing/2014/main" id="{A90E2089-F7F1-4029-A7C8-A39659E5D28E}"/>
              </a:ext>
            </a:extLst>
          </p:cNvPr>
          <p:cNvSpPr>
            <a:spLocks noGrp="1"/>
          </p:cNvSpPr>
          <p:nvPr>
            <p:ph type="body" sz="quarter" idx="30"/>
          </p:nvPr>
        </p:nvSpPr>
        <p:spPr>
          <a:xfrm>
            <a:off x="7344000" y="3099882"/>
            <a:ext cx="2484000" cy="420369"/>
          </a:xfrm>
        </p:spPr>
        <p:txBody>
          <a:bodyPr/>
          <a:lstStyle>
            <a:lvl1pPr>
              <a:defRPr sz="933"/>
            </a:lvl1pPr>
          </a:lstStyle>
          <a:p>
            <a:pPr lvl="0"/>
            <a:r>
              <a:rPr lang="en-US"/>
              <a:t>Click to edit Master text styles</a:t>
            </a:r>
          </a:p>
        </p:txBody>
      </p:sp>
      <p:sp>
        <p:nvSpPr>
          <p:cNvPr id="29" name="Text Placeholder 8">
            <a:extLst>
              <a:ext uri="{FF2B5EF4-FFF2-40B4-BE49-F238E27FC236}">
                <a16:creationId xmlns:a16="http://schemas.microsoft.com/office/drawing/2014/main" id="{A90E2089-F7F1-4029-A7C8-A39659E5D28E}"/>
              </a:ext>
            </a:extLst>
          </p:cNvPr>
          <p:cNvSpPr>
            <a:spLocks noGrp="1"/>
          </p:cNvSpPr>
          <p:nvPr>
            <p:ph type="body" sz="quarter" idx="31"/>
          </p:nvPr>
        </p:nvSpPr>
        <p:spPr>
          <a:xfrm>
            <a:off x="7344000" y="5645326"/>
            <a:ext cx="2484000" cy="420369"/>
          </a:xfrm>
        </p:spPr>
        <p:txBody>
          <a:bodyPr/>
          <a:lstStyle>
            <a:lvl1pPr>
              <a:defRPr sz="933"/>
            </a:lvl1pPr>
          </a:lstStyle>
          <a:p>
            <a:pPr lvl="0"/>
            <a:r>
              <a:rPr lang="en-US"/>
              <a:t>Click to edit Master text styles</a:t>
            </a:r>
          </a:p>
        </p:txBody>
      </p:sp>
      <p:grpSp>
        <p:nvGrpSpPr>
          <p:cNvPr id="46" name="Group 45"/>
          <p:cNvGrpSpPr>
            <a:grpSpLocks noChangeAspect="1"/>
          </p:cNvGrpSpPr>
          <p:nvPr userDrawn="1"/>
        </p:nvGrpSpPr>
        <p:grpSpPr>
          <a:xfrm>
            <a:off x="10810891" y="3"/>
            <a:ext cx="658803" cy="1222741"/>
            <a:chOff x="10546428" y="-86005"/>
            <a:chExt cx="923259" cy="1713580"/>
          </a:xfrm>
        </p:grpSpPr>
        <p:sp>
          <p:nvSpPr>
            <p:cNvPr id="47" name="Rectangle 46"/>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48" name="Group 47"/>
            <p:cNvGrpSpPr>
              <a:grpSpLocks noChangeAspect="1"/>
            </p:cNvGrpSpPr>
            <p:nvPr userDrawn="1"/>
          </p:nvGrpSpPr>
          <p:grpSpPr>
            <a:xfrm>
              <a:off x="10639077" y="333830"/>
              <a:ext cx="767941" cy="1201994"/>
              <a:chOff x="3986213" y="0"/>
              <a:chExt cx="4381501" cy="6858001"/>
            </a:xfrm>
            <a:solidFill>
              <a:schemeClr val="tx2"/>
            </a:solidFill>
          </p:grpSpPr>
          <p:sp>
            <p:nvSpPr>
              <p:cNvPr id="49"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0"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1"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2"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3"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4"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5"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6"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7"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8"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59"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0"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1"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62"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3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2903274301"/>
      </p:ext>
    </p:extLst>
  </p:cSld>
  <p:clrMapOvr>
    <a:masterClrMapping/>
  </p:clrMapOvr>
  <p:extLst>
    <p:ext uri="{DCECCB84-F9BA-43D5-87BE-67443E8EF086}">
      <p15:sldGuideLst xmlns:p15="http://schemas.microsoft.com/office/powerpoint/2012/main">
        <p15:guide id="1" pos="3335">
          <p15:clr>
            <a:srgbClr val="FBAE40"/>
          </p15:clr>
        </p15:guide>
        <p15:guide id="2" pos="3650">
          <p15:clr>
            <a:srgbClr val="FBAE40"/>
          </p15:clr>
        </p15:guide>
        <p15:guide id="3" pos="616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CB26E28-DC1C-47D2-A361-3497C18906A4}"/>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Title 1">
            <a:extLst>
              <a:ext uri="{FF2B5EF4-FFF2-40B4-BE49-F238E27FC236}">
                <a16:creationId xmlns:a16="http://schemas.microsoft.com/office/drawing/2014/main" id="{263F4CDB-1518-4581-97E4-25089FE564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59EA8F0-61E3-4C3E-9042-E35E99EBAA89}"/>
              </a:ext>
            </a:extLst>
          </p:cNvPr>
          <p:cNvSpPr>
            <a:spLocks noGrp="1"/>
          </p:cNvSpPr>
          <p:nvPr>
            <p:ph type="dt" sz="half" idx="10"/>
          </p:nvPr>
        </p:nvSpPr>
        <p:spPr/>
        <p:txBody>
          <a:bodyPr/>
          <a:lstStyle/>
          <a:p>
            <a:endParaRPr lang="en-GB">
              <a:solidFill>
                <a:srgbClr val="4D5156"/>
              </a:solidFill>
            </a:endParaRPr>
          </a:p>
        </p:txBody>
      </p:sp>
      <p:sp>
        <p:nvSpPr>
          <p:cNvPr id="5" name="Slide Number Placeholder 4">
            <a:extLst>
              <a:ext uri="{FF2B5EF4-FFF2-40B4-BE49-F238E27FC236}">
                <a16:creationId xmlns:a16="http://schemas.microsoft.com/office/drawing/2014/main" id="{DCDEBC9F-B446-4417-95B2-C71369B21712}"/>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sp>
        <p:nvSpPr>
          <p:cNvPr id="9" name="Text Placeholder 11">
            <a:extLst>
              <a:ext uri="{FF2B5EF4-FFF2-40B4-BE49-F238E27FC236}">
                <a16:creationId xmlns:a16="http://schemas.microsoft.com/office/drawing/2014/main" id="{54E28843-A433-4785-8AE9-5F9461E39707}"/>
              </a:ext>
            </a:extLst>
          </p:cNvPr>
          <p:cNvSpPr>
            <a:spLocks noGrp="1"/>
          </p:cNvSpPr>
          <p:nvPr>
            <p:ph type="body" sz="quarter" idx="13"/>
          </p:nvPr>
        </p:nvSpPr>
        <p:spPr>
          <a:xfrm>
            <a:off x="947741" y="1620005"/>
            <a:ext cx="5364164" cy="200025"/>
          </a:xfrm>
        </p:spPr>
        <p:txBody>
          <a:bodyPr/>
          <a:lstStyle>
            <a:lvl1pPr>
              <a:spcBef>
                <a:spcPts val="0"/>
              </a:spcBef>
              <a:defRPr sz="1067" b="1" cap="all" spc="359" baseline="0"/>
            </a:lvl1pPr>
            <a:lvl2pPr>
              <a:defRPr sz="1067"/>
            </a:lvl2pPr>
            <a:lvl3pPr>
              <a:defRPr sz="1067"/>
            </a:lvl3pPr>
            <a:lvl4pPr>
              <a:defRPr sz="1067"/>
            </a:lvl4pPr>
            <a:lvl5pPr>
              <a:defRPr sz="1067"/>
            </a:lvl5pPr>
          </a:lstStyle>
          <a:p>
            <a:pPr lvl="0"/>
            <a:r>
              <a:rPr lang="en-US"/>
              <a:t>Click to edit Master text styles</a:t>
            </a:r>
          </a:p>
        </p:txBody>
      </p:sp>
      <p:grpSp>
        <p:nvGrpSpPr>
          <p:cNvPr id="26" name="Group 25"/>
          <p:cNvGrpSpPr>
            <a:grpSpLocks noChangeAspect="1"/>
          </p:cNvGrpSpPr>
          <p:nvPr userDrawn="1"/>
        </p:nvGrpSpPr>
        <p:grpSpPr>
          <a:xfrm>
            <a:off x="10810891" y="3"/>
            <a:ext cx="658803" cy="1222741"/>
            <a:chOff x="10546428" y="-86005"/>
            <a:chExt cx="923259" cy="1713580"/>
          </a:xfrm>
        </p:grpSpPr>
        <p:sp>
          <p:nvSpPr>
            <p:cNvPr id="27" name="Rectangle 26"/>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28" name="Group 27"/>
            <p:cNvGrpSpPr>
              <a:grpSpLocks noChangeAspect="1"/>
            </p:cNvGrpSpPr>
            <p:nvPr userDrawn="1"/>
          </p:nvGrpSpPr>
          <p:grpSpPr>
            <a:xfrm>
              <a:off x="10639077" y="333830"/>
              <a:ext cx="767941" cy="1201994"/>
              <a:chOff x="3986213" y="0"/>
              <a:chExt cx="4381501" cy="6858001"/>
            </a:xfrm>
            <a:solidFill>
              <a:schemeClr val="tx2"/>
            </a:solidFill>
          </p:grpSpPr>
          <p:sp>
            <p:nvSpPr>
              <p:cNvPr id="29"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0"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1"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2"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3"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4"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5"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6"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7"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8"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9"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0"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1"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42"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25"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3954621111"/>
      </p:ext>
    </p:extLst>
  </p:cSld>
  <p:clrMapOvr>
    <a:masterClrMapping/>
  </p:clrMapOvr>
  <p:extLst>
    <p:ext uri="{DCECCB84-F9BA-43D5-87BE-67443E8EF086}">
      <p15:sldGuideLst xmlns:p15="http://schemas.microsoft.com/office/powerpoint/2012/main">
        <p15:guide id="1" pos="397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B26E28-DC1C-47D2-A361-3497C18906A4}"/>
              </a:ext>
            </a:extLst>
          </p:cNvPr>
          <p:cNvSpPr/>
          <p:nvPr userDrawn="1"/>
        </p:nvSpPr>
        <p:spPr>
          <a:xfrm>
            <a:off x="240604" y="239401"/>
            <a:ext cx="11710800" cy="6379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p>
            <a:pPr algn="ctr" defTabSz="914106"/>
            <a:endParaRPr lang="en-GB" sz="1867">
              <a:solidFill>
                <a:prstClr val="white"/>
              </a:solidFill>
            </a:endParaRPr>
          </a:p>
        </p:txBody>
      </p:sp>
      <p:sp>
        <p:nvSpPr>
          <p:cNvPr id="2" name="Date Placeholder 1">
            <a:extLst>
              <a:ext uri="{FF2B5EF4-FFF2-40B4-BE49-F238E27FC236}">
                <a16:creationId xmlns:a16="http://schemas.microsoft.com/office/drawing/2014/main" id="{6D4DB259-62B2-468B-9E8E-5B1097662955}"/>
              </a:ext>
            </a:extLst>
          </p:cNvPr>
          <p:cNvSpPr>
            <a:spLocks noGrp="1"/>
          </p:cNvSpPr>
          <p:nvPr>
            <p:ph type="dt" sz="half" idx="10"/>
          </p:nvPr>
        </p:nvSpPr>
        <p:spPr/>
        <p:txBody>
          <a:bodyPr/>
          <a:lstStyle/>
          <a:p>
            <a:endParaRPr lang="en-GB">
              <a:solidFill>
                <a:srgbClr val="4D5156"/>
              </a:solidFill>
            </a:endParaRPr>
          </a:p>
        </p:txBody>
      </p:sp>
      <p:sp>
        <p:nvSpPr>
          <p:cNvPr id="4" name="Slide Number Placeholder 3">
            <a:extLst>
              <a:ext uri="{FF2B5EF4-FFF2-40B4-BE49-F238E27FC236}">
                <a16:creationId xmlns:a16="http://schemas.microsoft.com/office/drawing/2014/main" id="{163E29DE-0751-4942-AB31-6C2A8C061799}"/>
              </a:ext>
            </a:extLst>
          </p:cNvPr>
          <p:cNvSpPr>
            <a:spLocks noGrp="1"/>
          </p:cNvSpPr>
          <p:nvPr>
            <p:ph type="sldNum" sz="quarter" idx="12"/>
          </p:nvPr>
        </p:nvSpPr>
        <p:spPr/>
        <p:txBody>
          <a:bodyPr/>
          <a:lstStyle/>
          <a:p>
            <a:fld id="{F7641956-BF2E-4170-9809-8254439A8799}" type="slidenum">
              <a:rPr lang="en-GB" smtClean="0">
                <a:solidFill>
                  <a:srgbClr val="1859A9"/>
                </a:solidFill>
              </a:rPr>
              <a:pPr/>
              <a:t>‹#›</a:t>
            </a:fld>
            <a:endParaRPr lang="en-GB">
              <a:solidFill>
                <a:srgbClr val="1859A9"/>
              </a:solidFill>
            </a:endParaRPr>
          </a:p>
        </p:txBody>
      </p:sp>
      <p:grpSp>
        <p:nvGrpSpPr>
          <p:cNvPr id="22" name="Group 21"/>
          <p:cNvGrpSpPr>
            <a:grpSpLocks noChangeAspect="1"/>
          </p:cNvGrpSpPr>
          <p:nvPr userDrawn="1"/>
        </p:nvGrpSpPr>
        <p:grpSpPr>
          <a:xfrm>
            <a:off x="10810891" y="3"/>
            <a:ext cx="658803" cy="1222741"/>
            <a:chOff x="10546428" y="-86005"/>
            <a:chExt cx="923259" cy="1713580"/>
          </a:xfrm>
        </p:grpSpPr>
        <p:sp>
          <p:nvSpPr>
            <p:cNvPr id="23" name="Rectangle 22"/>
            <p:cNvSpPr/>
            <p:nvPr userDrawn="1"/>
          </p:nvSpPr>
          <p:spPr bwMode="white">
            <a:xfrm>
              <a:off x="10546428" y="-86005"/>
              <a:ext cx="923259" cy="1713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6"/>
              <a:endParaRPr lang="en-GB" sz="1867">
                <a:solidFill>
                  <a:prstClr val="white"/>
                </a:solidFill>
              </a:endParaRPr>
            </a:p>
          </p:txBody>
        </p:sp>
        <p:grpSp>
          <p:nvGrpSpPr>
            <p:cNvPr id="24" name="Group 23"/>
            <p:cNvGrpSpPr>
              <a:grpSpLocks noChangeAspect="1"/>
            </p:cNvGrpSpPr>
            <p:nvPr userDrawn="1"/>
          </p:nvGrpSpPr>
          <p:grpSpPr>
            <a:xfrm>
              <a:off x="10639077" y="333830"/>
              <a:ext cx="767941" cy="1201994"/>
              <a:chOff x="3986213" y="0"/>
              <a:chExt cx="4381501" cy="6858001"/>
            </a:xfrm>
            <a:solidFill>
              <a:schemeClr val="tx2"/>
            </a:solidFill>
          </p:grpSpPr>
          <p:sp>
            <p:nvSpPr>
              <p:cNvPr id="25" name="Freeform 5"/>
              <p:cNvSpPr>
                <a:spLocks/>
              </p:cNvSpPr>
              <p:nvPr/>
            </p:nvSpPr>
            <p:spPr bwMode="auto">
              <a:xfrm>
                <a:off x="6521451" y="1746250"/>
                <a:ext cx="1846263" cy="2443163"/>
              </a:xfrm>
              <a:custGeom>
                <a:avLst/>
                <a:gdLst>
                  <a:gd name="T0" fmla="*/ 113 w 206"/>
                  <a:gd name="T1" fmla="*/ 196 h 273"/>
                  <a:gd name="T2" fmla="*/ 70 w 206"/>
                  <a:gd name="T3" fmla="*/ 273 h 273"/>
                  <a:gd name="T4" fmla="*/ 184 w 206"/>
                  <a:gd name="T5" fmla="*/ 273 h 273"/>
                  <a:gd name="T6" fmla="*/ 0 w 206"/>
                  <a:gd name="T7" fmla="*/ 0 h 273"/>
                  <a:gd name="T8" fmla="*/ 113 w 206"/>
                  <a:gd name="T9" fmla="*/ 196 h 273"/>
                </a:gdLst>
                <a:ahLst/>
                <a:cxnLst>
                  <a:cxn ang="0">
                    <a:pos x="T0" y="T1"/>
                  </a:cxn>
                  <a:cxn ang="0">
                    <a:pos x="T2" y="T3"/>
                  </a:cxn>
                  <a:cxn ang="0">
                    <a:pos x="T4" y="T5"/>
                  </a:cxn>
                  <a:cxn ang="0">
                    <a:pos x="T6" y="T7"/>
                  </a:cxn>
                  <a:cxn ang="0">
                    <a:pos x="T8" y="T9"/>
                  </a:cxn>
                </a:cxnLst>
                <a:rect l="0" t="0" r="r" b="b"/>
                <a:pathLst>
                  <a:path w="206" h="273">
                    <a:moveTo>
                      <a:pt x="113" y="196"/>
                    </a:moveTo>
                    <a:cubicBezTo>
                      <a:pt x="106" y="226"/>
                      <a:pt x="91" y="252"/>
                      <a:pt x="70" y="273"/>
                    </a:cubicBezTo>
                    <a:cubicBezTo>
                      <a:pt x="184" y="273"/>
                      <a:pt x="184" y="273"/>
                      <a:pt x="184" y="273"/>
                    </a:cubicBezTo>
                    <a:cubicBezTo>
                      <a:pt x="206" y="154"/>
                      <a:pt x="128" y="28"/>
                      <a:pt x="0" y="0"/>
                    </a:cubicBezTo>
                    <a:cubicBezTo>
                      <a:pt x="26" y="7"/>
                      <a:pt x="138" y="60"/>
                      <a:pt x="113"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6" name="Freeform 6"/>
              <p:cNvSpPr>
                <a:spLocks/>
              </p:cNvSpPr>
              <p:nvPr/>
            </p:nvSpPr>
            <p:spPr bwMode="auto">
              <a:xfrm>
                <a:off x="3986213" y="0"/>
                <a:ext cx="4219575" cy="4189413"/>
              </a:xfrm>
              <a:custGeom>
                <a:avLst/>
                <a:gdLst>
                  <a:gd name="T0" fmla="*/ 0 w 471"/>
                  <a:gd name="T1" fmla="*/ 0 h 468"/>
                  <a:gd name="T2" fmla="*/ 0 w 471"/>
                  <a:gd name="T3" fmla="*/ 468 h 468"/>
                  <a:gd name="T4" fmla="*/ 50 w 471"/>
                  <a:gd name="T5" fmla="*/ 468 h 468"/>
                  <a:gd name="T6" fmla="*/ 104 w 471"/>
                  <a:gd name="T7" fmla="*/ 466 h 468"/>
                  <a:gd name="T8" fmla="*/ 247 w 471"/>
                  <a:gd name="T9" fmla="*/ 346 h 468"/>
                  <a:gd name="T10" fmla="*/ 161 w 471"/>
                  <a:gd name="T11" fmla="*/ 219 h 468"/>
                  <a:gd name="T12" fmla="*/ 157 w 471"/>
                  <a:gd name="T13" fmla="*/ 218 h 468"/>
                  <a:gd name="T14" fmla="*/ 100 w 471"/>
                  <a:gd name="T15" fmla="*/ 212 h 468"/>
                  <a:gd name="T16" fmla="*/ 92 w 471"/>
                  <a:gd name="T17" fmla="*/ 243 h 468"/>
                  <a:gd name="T18" fmla="*/ 81 w 471"/>
                  <a:gd name="T19" fmla="*/ 165 h 468"/>
                  <a:gd name="T20" fmla="*/ 124 w 471"/>
                  <a:gd name="T21" fmla="*/ 123 h 468"/>
                  <a:gd name="T22" fmla="*/ 124 w 471"/>
                  <a:gd name="T23" fmla="*/ 122 h 468"/>
                  <a:gd name="T24" fmla="*/ 186 w 471"/>
                  <a:gd name="T25" fmla="*/ 78 h 468"/>
                  <a:gd name="T26" fmla="*/ 259 w 471"/>
                  <a:gd name="T27" fmla="*/ 58 h 468"/>
                  <a:gd name="T28" fmla="*/ 471 w 471"/>
                  <a:gd name="T29" fmla="*/ 151 h 468"/>
                  <a:gd name="T30" fmla="*/ 471 w 471"/>
                  <a:gd name="T31" fmla="*/ 0 h 468"/>
                  <a:gd name="T32" fmla="*/ 0 w 471"/>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1" h="468">
                    <a:moveTo>
                      <a:pt x="0" y="0"/>
                    </a:moveTo>
                    <a:cubicBezTo>
                      <a:pt x="0" y="468"/>
                      <a:pt x="0" y="468"/>
                      <a:pt x="0" y="468"/>
                    </a:cubicBezTo>
                    <a:cubicBezTo>
                      <a:pt x="50" y="468"/>
                      <a:pt x="50" y="468"/>
                      <a:pt x="50" y="468"/>
                    </a:cubicBezTo>
                    <a:cubicBezTo>
                      <a:pt x="80" y="468"/>
                      <a:pt x="87" y="468"/>
                      <a:pt x="104" y="466"/>
                    </a:cubicBezTo>
                    <a:cubicBezTo>
                      <a:pt x="175" y="455"/>
                      <a:pt x="240" y="397"/>
                      <a:pt x="247" y="346"/>
                    </a:cubicBezTo>
                    <a:cubicBezTo>
                      <a:pt x="258" y="285"/>
                      <a:pt x="225" y="232"/>
                      <a:pt x="161" y="219"/>
                    </a:cubicBezTo>
                    <a:cubicBezTo>
                      <a:pt x="160" y="219"/>
                      <a:pt x="159" y="218"/>
                      <a:pt x="157" y="218"/>
                    </a:cubicBezTo>
                    <a:cubicBezTo>
                      <a:pt x="155" y="218"/>
                      <a:pt x="124" y="218"/>
                      <a:pt x="100" y="212"/>
                    </a:cubicBezTo>
                    <a:cubicBezTo>
                      <a:pt x="100" y="212"/>
                      <a:pt x="87" y="223"/>
                      <a:pt x="92" y="243"/>
                    </a:cubicBezTo>
                    <a:cubicBezTo>
                      <a:pt x="92" y="243"/>
                      <a:pt x="61" y="210"/>
                      <a:pt x="81" y="165"/>
                    </a:cubicBezTo>
                    <a:cubicBezTo>
                      <a:pt x="81" y="165"/>
                      <a:pt x="90" y="144"/>
                      <a:pt x="124" y="123"/>
                    </a:cubicBezTo>
                    <a:cubicBezTo>
                      <a:pt x="124" y="123"/>
                      <a:pt x="124" y="122"/>
                      <a:pt x="124" y="122"/>
                    </a:cubicBezTo>
                    <a:cubicBezTo>
                      <a:pt x="133" y="111"/>
                      <a:pt x="155" y="93"/>
                      <a:pt x="186" y="78"/>
                    </a:cubicBezTo>
                    <a:cubicBezTo>
                      <a:pt x="201" y="71"/>
                      <a:pt x="228" y="61"/>
                      <a:pt x="259" y="58"/>
                    </a:cubicBezTo>
                    <a:cubicBezTo>
                      <a:pt x="397" y="45"/>
                      <a:pt x="471" y="151"/>
                      <a:pt x="471" y="151"/>
                    </a:cubicBezTo>
                    <a:cubicBezTo>
                      <a:pt x="471" y="0"/>
                      <a:pt x="471" y="0"/>
                      <a:pt x="47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7" name="Freeform 7"/>
              <p:cNvSpPr>
                <a:spLocks/>
              </p:cNvSpPr>
              <p:nvPr/>
            </p:nvSpPr>
            <p:spPr bwMode="auto">
              <a:xfrm>
                <a:off x="5545138" y="939800"/>
                <a:ext cx="2660650" cy="1011238"/>
              </a:xfrm>
              <a:custGeom>
                <a:avLst/>
                <a:gdLst>
                  <a:gd name="T0" fmla="*/ 167 w 297"/>
                  <a:gd name="T1" fmla="*/ 9 h 113"/>
                  <a:gd name="T2" fmla="*/ 0 w 297"/>
                  <a:gd name="T3" fmla="*/ 48 h 113"/>
                  <a:gd name="T4" fmla="*/ 33 w 297"/>
                  <a:gd name="T5" fmla="*/ 33 h 113"/>
                  <a:gd name="T6" fmla="*/ 61 w 297"/>
                  <a:gd name="T7" fmla="*/ 60 h 113"/>
                  <a:gd name="T8" fmla="*/ 103 w 297"/>
                  <a:gd name="T9" fmla="*/ 34 h 113"/>
                  <a:gd name="T10" fmla="*/ 103 w 297"/>
                  <a:gd name="T11" fmla="*/ 20 h 113"/>
                  <a:gd name="T12" fmla="*/ 297 w 297"/>
                  <a:gd name="T13" fmla="*/ 113 h 113"/>
                  <a:gd name="T14" fmla="*/ 297 w 297"/>
                  <a:gd name="T15" fmla="*/ 71 h 113"/>
                  <a:gd name="T16" fmla="*/ 167 w 297"/>
                  <a:gd name="T17" fmla="*/ 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13">
                    <a:moveTo>
                      <a:pt x="167" y="9"/>
                    </a:moveTo>
                    <a:cubicBezTo>
                      <a:pt x="100" y="0"/>
                      <a:pt x="44" y="17"/>
                      <a:pt x="0" y="48"/>
                    </a:cubicBezTo>
                    <a:cubicBezTo>
                      <a:pt x="0" y="48"/>
                      <a:pt x="13" y="40"/>
                      <a:pt x="33" y="33"/>
                    </a:cubicBezTo>
                    <a:cubicBezTo>
                      <a:pt x="36" y="46"/>
                      <a:pt x="47" y="57"/>
                      <a:pt x="61" y="60"/>
                    </a:cubicBezTo>
                    <a:cubicBezTo>
                      <a:pt x="81" y="64"/>
                      <a:pt x="100" y="52"/>
                      <a:pt x="103" y="34"/>
                    </a:cubicBezTo>
                    <a:cubicBezTo>
                      <a:pt x="104" y="30"/>
                      <a:pt x="104" y="25"/>
                      <a:pt x="103" y="20"/>
                    </a:cubicBezTo>
                    <a:cubicBezTo>
                      <a:pt x="230" y="16"/>
                      <a:pt x="297" y="113"/>
                      <a:pt x="297" y="113"/>
                    </a:cubicBezTo>
                    <a:cubicBezTo>
                      <a:pt x="297" y="71"/>
                      <a:pt x="297" y="71"/>
                      <a:pt x="297" y="71"/>
                    </a:cubicBezTo>
                    <a:cubicBezTo>
                      <a:pt x="278" y="52"/>
                      <a:pt x="226" y="15"/>
                      <a:pt x="167"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8" name="Freeform 8"/>
              <p:cNvSpPr>
                <a:spLocks noEditPoints="1"/>
              </p:cNvSpPr>
              <p:nvPr/>
            </p:nvSpPr>
            <p:spPr bwMode="auto">
              <a:xfrm>
                <a:off x="3986213" y="6007100"/>
                <a:ext cx="796925" cy="833438"/>
              </a:xfrm>
              <a:custGeom>
                <a:avLst/>
                <a:gdLst>
                  <a:gd name="T0" fmla="*/ 310 w 502"/>
                  <a:gd name="T1" fmla="*/ 311 h 525"/>
                  <a:gd name="T2" fmla="*/ 248 w 502"/>
                  <a:gd name="T3" fmla="*/ 124 h 525"/>
                  <a:gd name="T4" fmla="*/ 186 w 502"/>
                  <a:gd name="T5" fmla="*/ 311 h 525"/>
                  <a:gd name="T6" fmla="*/ 310 w 502"/>
                  <a:gd name="T7" fmla="*/ 311 h 525"/>
                  <a:gd name="T8" fmla="*/ 198 w 502"/>
                  <a:gd name="T9" fmla="*/ 0 h 525"/>
                  <a:gd name="T10" fmla="*/ 305 w 502"/>
                  <a:gd name="T11" fmla="*/ 0 h 525"/>
                  <a:gd name="T12" fmla="*/ 502 w 502"/>
                  <a:gd name="T13" fmla="*/ 525 h 525"/>
                  <a:gd name="T14" fmla="*/ 384 w 502"/>
                  <a:gd name="T15" fmla="*/ 525 h 525"/>
                  <a:gd name="T16" fmla="*/ 339 w 502"/>
                  <a:gd name="T17" fmla="*/ 401 h 525"/>
                  <a:gd name="T18" fmla="*/ 158 w 502"/>
                  <a:gd name="T19" fmla="*/ 401 h 525"/>
                  <a:gd name="T20" fmla="*/ 113 w 502"/>
                  <a:gd name="T21" fmla="*/ 525 h 525"/>
                  <a:gd name="T22" fmla="*/ 0 w 502"/>
                  <a:gd name="T23" fmla="*/ 525 h 525"/>
                  <a:gd name="T24" fmla="*/ 198 w 502"/>
                  <a:gd name="T25"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525">
                    <a:moveTo>
                      <a:pt x="310" y="311"/>
                    </a:moveTo>
                    <a:lnTo>
                      <a:pt x="248" y="124"/>
                    </a:lnTo>
                    <a:lnTo>
                      <a:pt x="186" y="311"/>
                    </a:lnTo>
                    <a:lnTo>
                      <a:pt x="310" y="311"/>
                    </a:lnTo>
                    <a:close/>
                    <a:moveTo>
                      <a:pt x="198" y="0"/>
                    </a:moveTo>
                    <a:lnTo>
                      <a:pt x="305" y="0"/>
                    </a:lnTo>
                    <a:lnTo>
                      <a:pt x="502" y="525"/>
                    </a:lnTo>
                    <a:lnTo>
                      <a:pt x="384" y="525"/>
                    </a:lnTo>
                    <a:lnTo>
                      <a:pt x="339" y="401"/>
                    </a:lnTo>
                    <a:lnTo>
                      <a:pt x="158" y="401"/>
                    </a:lnTo>
                    <a:lnTo>
                      <a:pt x="113" y="525"/>
                    </a:lnTo>
                    <a:lnTo>
                      <a:pt x="0" y="525"/>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29" name="Freeform 9"/>
              <p:cNvSpPr>
                <a:spLocks noEditPoints="1"/>
              </p:cNvSpPr>
              <p:nvPr/>
            </p:nvSpPr>
            <p:spPr bwMode="auto">
              <a:xfrm>
                <a:off x="4881563" y="6007100"/>
                <a:ext cx="717550" cy="833438"/>
              </a:xfrm>
              <a:custGeom>
                <a:avLst/>
                <a:gdLst>
                  <a:gd name="T0" fmla="*/ 32 w 80"/>
                  <a:gd name="T1" fmla="*/ 76 h 93"/>
                  <a:gd name="T2" fmla="*/ 45 w 80"/>
                  <a:gd name="T3" fmla="*/ 74 h 93"/>
                  <a:gd name="T4" fmla="*/ 53 w 80"/>
                  <a:gd name="T5" fmla="*/ 68 h 93"/>
                  <a:gd name="T6" fmla="*/ 58 w 80"/>
                  <a:gd name="T7" fmla="*/ 58 h 93"/>
                  <a:gd name="T8" fmla="*/ 60 w 80"/>
                  <a:gd name="T9" fmla="*/ 46 h 93"/>
                  <a:gd name="T10" fmla="*/ 59 w 80"/>
                  <a:gd name="T11" fmla="*/ 34 h 93"/>
                  <a:gd name="T12" fmla="*/ 54 w 80"/>
                  <a:gd name="T13" fmla="*/ 24 h 93"/>
                  <a:gd name="T14" fmla="*/ 46 w 80"/>
                  <a:gd name="T15" fmla="*/ 18 h 93"/>
                  <a:gd name="T16" fmla="*/ 35 w 80"/>
                  <a:gd name="T17" fmla="*/ 16 h 93"/>
                  <a:gd name="T18" fmla="*/ 19 w 80"/>
                  <a:gd name="T19" fmla="*/ 16 h 93"/>
                  <a:gd name="T20" fmla="*/ 19 w 80"/>
                  <a:gd name="T21" fmla="*/ 76 h 93"/>
                  <a:gd name="T22" fmla="*/ 32 w 80"/>
                  <a:gd name="T23" fmla="*/ 76 h 93"/>
                  <a:gd name="T24" fmla="*/ 0 w 80"/>
                  <a:gd name="T25" fmla="*/ 0 h 93"/>
                  <a:gd name="T26" fmla="*/ 35 w 80"/>
                  <a:gd name="T27" fmla="*/ 0 h 93"/>
                  <a:gd name="T28" fmla="*/ 68 w 80"/>
                  <a:gd name="T29" fmla="*/ 11 h 93"/>
                  <a:gd name="T30" fmla="*/ 80 w 80"/>
                  <a:gd name="T31" fmla="*/ 46 h 93"/>
                  <a:gd name="T32" fmla="*/ 77 w 80"/>
                  <a:gd name="T33" fmla="*/ 66 h 93"/>
                  <a:gd name="T34" fmla="*/ 67 w 80"/>
                  <a:gd name="T35" fmla="*/ 81 h 93"/>
                  <a:gd name="T36" fmla="*/ 52 w 80"/>
                  <a:gd name="T37" fmla="*/ 90 h 93"/>
                  <a:gd name="T38" fmla="*/ 31 w 80"/>
                  <a:gd name="T39" fmla="*/ 93 h 93"/>
                  <a:gd name="T40" fmla="*/ 0 w 80"/>
                  <a:gd name="T41" fmla="*/ 93 h 93"/>
                  <a:gd name="T42" fmla="*/ 0 w 80"/>
                  <a:gd name="T4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93">
                    <a:moveTo>
                      <a:pt x="32" y="76"/>
                    </a:moveTo>
                    <a:cubicBezTo>
                      <a:pt x="37" y="76"/>
                      <a:pt x="41" y="76"/>
                      <a:pt x="45" y="74"/>
                    </a:cubicBezTo>
                    <a:cubicBezTo>
                      <a:pt x="48" y="73"/>
                      <a:pt x="51" y="71"/>
                      <a:pt x="53" y="68"/>
                    </a:cubicBezTo>
                    <a:cubicBezTo>
                      <a:pt x="56" y="65"/>
                      <a:pt x="57" y="62"/>
                      <a:pt x="58" y="58"/>
                    </a:cubicBezTo>
                    <a:cubicBezTo>
                      <a:pt x="59" y="55"/>
                      <a:pt x="60" y="51"/>
                      <a:pt x="60" y="46"/>
                    </a:cubicBezTo>
                    <a:cubicBezTo>
                      <a:pt x="60" y="41"/>
                      <a:pt x="59" y="37"/>
                      <a:pt x="59" y="34"/>
                    </a:cubicBezTo>
                    <a:cubicBezTo>
                      <a:pt x="58" y="30"/>
                      <a:pt x="56" y="27"/>
                      <a:pt x="54" y="24"/>
                    </a:cubicBezTo>
                    <a:cubicBezTo>
                      <a:pt x="52" y="22"/>
                      <a:pt x="50" y="20"/>
                      <a:pt x="46" y="18"/>
                    </a:cubicBezTo>
                    <a:cubicBezTo>
                      <a:pt x="43" y="17"/>
                      <a:pt x="39" y="16"/>
                      <a:pt x="35" y="16"/>
                    </a:cubicBezTo>
                    <a:cubicBezTo>
                      <a:pt x="19" y="16"/>
                      <a:pt x="19" y="16"/>
                      <a:pt x="19" y="16"/>
                    </a:cubicBezTo>
                    <a:cubicBezTo>
                      <a:pt x="19" y="76"/>
                      <a:pt x="19" y="76"/>
                      <a:pt x="19" y="76"/>
                    </a:cubicBezTo>
                    <a:lnTo>
                      <a:pt x="32" y="76"/>
                    </a:lnTo>
                    <a:close/>
                    <a:moveTo>
                      <a:pt x="0" y="0"/>
                    </a:moveTo>
                    <a:cubicBezTo>
                      <a:pt x="35" y="0"/>
                      <a:pt x="35" y="0"/>
                      <a:pt x="35" y="0"/>
                    </a:cubicBezTo>
                    <a:cubicBezTo>
                      <a:pt x="49" y="0"/>
                      <a:pt x="60" y="4"/>
                      <a:pt x="68" y="11"/>
                    </a:cubicBezTo>
                    <a:cubicBezTo>
                      <a:pt x="76" y="19"/>
                      <a:pt x="80" y="31"/>
                      <a:pt x="80" y="46"/>
                    </a:cubicBezTo>
                    <a:cubicBezTo>
                      <a:pt x="80" y="54"/>
                      <a:pt x="79" y="60"/>
                      <a:pt x="77" y="66"/>
                    </a:cubicBezTo>
                    <a:cubicBezTo>
                      <a:pt x="74" y="72"/>
                      <a:pt x="71" y="77"/>
                      <a:pt x="67" y="81"/>
                    </a:cubicBezTo>
                    <a:cubicBezTo>
                      <a:pt x="63" y="85"/>
                      <a:pt x="58" y="88"/>
                      <a:pt x="52" y="90"/>
                    </a:cubicBezTo>
                    <a:cubicBezTo>
                      <a:pt x="46" y="92"/>
                      <a:pt x="39" y="93"/>
                      <a:pt x="31" y="93"/>
                    </a:cubicBezTo>
                    <a:cubicBezTo>
                      <a:pt x="0" y="93"/>
                      <a:pt x="0" y="93"/>
                      <a:pt x="0" y="9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0" name="Freeform 10"/>
              <p:cNvSpPr>
                <a:spLocks/>
              </p:cNvSpPr>
              <p:nvPr/>
            </p:nvSpPr>
            <p:spPr bwMode="auto">
              <a:xfrm>
                <a:off x="5734051" y="6007100"/>
                <a:ext cx="671513" cy="833438"/>
              </a:xfrm>
              <a:custGeom>
                <a:avLst/>
                <a:gdLst>
                  <a:gd name="T0" fmla="*/ 0 w 423"/>
                  <a:gd name="T1" fmla="*/ 0 h 525"/>
                  <a:gd name="T2" fmla="*/ 101 w 423"/>
                  <a:gd name="T3" fmla="*/ 0 h 525"/>
                  <a:gd name="T4" fmla="*/ 316 w 423"/>
                  <a:gd name="T5" fmla="*/ 344 h 525"/>
                  <a:gd name="T6" fmla="*/ 316 w 423"/>
                  <a:gd name="T7" fmla="*/ 0 h 525"/>
                  <a:gd name="T8" fmla="*/ 423 w 423"/>
                  <a:gd name="T9" fmla="*/ 0 h 525"/>
                  <a:gd name="T10" fmla="*/ 423 w 423"/>
                  <a:gd name="T11" fmla="*/ 525 h 525"/>
                  <a:gd name="T12" fmla="*/ 327 w 423"/>
                  <a:gd name="T13" fmla="*/ 525 h 525"/>
                  <a:gd name="T14" fmla="*/ 107 w 423"/>
                  <a:gd name="T15" fmla="*/ 181 h 525"/>
                  <a:gd name="T16" fmla="*/ 107 w 423"/>
                  <a:gd name="T17" fmla="*/ 525 h 525"/>
                  <a:gd name="T18" fmla="*/ 0 w 423"/>
                  <a:gd name="T19" fmla="*/ 525 h 525"/>
                  <a:gd name="T20" fmla="*/ 0 w 423"/>
                  <a:gd name="T21" fmla="*/ 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25">
                    <a:moveTo>
                      <a:pt x="0" y="0"/>
                    </a:moveTo>
                    <a:lnTo>
                      <a:pt x="101" y="0"/>
                    </a:lnTo>
                    <a:lnTo>
                      <a:pt x="316" y="344"/>
                    </a:lnTo>
                    <a:lnTo>
                      <a:pt x="316" y="0"/>
                    </a:lnTo>
                    <a:lnTo>
                      <a:pt x="423" y="0"/>
                    </a:lnTo>
                    <a:lnTo>
                      <a:pt x="423" y="525"/>
                    </a:lnTo>
                    <a:lnTo>
                      <a:pt x="327" y="525"/>
                    </a:lnTo>
                    <a:lnTo>
                      <a:pt x="107" y="181"/>
                    </a:lnTo>
                    <a:lnTo>
                      <a:pt x="107" y="525"/>
                    </a:lnTo>
                    <a:lnTo>
                      <a:pt x="0" y="52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1" name="Freeform 11"/>
              <p:cNvSpPr>
                <a:spLocks noEditPoints="1"/>
              </p:cNvSpPr>
              <p:nvPr/>
            </p:nvSpPr>
            <p:spPr bwMode="auto">
              <a:xfrm>
                <a:off x="6548438" y="5980113"/>
                <a:ext cx="796925" cy="877888"/>
              </a:xfrm>
              <a:custGeom>
                <a:avLst/>
                <a:gdLst>
                  <a:gd name="T0" fmla="*/ 45 w 89"/>
                  <a:gd name="T1" fmla="*/ 82 h 98"/>
                  <a:gd name="T2" fmla="*/ 63 w 89"/>
                  <a:gd name="T3" fmla="*/ 73 h 98"/>
                  <a:gd name="T4" fmla="*/ 69 w 89"/>
                  <a:gd name="T5" fmla="*/ 49 h 98"/>
                  <a:gd name="T6" fmla="*/ 63 w 89"/>
                  <a:gd name="T7" fmla="*/ 26 h 98"/>
                  <a:gd name="T8" fmla="*/ 45 w 89"/>
                  <a:gd name="T9" fmla="*/ 17 h 98"/>
                  <a:gd name="T10" fmla="*/ 26 w 89"/>
                  <a:gd name="T11" fmla="*/ 26 h 98"/>
                  <a:gd name="T12" fmla="*/ 20 w 89"/>
                  <a:gd name="T13" fmla="*/ 49 h 98"/>
                  <a:gd name="T14" fmla="*/ 26 w 89"/>
                  <a:gd name="T15" fmla="*/ 73 h 98"/>
                  <a:gd name="T16" fmla="*/ 45 w 89"/>
                  <a:gd name="T17" fmla="*/ 82 h 98"/>
                  <a:gd name="T18" fmla="*/ 45 w 89"/>
                  <a:gd name="T19" fmla="*/ 98 h 98"/>
                  <a:gd name="T20" fmla="*/ 26 w 89"/>
                  <a:gd name="T21" fmla="*/ 95 h 98"/>
                  <a:gd name="T22" fmla="*/ 12 w 89"/>
                  <a:gd name="T23" fmla="*/ 85 h 98"/>
                  <a:gd name="T24" fmla="*/ 3 w 89"/>
                  <a:gd name="T25" fmla="*/ 70 h 98"/>
                  <a:gd name="T26" fmla="*/ 0 w 89"/>
                  <a:gd name="T27" fmla="*/ 49 h 98"/>
                  <a:gd name="T28" fmla="*/ 3 w 89"/>
                  <a:gd name="T29" fmla="*/ 29 h 98"/>
                  <a:gd name="T30" fmla="*/ 12 w 89"/>
                  <a:gd name="T31" fmla="*/ 14 h 98"/>
                  <a:gd name="T32" fmla="*/ 26 w 89"/>
                  <a:gd name="T33" fmla="*/ 4 h 98"/>
                  <a:gd name="T34" fmla="*/ 45 w 89"/>
                  <a:gd name="T35" fmla="*/ 0 h 98"/>
                  <a:gd name="T36" fmla="*/ 63 w 89"/>
                  <a:gd name="T37" fmla="*/ 4 h 98"/>
                  <a:gd name="T38" fmla="*/ 77 w 89"/>
                  <a:gd name="T39" fmla="*/ 14 h 98"/>
                  <a:gd name="T40" fmla="*/ 86 w 89"/>
                  <a:gd name="T41" fmla="*/ 29 h 98"/>
                  <a:gd name="T42" fmla="*/ 89 w 89"/>
                  <a:gd name="T43" fmla="*/ 49 h 98"/>
                  <a:gd name="T44" fmla="*/ 86 w 89"/>
                  <a:gd name="T45" fmla="*/ 70 h 98"/>
                  <a:gd name="T46" fmla="*/ 77 w 89"/>
                  <a:gd name="T47" fmla="*/ 85 h 98"/>
                  <a:gd name="T48" fmla="*/ 63 w 89"/>
                  <a:gd name="T49" fmla="*/ 95 h 98"/>
                  <a:gd name="T50" fmla="*/ 45 w 89"/>
                  <a:gd name="T5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98">
                    <a:moveTo>
                      <a:pt x="45" y="82"/>
                    </a:moveTo>
                    <a:cubicBezTo>
                      <a:pt x="53" y="82"/>
                      <a:pt x="59" y="79"/>
                      <a:pt x="63" y="73"/>
                    </a:cubicBezTo>
                    <a:cubicBezTo>
                      <a:pt x="67" y="68"/>
                      <a:pt x="69" y="60"/>
                      <a:pt x="69" y="49"/>
                    </a:cubicBezTo>
                    <a:cubicBezTo>
                      <a:pt x="69" y="39"/>
                      <a:pt x="67" y="31"/>
                      <a:pt x="63" y="26"/>
                    </a:cubicBezTo>
                    <a:cubicBezTo>
                      <a:pt x="59" y="20"/>
                      <a:pt x="53" y="17"/>
                      <a:pt x="45" y="17"/>
                    </a:cubicBezTo>
                    <a:cubicBezTo>
                      <a:pt x="36" y="17"/>
                      <a:pt x="30" y="20"/>
                      <a:pt x="26" y="26"/>
                    </a:cubicBezTo>
                    <a:cubicBezTo>
                      <a:pt x="22" y="31"/>
                      <a:pt x="20" y="39"/>
                      <a:pt x="20" y="49"/>
                    </a:cubicBezTo>
                    <a:cubicBezTo>
                      <a:pt x="20" y="60"/>
                      <a:pt x="22" y="68"/>
                      <a:pt x="26" y="73"/>
                    </a:cubicBezTo>
                    <a:cubicBezTo>
                      <a:pt x="30" y="79"/>
                      <a:pt x="36" y="82"/>
                      <a:pt x="45" y="82"/>
                    </a:cubicBezTo>
                    <a:moveTo>
                      <a:pt x="45" y="98"/>
                    </a:moveTo>
                    <a:cubicBezTo>
                      <a:pt x="38" y="98"/>
                      <a:pt x="31" y="97"/>
                      <a:pt x="26" y="95"/>
                    </a:cubicBezTo>
                    <a:cubicBezTo>
                      <a:pt x="21" y="93"/>
                      <a:pt x="16" y="89"/>
                      <a:pt x="12" y="85"/>
                    </a:cubicBezTo>
                    <a:cubicBezTo>
                      <a:pt x="8" y="81"/>
                      <a:pt x="5" y="76"/>
                      <a:pt x="3" y="70"/>
                    </a:cubicBezTo>
                    <a:cubicBezTo>
                      <a:pt x="1" y="64"/>
                      <a:pt x="0" y="57"/>
                      <a:pt x="0" y="49"/>
                    </a:cubicBezTo>
                    <a:cubicBezTo>
                      <a:pt x="0" y="42"/>
                      <a:pt x="1" y="35"/>
                      <a:pt x="3" y="29"/>
                    </a:cubicBezTo>
                    <a:cubicBezTo>
                      <a:pt x="5" y="23"/>
                      <a:pt x="8" y="18"/>
                      <a:pt x="12" y="14"/>
                    </a:cubicBezTo>
                    <a:cubicBezTo>
                      <a:pt x="16" y="9"/>
                      <a:pt x="21" y="6"/>
                      <a:pt x="26" y="4"/>
                    </a:cubicBezTo>
                    <a:cubicBezTo>
                      <a:pt x="32" y="2"/>
                      <a:pt x="38" y="0"/>
                      <a:pt x="45" y="0"/>
                    </a:cubicBezTo>
                    <a:cubicBezTo>
                      <a:pt x="52" y="0"/>
                      <a:pt x="58" y="2"/>
                      <a:pt x="63" y="4"/>
                    </a:cubicBezTo>
                    <a:cubicBezTo>
                      <a:pt x="69" y="6"/>
                      <a:pt x="73" y="9"/>
                      <a:pt x="77" y="14"/>
                    </a:cubicBezTo>
                    <a:cubicBezTo>
                      <a:pt x="81" y="18"/>
                      <a:pt x="84" y="23"/>
                      <a:pt x="86" y="29"/>
                    </a:cubicBezTo>
                    <a:cubicBezTo>
                      <a:pt x="88" y="35"/>
                      <a:pt x="89" y="42"/>
                      <a:pt x="89" y="49"/>
                    </a:cubicBezTo>
                    <a:cubicBezTo>
                      <a:pt x="89" y="57"/>
                      <a:pt x="88" y="64"/>
                      <a:pt x="86" y="70"/>
                    </a:cubicBezTo>
                    <a:cubicBezTo>
                      <a:pt x="84" y="76"/>
                      <a:pt x="81" y="81"/>
                      <a:pt x="77" y="85"/>
                    </a:cubicBezTo>
                    <a:cubicBezTo>
                      <a:pt x="74" y="89"/>
                      <a:pt x="69" y="93"/>
                      <a:pt x="63" y="95"/>
                    </a:cubicBezTo>
                    <a:cubicBezTo>
                      <a:pt x="58" y="97"/>
                      <a:pt x="52" y="98"/>
                      <a:pt x="45" y="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2" name="Freeform 12"/>
              <p:cNvSpPr>
                <a:spLocks/>
              </p:cNvSpPr>
              <p:nvPr/>
            </p:nvSpPr>
            <p:spPr bwMode="auto">
              <a:xfrm>
                <a:off x="7453313" y="5980113"/>
                <a:ext cx="742950" cy="877888"/>
              </a:xfrm>
              <a:custGeom>
                <a:avLst/>
                <a:gdLst>
                  <a:gd name="T0" fmla="*/ 83 w 83"/>
                  <a:gd name="T1" fmla="*/ 64 h 98"/>
                  <a:gd name="T2" fmla="*/ 79 w 83"/>
                  <a:gd name="T3" fmla="*/ 77 h 98"/>
                  <a:gd name="T4" fmla="*/ 71 w 83"/>
                  <a:gd name="T5" fmla="*/ 88 h 98"/>
                  <a:gd name="T6" fmla="*/ 59 w 83"/>
                  <a:gd name="T7" fmla="*/ 96 h 98"/>
                  <a:gd name="T8" fmla="*/ 43 w 83"/>
                  <a:gd name="T9" fmla="*/ 98 h 98"/>
                  <a:gd name="T10" fmla="*/ 24 w 83"/>
                  <a:gd name="T11" fmla="*/ 95 h 98"/>
                  <a:gd name="T12" fmla="*/ 11 w 83"/>
                  <a:gd name="T13" fmla="*/ 85 h 98"/>
                  <a:gd name="T14" fmla="*/ 3 w 83"/>
                  <a:gd name="T15" fmla="*/ 69 h 98"/>
                  <a:gd name="T16" fmla="*/ 0 w 83"/>
                  <a:gd name="T17" fmla="*/ 49 h 98"/>
                  <a:gd name="T18" fmla="*/ 3 w 83"/>
                  <a:gd name="T19" fmla="*/ 29 h 98"/>
                  <a:gd name="T20" fmla="*/ 12 w 83"/>
                  <a:gd name="T21" fmla="*/ 14 h 98"/>
                  <a:gd name="T22" fmla="*/ 25 w 83"/>
                  <a:gd name="T23" fmla="*/ 4 h 98"/>
                  <a:gd name="T24" fmla="*/ 43 w 83"/>
                  <a:gd name="T25" fmla="*/ 0 h 98"/>
                  <a:gd name="T26" fmla="*/ 59 w 83"/>
                  <a:gd name="T27" fmla="*/ 3 h 98"/>
                  <a:gd name="T28" fmla="*/ 70 w 83"/>
                  <a:gd name="T29" fmla="*/ 9 h 98"/>
                  <a:gd name="T30" fmla="*/ 77 w 83"/>
                  <a:gd name="T31" fmla="*/ 19 h 98"/>
                  <a:gd name="T32" fmla="*/ 81 w 83"/>
                  <a:gd name="T33" fmla="*/ 32 h 98"/>
                  <a:gd name="T34" fmla="*/ 62 w 83"/>
                  <a:gd name="T35" fmla="*/ 35 h 98"/>
                  <a:gd name="T36" fmla="*/ 56 w 83"/>
                  <a:gd name="T37" fmla="*/ 22 h 98"/>
                  <a:gd name="T38" fmla="*/ 43 w 83"/>
                  <a:gd name="T39" fmla="*/ 17 h 98"/>
                  <a:gd name="T40" fmla="*/ 26 w 83"/>
                  <a:gd name="T41" fmla="*/ 26 h 98"/>
                  <a:gd name="T42" fmla="*/ 20 w 83"/>
                  <a:gd name="T43" fmla="*/ 49 h 98"/>
                  <a:gd name="T44" fmla="*/ 27 w 83"/>
                  <a:gd name="T45" fmla="*/ 73 h 98"/>
                  <a:gd name="T46" fmla="*/ 43 w 83"/>
                  <a:gd name="T47" fmla="*/ 82 h 98"/>
                  <a:gd name="T48" fmla="*/ 56 w 83"/>
                  <a:gd name="T49" fmla="*/ 77 h 98"/>
                  <a:gd name="T50" fmla="*/ 62 w 83"/>
                  <a:gd name="T51" fmla="*/ 64 h 98"/>
                  <a:gd name="T52" fmla="*/ 83 w 83"/>
                  <a:gd name="T53" fmla="*/ 6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98">
                    <a:moveTo>
                      <a:pt x="83" y="64"/>
                    </a:moveTo>
                    <a:cubicBezTo>
                      <a:pt x="82" y="69"/>
                      <a:pt x="81" y="73"/>
                      <a:pt x="79" y="77"/>
                    </a:cubicBezTo>
                    <a:cubicBezTo>
                      <a:pt x="77" y="82"/>
                      <a:pt x="75" y="85"/>
                      <a:pt x="71" y="88"/>
                    </a:cubicBezTo>
                    <a:cubicBezTo>
                      <a:pt x="68" y="91"/>
                      <a:pt x="64" y="94"/>
                      <a:pt x="59" y="96"/>
                    </a:cubicBezTo>
                    <a:cubicBezTo>
                      <a:pt x="55" y="97"/>
                      <a:pt x="49" y="98"/>
                      <a:pt x="43" y="98"/>
                    </a:cubicBezTo>
                    <a:cubicBezTo>
                      <a:pt x="36" y="98"/>
                      <a:pt x="30" y="97"/>
                      <a:pt x="24" y="95"/>
                    </a:cubicBezTo>
                    <a:cubicBezTo>
                      <a:pt x="19" y="92"/>
                      <a:pt x="15" y="89"/>
                      <a:pt x="11" y="85"/>
                    </a:cubicBezTo>
                    <a:cubicBezTo>
                      <a:pt x="7" y="81"/>
                      <a:pt x="5" y="75"/>
                      <a:pt x="3" y="69"/>
                    </a:cubicBezTo>
                    <a:cubicBezTo>
                      <a:pt x="1" y="63"/>
                      <a:pt x="0" y="57"/>
                      <a:pt x="0" y="49"/>
                    </a:cubicBezTo>
                    <a:cubicBezTo>
                      <a:pt x="0" y="42"/>
                      <a:pt x="1" y="35"/>
                      <a:pt x="3" y="29"/>
                    </a:cubicBezTo>
                    <a:cubicBezTo>
                      <a:pt x="5" y="23"/>
                      <a:pt x="8" y="18"/>
                      <a:pt x="12" y="14"/>
                    </a:cubicBezTo>
                    <a:cubicBezTo>
                      <a:pt x="15" y="9"/>
                      <a:pt x="20" y="6"/>
                      <a:pt x="25" y="4"/>
                    </a:cubicBezTo>
                    <a:cubicBezTo>
                      <a:pt x="31" y="2"/>
                      <a:pt x="37" y="0"/>
                      <a:pt x="43" y="0"/>
                    </a:cubicBezTo>
                    <a:cubicBezTo>
                      <a:pt x="49" y="0"/>
                      <a:pt x="54" y="1"/>
                      <a:pt x="59" y="3"/>
                    </a:cubicBezTo>
                    <a:cubicBezTo>
                      <a:pt x="63" y="4"/>
                      <a:pt x="67" y="6"/>
                      <a:pt x="70" y="9"/>
                    </a:cubicBezTo>
                    <a:cubicBezTo>
                      <a:pt x="73" y="12"/>
                      <a:pt x="75" y="15"/>
                      <a:pt x="77" y="19"/>
                    </a:cubicBezTo>
                    <a:cubicBezTo>
                      <a:pt x="79" y="23"/>
                      <a:pt x="80" y="27"/>
                      <a:pt x="81" y="32"/>
                    </a:cubicBezTo>
                    <a:cubicBezTo>
                      <a:pt x="62" y="35"/>
                      <a:pt x="62" y="35"/>
                      <a:pt x="62" y="35"/>
                    </a:cubicBezTo>
                    <a:cubicBezTo>
                      <a:pt x="61" y="29"/>
                      <a:pt x="59" y="25"/>
                      <a:pt x="56" y="22"/>
                    </a:cubicBezTo>
                    <a:cubicBezTo>
                      <a:pt x="53" y="19"/>
                      <a:pt x="49" y="17"/>
                      <a:pt x="43" y="17"/>
                    </a:cubicBezTo>
                    <a:cubicBezTo>
                      <a:pt x="36" y="17"/>
                      <a:pt x="30" y="20"/>
                      <a:pt x="26" y="26"/>
                    </a:cubicBezTo>
                    <a:cubicBezTo>
                      <a:pt x="22" y="31"/>
                      <a:pt x="20" y="39"/>
                      <a:pt x="20" y="49"/>
                    </a:cubicBezTo>
                    <a:cubicBezTo>
                      <a:pt x="20" y="60"/>
                      <a:pt x="23" y="68"/>
                      <a:pt x="27" y="73"/>
                    </a:cubicBezTo>
                    <a:cubicBezTo>
                      <a:pt x="31" y="79"/>
                      <a:pt x="36" y="82"/>
                      <a:pt x="43" y="82"/>
                    </a:cubicBezTo>
                    <a:cubicBezTo>
                      <a:pt x="49" y="82"/>
                      <a:pt x="54" y="80"/>
                      <a:pt x="56" y="77"/>
                    </a:cubicBezTo>
                    <a:cubicBezTo>
                      <a:pt x="59" y="74"/>
                      <a:pt x="61" y="69"/>
                      <a:pt x="62" y="64"/>
                    </a:cubicBezTo>
                    <a:lnTo>
                      <a:pt x="83"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3" name="Freeform 13"/>
              <p:cNvSpPr>
                <a:spLocks noEditPoints="1"/>
              </p:cNvSpPr>
              <p:nvPr/>
            </p:nvSpPr>
            <p:spPr bwMode="auto">
              <a:xfrm>
                <a:off x="3986213" y="4735513"/>
                <a:ext cx="1066800" cy="887413"/>
              </a:xfrm>
              <a:custGeom>
                <a:avLst/>
                <a:gdLst>
                  <a:gd name="T0" fmla="*/ 82 w 119"/>
                  <a:gd name="T1" fmla="*/ 40 h 99"/>
                  <a:gd name="T2" fmla="*/ 82 w 119"/>
                  <a:gd name="T3" fmla="*/ 47 h 99"/>
                  <a:gd name="T4" fmla="*/ 57 w 119"/>
                  <a:gd name="T5" fmla="*/ 47 h 99"/>
                  <a:gd name="T6" fmla="*/ 57 w 119"/>
                  <a:gd name="T7" fmla="*/ 40 h 99"/>
                  <a:gd name="T8" fmla="*/ 60 w 119"/>
                  <a:gd name="T9" fmla="*/ 40 h 99"/>
                  <a:gd name="T10" fmla="*/ 60 w 119"/>
                  <a:gd name="T11" fmla="*/ 36 h 99"/>
                  <a:gd name="T12" fmla="*/ 63 w 119"/>
                  <a:gd name="T13" fmla="*/ 28 h 99"/>
                  <a:gd name="T14" fmla="*/ 71 w 119"/>
                  <a:gd name="T15" fmla="*/ 25 h 99"/>
                  <a:gd name="T16" fmla="*/ 78 w 119"/>
                  <a:gd name="T17" fmla="*/ 28 h 99"/>
                  <a:gd name="T18" fmla="*/ 81 w 119"/>
                  <a:gd name="T19" fmla="*/ 35 h 99"/>
                  <a:gd name="T20" fmla="*/ 75 w 119"/>
                  <a:gd name="T21" fmla="*/ 36 h 99"/>
                  <a:gd name="T22" fmla="*/ 74 w 119"/>
                  <a:gd name="T23" fmla="*/ 32 h 99"/>
                  <a:gd name="T24" fmla="*/ 71 w 119"/>
                  <a:gd name="T25" fmla="*/ 32 h 99"/>
                  <a:gd name="T26" fmla="*/ 67 w 119"/>
                  <a:gd name="T27" fmla="*/ 36 h 99"/>
                  <a:gd name="T28" fmla="*/ 67 w 119"/>
                  <a:gd name="T29" fmla="*/ 40 h 99"/>
                  <a:gd name="T30" fmla="*/ 82 w 119"/>
                  <a:gd name="T31" fmla="*/ 40 h 99"/>
                  <a:gd name="T32" fmla="*/ 100 w 119"/>
                  <a:gd name="T33" fmla="*/ 82 h 99"/>
                  <a:gd name="T34" fmla="*/ 100 w 119"/>
                  <a:gd name="T35" fmla="*/ 0 h 99"/>
                  <a:gd name="T36" fmla="*/ 119 w 119"/>
                  <a:gd name="T37" fmla="*/ 0 h 99"/>
                  <a:gd name="T38" fmla="*/ 119 w 119"/>
                  <a:gd name="T39" fmla="*/ 99 h 99"/>
                  <a:gd name="T40" fmla="*/ 38 w 119"/>
                  <a:gd name="T41" fmla="*/ 99 h 99"/>
                  <a:gd name="T42" fmla="*/ 10 w 119"/>
                  <a:gd name="T43" fmla="*/ 91 h 99"/>
                  <a:gd name="T44" fmla="*/ 0 w 119"/>
                  <a:gd name="T45" fmla="*/ 65 h 99"/>
                  <a:gd name="T46" fmla="*/ 4 w 119"/>
                  <a:gd name="T47" fmla="*/ 49 h 99"/>
                  <a:gd name="T48" fmla="*/ 16 w 119"/>
                  <a:gd name="T49" fmla="*/ 37 h 99"/>
                  <a:gd name="T50" fmla="*/ 34 w 119"/>
                  <a:gd name="T51" fmla="*/ 33 h 99"/>
                  <a:gd name="T52" fmla="*/ 36 w 119"/>
                  <a:gd name="T53" fmla="*/ 49 h 99"/>
                  <a:gd name="T54" fmla="*/ 23 w 119"/>
                  <a:gd name="T55" fmla="*/ 54 h 99"/>
                  <a:gd name="T56" fmla="*/ 19 w 119"/>
                  <a:gd name="T57" fmla="*/ 65 h 99"/>
                  <a:gd name="T58" fmla="*/ 23 w 119"/>
                  <a:gd name="T59" fmla="*/ 78 h 99"/>
                  <a:gd name="T60" fmla="*/ 38 w 119"/>
                  <a:gd name="T61" fmla="*/ 82 h 99"/>
                  <a:gd name="T62" fmla="*/ 100 w 119"/>
                  <a:gd name="T63" fmla="*/ 8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9" h="99">
                    <a:moveTo>
                      <a:pt x="82" y="40"/>
                    </a:moveTo>
                    <a:cubicBezTo>
                      <a:pt x="82" y="47"/>
                      <a:pt x="82" y="47"/>
                      <a:pt x="82" y="47"/>
                    </a:cubicBezTo>
                    <a:cubicBezTo>
                      <a:pt x="57" y="47"/>
                      <a:pt x="57" y="47"/>
                      <a:pt x="57" y="47"/>
                    </a:cubicBezTo>
                    <a:cubicBezTo>
                      <a:pt x="57" y="40"/>
                      <a:pt x="57" y="40"/>
                      <a:pt x="57" y="40"/>
                    </a:cubicBezTo>
                    <a:cubicBezTo>
                      <a:pt x="60" y="40"/>
                      <a:pt x="60" y="40"/>
                      <a:pt x="60" y="40"/>
                    </a:cubicBezTo>
                    <a:cubicBezTo>
                      <a:pt x="60" y="36"/>
                      <a:pt x="60" y="36"/>
                      <a:pt x="60" y="36"/>
                    </a:cubicBezTo>
                    <a:cubicBezTo>
                      <a:pt x="60" y="33"/>
                      <a:pt x="61" y="30"/>
                      <a:pt x="63" y="28"/>
                    </a:cubicBezTo>
                    <a:cubicBezTo>
                      <a:pt x="65" y="26"/>
                      <a:pt x="67" y="25"/>
                      <a:pt x="71" y="25"/>
                    </a:cubicBezTo>
                    <a:cubicBezTo>
                      <a:pt x="74" y="25"/>
                      <a:pt x="77" y="26"/>
                      <a:pt x="78" y="28"/>
                    </a:cubicBezTo>
                    <a:cubicBezTo>
                      <a:pt x="80" y="29"/>
                      <a:pt x="81" y="31"/>
                      <a:pt x="81" y="35"/>
                    </a:cubicBezTo>
                    <a:cubicBezTo>
                      <a:pt x="75" y="36"/>
                      <a:pt x="75" y="36"/>
                      <a:pt x="75" y="36"/>
                    </a:cubicBezTo>
                    <a:cubicBezTo>
                      <a:pt x="75" y="34"/>
                      <a:pt x="75" y="33"/>
                      <a:pt x="74" y="32"/>
                    </a:cubicBezTo>
                    <a:cubicBezTo>
                      <a:pt x="74" y="32"/>
                      <a:pt x="73" y="32"/>
                      <a:pt x="71" y="32"/>
                    </a:cubicBezTo>
                    <a:cubicBezTo>
                      <a:pt x="68" y="32"/>
                      <a:pt x="67" y="33"/>
                      <a:pt x="67" y="36"/>
                    </a:cubicBezTo>
                    <a:cubicBezTo>
                      <a:pt x="67" y="40"/>
                      <a:pt x="67" y="40"/>
                      <a:pt x="67" y="40"/>
                    </a:cubicBezTo>
                    <a:lnTo>
                      <a:pt x="82" y="40"/>
                    </a:lnTo>
                    <a:close/>
                    <a:moveTo>
                      <a:pt x="100" y="82"/>
                    </a:moveTo>
                    <a:cubicBezTo>
                      <a:pt x="100" y="0"/>
                      <a:pt x="100" y="0"/>
                      <a:pt x="100" y="0"/>
                    </a:cubicBezTo>
                    <a:cubicBezTo>
                      <a:pt x="119" y="0"/>
                      <a:pt x="119" y="0"/>
                      <a:pt x="119" y="0"/>
                    </a:cubicBezTo>
                    <a:cubicBezTo>
                      <a:pt x="119" y="99"/>
                      <a:pt x="119" y="99"/>
                      <a:pt x="119" y="99"/>
                    </a:cubicBezTo>
                    <a:cubicBezTo>
                      <a:pt x="38" y="99"/>
                      <a:pt x="38" y="99"/>
                      <a:pt x="38" y="99"/>
                    </a:cubicBezTo>
                    <a:cubicBezTo>
                      <a:pt x="25" y="99"/>
                      <a:pt x="16" y="96"/>
                      <a:pt x="10" y="91"/>
                    </a:cubicBezTo>
                    <a:cubicBezTo>
                      <a:pt x="3" y="85"/>
                      <a:pt x="0" y="77"/>
                      <a:pt x="0" y="65"/>
                    </a:cubicBezTo>
                    <a:cubicBezTo>
                      <a:pt x="0" y="59"/>
                      <a:pt x="2" y="54"/>
                      <a:pt x="4" y="49"/>
                    </a:cubicBezTo>
                    <a:cubicBezTo>
                      <a:pt x="7" y="44"/>
                      <a:pt x="11" y="40"/>
                      <a:pt x="16" y="37"/>
                    </a:cubicBezTo>
                    <a:cubicBezTo>
                      <a:pt x="21" y="34"/>
                      <a:pt x="27" y="33"/>
                      <a:pt x="34" y="33"/>
                    </a:cubicBezTo>
                    <a:cubicBezTo>
                      <a:pt x="36" y="49"/>
                      <a:pt x="36" y="49"/>
                      <a:pt x="36" y="49"/>
                    </a:cubicBezTo>
                    <a:cubicBezTo>
                      <a:pt x="30" y="50"/>
                      <a:pt x="25" y="51"/>
                      <a:pt x="23" y="54"/>
                    </a:cubicBezTo>
                    <a:cubicBezTo>
                      <a:pt x="20" y="56"/>
                      <a:pt x="19" y="60"/>
                      <a:pt x="19" y="65"/>
                    </a:cubicBezTo>
                    <a:cubicBezTo>
                      <a:pt x="19" y="71"/>
                      <a:pt x="20" y="76"/>
                      <a:pt x="23" y="78"/>
                    </a:cubicBezTo>
                    <a:cubicBezTo>
                      <a:pt x="26" y="81"/>
                      <a:pt x="31" y="82"/>
                      <a:pt x="38" y="82"/>
                    </a:cubicBezTo>
                    <a:lnTo>
                      <a:pt x="10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4" name="Freeform 14"/>
              <p:cNvSpPr>
                <a:spLocks noEditPoints="1"/>
              </p:cNvSpPr>
              <p:nvPr/>
            </p:nvSpPr>
            <p:spPr bwMode="auto">
              <a:xfrm>
                <a:off x="5195888" y="5005388"/>
                <a:ext cx="1684338" cy="903288"/>
              </a:xfrm>
              <a:custGeom>
                <a:avLst/>
                <a:gdLst>
                  <a:gd name="T0" fmla="*/ 44 w 188"/>
                  <a:gd name="T1" fmla="*/ 52 h 101"/>
                  <a:gd name="T2" fmla="*/ 38 w 188"/>
                  <a:gd name="T3" fmla="*/ 52 h 101"/>
                  <a:gd name="T4" fmla="*/ 19 w 188"/>
                  <a:gd name="T5" fmla="*/ 32 h 101"/>
                  <a:gd name="T6" fmla="*/ 22 w 188"/>
                  <a:gd name="T7" fmla="*/ 20 h 101"/>
                  <a:gd name="T8" fmla="*/ 32 w 188"/>
                  <a:gd name="T9" fmla="*/ 16 h 101"/>
                  <a:gd name="T10" fmla="*/ 39 w 188"/>
                  <a:gd name="T11" fmla="*/ 17 h 101"/>
                  <a:gd name="T12" fmla="*/ 43 w 188"/>
                  <a:gd name="T13" fmla="*/ 23 h 101"/>
                  <a:gd name="T14" fmla="*/ 44 w 188"/>
                  <a:gd name="T15" fmla="*/ 37 h 101"/>
                  <a:gd name="T16" fmla="*/ 44 w 188"/>
                  <a:gd name="T17" fmla="*/ 52 h 101"/>
                  <a:gd name="T18" fmla="*/ 170 w 188"/>
                  <a:gd name="T19" fmla="*/ 0 h 101"/>
                  <a:gd name="T20" fmla="*/ 170 w 188"/>
                  <a:gd name="T21" fmla="*/ 52 h 101"/>
                  <a:gd name="T22" fmla="*/ 63 w 188"/>
                  <a:gd name="T23" fmla="*/ 52 h 101"/>
                  <a:gd name="T24" fmla="*/ 63 w 188"/>
                  <a:gd name="T25" fmla="*/ 32 h 101"/>
                  <a:gd name="T26" fmla="*/ 55 w 188"/>
                  <a:gd name="T27" fmla="*/ 8 h 101"/>
                  <a:gd name="T28" fmla="*/ 32 w 188"/>
                  <a:gd name="T29" fmla="*/ 0 h 101"/>
                  <a:gd name="T30" fmla="*/ 8 w 188"/>
                  <a:gd name="T31" fmla="*/ 9 h 101"/>
                  <a:gd name="T32" fmla="*/ 0 w 188"/>
                  <a:gd name="T33" fmla="*/ 32 h 101"/>
                  <a:gd name="T34" fmla="*/ 11 w 188"/>
                  <a:gd name="T35" fmla="*/ 60 h 101"/>
                  <a:gd name="T36" fmla="*/ 42 w 188"/>
                  <a:gd name="T37" fmla="*/ 69 h 101"/>
                  <a:gd name="T38" fmla="*/ 44 w 188"/>
                  <a:gd name="T39" fmla="*/ 69 h 101"/>
                  <a:gd name="T40" fmla="*/ 44 w 188"/>
                  <a:gd name="T41" fmla="*/ 72 h 101"/>
                  <a:gd name="T42" fmla="*/ 41 w 188"/>
                  <a:gd name="T43" fmla="*/ 86 h 101"/>
                  <a:gd name="T44" fmla="*/ 51 w 188"/>
                  <a:gd name="T45" fmla="*/ 101 h 101"/>
                  <a:gd name="T46" fmla="*/ 55 w 188"/>
                  <a:gd name="T47" fmla="*/ 97 h 101"/>
                  <a:gd name="T48" fmla="*/ 63 w 188"/>
                  <a:gd name="T49" fmla="*/ 69 h 101"/>
                  <a:gd name="T50" fmla="*/ 188 w 188"/>
                  <a:gd name="T51" fmla="*/ 69 h 101"/>
                  <a:gd name="T52" fmla="*/ 188 w 188"/>
                  <a:gd name="T53" fmla="*/ 0 h 101"/>
                  <a:gd name="T54" fmla="*/ 170 w 188"/>
                  <a:gd name="T5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8" h="101">
                    <a:moveTo>
                      <a:pt x="44" y="52"/>
                    </a:moveTo>
                    <a:cubicBezTo>
                      <a:pt x="38" y="52"/>
                      <a:pt x="38" y="52"/>
                      <a:pt x="38" y="52"/>
                    </a:cubicBezTo>
                    <a:cubicBezTo>
                      <a:pt x="25" y="52"/>
                      <a:pt x="19" y="45"/>
                      <a:pt x="19" y="32"/>
                    </a:cubicBezTo>
                    <a:cubicBezTo>
                      <a:pt x="19" y="27"/>
                      <a:pt x="20" y="23"/>
                      <a:pt x="22" y="20"/>
                    </a:cubicBezTo>
                    <a:cubicBezTo>
                      <a:pt x="24" y="17"/>
                      <a:pt x="27" y="16"/>
                      <a:pt x="32" y="16"/>
                    </a:cubicBezTo>
                    <a:cubicBezTo>
                      <a:pt x="35" y="16"/>
                      <a:pt x="37" y="16"/>
                      <a:pt x="39" y="17"/>
                    </a:cubicBezTo>
                    <a:cubicBezTo>
                      <a:pt x="41" y="19"/>
                      <a:pt x="42" y="20"/>
                      <a:pt x="43" y="23"/>
                    </a:cubicBezTo>
                    <a:cubicBezTo>
                      <a:pt x="44" y="26"/>
                      <a:pt x="44" y="32"/>
                      <a:pt x="44" y="37"/>
                    </a:cubicBezTo>
                    <a:lnTo>
                      <a:pt x="44" y="52"/>
                    </a:lnTo>
                    <a:close/>
                    <a:moveTo>
                      <a:pt x="170" y="0"/>
                    </a:moveTo>
                    <a:cubicBezTo>
                      <a:pt x="170" y="52"/>
                      <a:pt x="170" y="52"/>
                      <a:pt x="170" y="52"/>
                    </a:cubicBezTo>
                    <a:cubicBezTo>
                      <a:pt x="63" y="52"/>
                      <a:pt x="63" y="52"/>
                      <a:pt x="63" y="52"/>
                    </a:cubicBezTo>
                    <a:cubicBezTo>
                      <a:pt x="63" y="32"/>
                      <a:pt x="63" y="32"/>
                      <a:pt x="63" y="32"/>
                    </a:cubicBezTo>
                    <a:cubicBezTo>
                      <a:pt x="63" y="22"/>
                      <a:pt x="60" y="13"/>
                      <a:pt x="55" y="8"/>
                    </a:cubicBezTo>
                    <a:cubicBezTo>
                      <a:pt x="50" y="3"/>
                      <a:pt x="42" y="0"/>
                      <a:pt x="32" y="0"/>
                    </a:cubicBezTo>
                    <a:cubicBezTo>
                      <a:pt x="22" y="0"/>
                      <a:pt x="14" y="3"/>
                      <a:pt x="8" y="9"/>
                    </a:cubicBezTo>
                    <a:cubicBezTo>
                      <a:pt x="3" y="14"/>
                      <a:pt x="0" y="22"/>
                      <a:pt x="0" y="32"/>
                    </a:cubicBezTo>
                    <a:cubicBezTo>
                      <a:pt x="0" y="44"/>
                      <a:pt x="3" y="54"/>
                      <a:pt x="11" y="60"/>
                    </a:cubicBezTo>
                    <a:cubicBezTo>
                      <a:pt x="18" y="66"/>
                      <a:pt x="28" y="69"/>
                      <a:pt x="42" y="69"/>
                    </a:cubicBezTo>
                    <a:cubicBezTo>
                      <a:pt x="44" y="69"/>
                      <a:pt x="44" y="69"/>
                      <a:pt x="44" y="69"/>
                    </a:cubicBezTo>
                    <a:cubicBezTo>
                      <a:pt x="44" y="72"/>
                      <a:pt x="44" y="72"/>
                      <a:pt x="44" y="72"/>
                    </a:cubicBezTo>
                    <a:cubicBezTo>
                      <a:pt x="44" y="79"/>
                      <a:pt x="43" y="83"/>
                      <a:pt x="41" y="86"/>
                    </a:cubicBezTo>
                    <a:cubicBezTo>
                      <a:pt x="51" y="101"/>
                      <a:pt x="51" y="101"/>
                      <a:pt x="51" y="101"/>
                    </a:cubicBezTo>
                    <a:cubicBezTo>
                      <a:pt x="53" y="100"/>
                      <a:pt x="54" y="99"/>
                      <a:pt x="55" y="97"/>
                    </a:cubicBezTo>
                    <a:cubicBezTo>
                      <a:pt x="60" y="92"/>
                      <a:pt x="63" y="80"/>
                      <a:pt x="63" y="69"/>
                    </a:cubicBezTo>
                    <a:cubicBezTo>
                      <a:pt x="188" y="69"/>
                      <a:pt x="188" y="69"/>
                      <a:pt x="188" y="69"/>
                    </a:cubicBezTo>
                    <a:cubicBezTo>
                      <a:pt x="188" y="0"/>
                      <a:pt x="188" y="0"/>
                      <a:pt x="188" y="0"/>
                    </a:cubicBezTo>
                    <a:lnTo>
                      <a:pt x="1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5" name="Rectangle 15"/>
              <p:cNvSpPr>
                <a:spLocks noChangeArrowheads="1"/>
              </p:cNvSpPr>
              <p:nvPr/>
            </p:nvSpPr>
            <p:spPr bwMode="auto">
              <a:xfrm>
                <a:off x="6718301" y="4754563"/>
                <a:ext cx="161925" cy="169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6" name="Freeform 16"/>
              <p:cNvSpPr>
                <a:spLocks/>
              </p:cNvSpPr>
              <p:nvPr/>
            </p:nvSpPr>
            <p:spPr bwMode="auto">
              <a:xfrm>
                <a:off x="7013576" y="5005388"/>
                <a:ext cx="833438" cy="617538"/>
              </a:xfrm>
              <a:custGeom>
                <a:avLst/>
                <a:gdLst>
                  <a:gd name="T0" fmla="*/ 74 w 93"/>
                  <a:gd name="T1" fmla="*/ 52 h 69"/>
                  <a:gd name="T2" fmla="*/ 74 w 93"/>
                  <a:gd name="T3" fmla="*/ 42 h 69"/>
                  <a:gd name="T4" fmla="*/ 70 w 93"/>
                  <a:gd name="T5" fmla="*/ 23 h 69"/>
                  <a:gd name="T6" fmla="*/ 55 w 93"/>
                  <a:gd name="T7" fmla="*/ 17 h 69"/>
                  <a:gd name="T8" fmla="*/ 41 w 93"/>
                  <a:gd name="T9" fmla="*/ 20 h 69"/>
                  <a:gd name="T10" fmla="*/ 36 w 93"/>
                  <a:gd name="T11" fmla="*/ 3 h 69"/>
                  <a:gd name="T12" fmla="*/ 56 w 93"/>
                  <a:gd name="T13" fmla="*/ 0 h 69"/>
                  <a:gd name="T14" fmla="*/ 84 w 93"/>
                  <a:gd name="T15" fmla="*/ 10 h 69"/>
                  <a:gd name="T16" fmla="*/ 93 w 93"/>
                  <a:gd name="T17" fmla="*/ 40 h 69"/>
                  <a:gd name="T18" fmla="*/ 93 w 93"/>
                  <a:gd name="T19" fmla="*/ 69 h 69"/>
                  <a:gd name="T20" fmla="*/ 0 w 93"/>
                  <a:gd name="T21" fmla="*/ 69 h 69"/>
                  <a:gd name="T22" fmla="*/ 0 w 93"/>
                  <a:gd name="T23" fmla="*/ 52 h 69"/>
                  <a:gd name="T24" fmla="*/ 74 w 93"/>
                  <a:gd name="T25"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69">
                    <a:moveTo>
                      <a:pt x="74" y="52"/>
                    </a:moveTo>
                    <a:cubicBezTo>
                      <a:pt x="74" y="42"/>
                      <a:pt x="74" y="42"/>
                      <a:pt x="74" y="42"/>
                    </a:cubicBezTo>
                    <a:cubicBezTo>
                      <a:pt x="74" y="34"/>
                      <a:pt x="73" y="27"/>
                      <a:pt x="70" y="23"/>
                    </a:cubicBezTo>
                    <a:cubicBezTo>
                      <a:pt x="66" y="19"/>
                      <a:pt x="61" y="17"/>
                      <a:pt x="55" y="17"/>
                    </a:cubicBezTo>
                    <a:cubicBezTo>
                      <a:pt x="50" y="17"/>
                      <a:pt x="46" y="18"/>
                      <a:pt x="41" y="20"/>
                    </a:cubicBezTo>
                    <a:cubicBezTo>
                      <a:pt x="36" y="3"/>
                      <a:pt x="36" y="3"/>
                      <a:pt x="36" y="3"/>
                    </a:cubicBezTo>
                    <a:cubicBezTo>
                      <a:pt x="42" y="1"/>
                      <a:pt x="49" y="0"/>
                      <a:pt x="56" y="0"/>
                    </a:cubicBezTo>
                    <a:cubicBezTo>
                      <a:pt x="68" y="0"/>
                      <a:pt x="77" y="3"/>
                      <a:pt x="84" y="10"/>
                    </a:cubicBezTo>
                    <a:cubicBezTo>
                      <a:pt x="90" y="17"/>
                      <a:pt x="93" y="27"/>
                      <a:pt x="93" y="40"/>
                    </a:cubicBezTo>
                    <a:cubicBezTo>
                      <a:pt x="93" y="69"/>
                      <a:pt x="93" y="69"/>
                      <a:pt x="93" y="69"/>
                    </a:cubicBezTo>
                    <a:cubicBezTo>
                      <a:pt x="0" y="69"/>
                      <a:pt x="0" y="69"/>
                      <a:pt x="0" y="69"/>
                    </a:cubicBezTo>
                    <a:cubicBezTo>
                      <a:pt x="0" y="52"/>
                      <a:pt x="0" y="52"/>
                      <a:pt x="0" y="52"/>
                    </a:cubicBezTo>
                    <a:lnTo>
                      <a:pt x="74"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7" name="Freeform 17"/>
              <p:cNvSpPr>
                <a:spLocks/>
              </p:cNvSpPr>
              <p:nvPr/>
            </p:nvSpPr>
            <p:spPr bwMode="auto">
              <a:xfrm>
                <a:off x="7972426" y="4565650"/>
                <a:ext cx="223838" cy="188913"/>
              </a:xfrm>
              <a:custGeom>
                <a:avLst/>
                <a:gdLst>
                  <a:gd name="T0" fmla="*/ 25 w 25"/>
                  <a:gd name="T1" fmla="*/ 14 h 21"/>
                  <a:gd name="T2" fmla="*/ 25 w 25"/>
                  <a:gd name="T3" fmla="*/ 21 h 21"/>
                  <a:gd name="T4" fmla="*/ 0 w 25"/>
                  <a:gd name="T5" fmla="*/ 21 h 21"/>
                  <a:gd name="T6" fmla="*/ 0 w 25"/>
                  <a:gd name="T7" fmla="*/ 14 h 21"/>
                  <a:gd name="T8" fmla="*/ 3 w 25"/>
                  <a:gd name="T9" fmla="*/ 14 h 21"/>
                  <a:gd name="T10" fmla="*/ 3 w 25"/>
                  <a:gd name="T11" fmla="*/ 10 h 21"/>
                  <a:gd name="T12" fmla="*/ 6 w 25"/>
                  <a:gd name="T13" fmla="*/ 2 h 21"/>
                  <a:gd name="T14" fmla="*/ 14 w 25"/>
                  <a:gd name="T15" fmla="*/ 0 h 21"/>
                  <a:gd name="T16" fmla="*/ 21 w 25"/>
                  <a:gd name="T17" fmla="*/ 2 h 21"/>
                  <a:gd name="T18" fmla="*/ 24 w 25"/>
                  <a:gd name="T19" fmla="*/ 9 h 21"/>
                  <a:gd name="T20" fmla="*/ 18 w 25"/>
                  <a:gd name="T21" fmla="*/ 10 h 21"/>
                  <a:gd name="T22" fmla="*/ 17 w 25"/>
                  <a:gd name="T23" fmla="*/ 7 h 21"/>
                  <a:gd name="T24" fmla="*/ 14 w 25"/>
                  <a:gd name="T25" fmla="*/ 6 h 21"/>
                  <a:gd name="T26" fmla="*/ 10 w 25"/>
                  <a:gd name="T27" fmla="*/ 11 h 21"/>
                  <a:gd name="T28" fmla="*/ 10 w 25"/>
                  <a:gd name="T29" fmla="*/ 14 h 21"/>
                  <a:gd name="T30" fmla="*/ 25 w 25"/>
                  <a:gd name="T3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21">
                    <a:moveTo>
                      <a:pt x="25" y="14"/>
                    </a:moveTo>
                    <a:cubicBezTo>
                      <a:pt x="25" y="21"/>
                      <a:pt x="25" y="21"/>
                      <a:pt x="25" y="21"/>
                    </a:cubicBezTo>
                    <a:cubicBezTo>
                      <a:pt x="0" y="21"/>
                      <a:pt x="0" y="21"/>
                      <a:pt x="0" y="21"/>
                    </a:cubicBezTo>
                    <a:cubicBezTo>
                      <a:pt x="0" y="14"/>
                      <a:pt x="0" y="14"/>
                      <a:pt x="0" y="14"/>
                    </a:cubicBezTo>
                    <a:cubicBezTo>
                      <a:pt x="3" y="14"/>
                      <a:pt x="3" y="14"/>
                      <a:pt x="3" y="14"/>
                    </a:cubicBezTo>
                    <a:cubicBezTo>
                      <a:pt x="3" y="10"/>
                      <a:pt x="3" y="10"/>
                      <a:pt x="3" y="10"/>
                    </a:cubicBezTo>
                    <a:cubicBezTo>
                      <a:pt x="3" y="7"/>
                      <a:pt x="4" y="4"/>
                      <a:pt x="6" y="2"/>
                    </a:cubicBezTo>
                    <a:cubicBezTo>
                      <a:pt x="8" y="1"/>
                      <a:pt x="10" y="0"/>
                      <a:pt x="14" y="0"/>
                    </a:cubicBezTo>
                    <a:cubicBezTo>
                      <a:pt x="17" y="0"/>
                      <a:pt x="20" y="0"/>
                      <a:pt x="21" y="2"/>
                    </a:cubicBezTo>
                    <a:cubicBezTo>
                      <a:pt x="23" y="3"/>
                      <a:pt x="24" y="6"/>
                      <a:pt x="24" y="9"/>
                    </a:cubicBezTo>
                    <a:cubicBezTo>
                      <a:pt x="18" y="10"/>
                      <a:pt x="18" y="10"/>
                      <a:pt x="18" y="10"/>
                    </a:cubicBezTo>
                    <a:cubicBezTo>
                      <a:pt x="18" y="8"/>
                      <a:pt x="17" y="7"/>
                      <a:pt x="17" y="7"/>
                    </a:cubicBezTo>
                    <a:cubicBezTo>
                      <a:pt x="16" y="6"/>
                      <a:pt x="15" y="6"/>
                      <a:pt x="14" y="6"/>
                    </a:cubicBezTo>
                    <a:cubicBezTo>
                      <a:pt x="11" y="6"/>
                      <a:pt x="10" y="7"/>
                      <a:pt x="10" y="11"/>
                    </a:cubicBezTo>
                    <a:cubicBezTo>
                      <a:pt x="10" y="14"/>
                      <a:pt x="10" y="14"/>
                      <a:pt x="10" y="14"/>
                    </a:cubicBezTo>
                    <a:lnTo>
                      <a:pt x="25"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sp>
            <p:nvSpPr>
              <p:cNvPr id="38" name="Rectangle 18"/>
              <p:cNvSpPr>
                <a:spLocks noChangeArrowheads="1"/>
              </p:cNvSpPr>
              <p:nvPr/>
            </p:nvSpPr>
            <p:spPr bwMode="auto">
              <a:xfrm>
                <a:off x="7991476" y="4816475"/>
                <a:ext cx="169863" cy="806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106"/>
                <a:endParaRPr lang="en-GB" sz="1867">
                  <a:solidFill>
                    <a:prstClr val="black"/>
                  </a:solidFill>
                </a:endParaRPr>
              </a:p>
            </p:txBody>
          </p:sp>
        </p:grpSp>
      </p:grpSp>
      <p:sp>
        <p:nvSpPr>
          <p:cNvPr id="39" name="Footer Placeholder 4">
            <a:extLst>
              <a:ext uri="{FF2B5EF4-FFF2-40B4-BE49-F238E27FC236}">
                <a16:creationId xmlns:a16="http://schemas.microsoft.com/office/drawing/2014/main" id="{3A65E229-DAA5-4345-AE76-815779D74D31}"/>
              </a:ext>
            </a:extLst>
          </p:cNvPr>
          <p:cNvSpPr>
            <a:spLocks noGrp="1"/>
          </p:cNvSpPr>
          <p:nvPr>
            <p:ph type="ftr" sz="quarter" idx="11"/>
          </p:nvPr>
        </p:nvSpPr>
        <p:spPr>
          <a:xfrm rot="16200000">
            <a:off x="-1026605" y="4402877"/>
            <a:ext cx="2953217" cy="360000"/>
          </a:xfrm>
        </p:spPr>
        <p:txBody>
          <a:bodyPr/>
          <a:lstStyle/>
          <a:p>
            <a:r>
              <a:rPr lang="nl-NL">
                <a:solidFill>
                  <a:srgbClr val="1859A9"/>
                </a:solidFill>
              </a:rPr>
              <a:t>ADNOC Upstream - TotalEnergies - 06/10/2025</a:t>
            </a:r>
            <a:endParaRPr lang="en-GB">
              <a:solidFill>
                <a:srgbClr val="1859A9"/>
              </a:solidFill>
            </a:endParaRPr>
          </a:p>
        </p:txBody>
      </p:sp>
    </p:spTree>
    <p:extLst>
      <p:ext uri="{BB962C8B-B14F-4D97-AF65-F5344CB8AC3E}">
        <p14:creationId xmlns:p14="http://schemas.microsoft.com/office/powerpoint/2010/main" val="42921365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ption N°1 Cover">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0DC9AC8-422B-445F-B045-79F986D08E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a:ln>
            <a:noFill/>
          </a:ln>
        </p:spPr>
      </p:pic>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464400" y="2288392"/>
            <a:ext cx="8640000" cy="2160000"/>
          </a:xfrm>
        </p:spPr>
        <p:txBody>
          <a:bodyPr anchor="b">
            <a:noAutofit/>
          </a:bodyPr>
          <a:lstStyle>
            <a:lvl1pPr algn="l">
              <a:lnSpc>
                <a:spcPct val="90000"/>
              </a:lnSpc>
              <a:defRPr sz="32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464400" y="4520416"/>
            <a:ext cx="8640000" cy="46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Espace réservé du texte 4">
            <a:extLst>
              <a:ext uri="{FF2B5EF4-FFF2-40B4-BE49-F238E27FC236}">
                <a16:creationId xmlns:a16="http://schemas.microsoft.com/office/drawing/2014/main" id="{63458929-8E1A-4632-B75F-4975DF8FBB0A}"/>
              </a:ext>
            </a:extLst>
          </p:cNvPr>
          <p:cNvSpPr>
            <a:spLocks noGrp="1"/>
          </p:cNvSpPr>
          <p:nvPr>
            <p:ph type="body" sz="quarter" idx="14" hasCustomPrompt="1"/>
          </p:nvPr>
        </p:nvSpPr>
        <p:spPr>
          <a:xfrm>
            <a:off x="464400" y="5084504"/>
            <a:ext cx="8640000" cy="720000"/>
          </a:xfrm>
        </p:spPr>
        <p:txBody>
          <a:bodyPr>
            <a:noAutofit/>
          </a:bodyPr>
          <a:lstStyle>
            <a:lvl1pPr marL="0" indent="0">
              <a:buNone/>
              <a:defRPr sz="2000">
                <a:solidFill>
                  <a:schemeClr val="tx1"/>
                </a:solidFill>
              </a:defRPr>
            </a:lvl1pPr>
            <a:lvl2pPr marL="108000" indent="0">
              <a:buNone/>
              <a:defRPr/>
            </a:lvl2pPr>
          </a:lstStyle>
          <a:p>
            <a:pPr lvl="0"/>
            <a:r>
              <a:rPr lang="en-US" noProof="0"/>
              <a:t>Click to edit Master text styles</a:t>
            </a:r>
          </a:p>
        </p:txBody>
      </p:sp>
    </p:spTree>
    <p:extLst>
      <p:ext uri="{BB962C8B-B14F-4D97-AF65-F5344CB8AC3E}">
        <p14:creationId xmlns:p14="http://schemas.microsoft.com/office/powerpoint/2010/main" val="2809718610"/>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ption N°2 Cover with photo">
    <p:spTree>
      <p:nvGrpSpPr>
        <p:cNvPr id="1" name=""/>
        <p:cNvGrpSpPr/>
        <p:nvPr/>
      </p:nvGrpSpPr>
      <p:grpSpPr>
        <a:xfrm>
          <a:off x="0" y="0"/>
          <a:ext cx="0" cy="0"/>
          <a:chOff x="0" y="0"/>
          <a:chExt cx="0" cy="0"/>
        </a:xfrm>
      </p:grpSpPr>
      <p:sp>
        <p:nvSpPr>
          <p:cNvPr id="6" name="Espace réservé pour une image  2">
            <a:extLst>
              <a:ext uri="{FF2B5EF4-FFF2-40B4-BE49-F238E27FC236}">
                <a16:creationId xmlns:a16="http://schemas.microsoft.com/office/drawing/2014/main" id="{3161ED2A-2241-4A52-8E2E-B973EB0C4E44}"/>
              </a:ext>
            </a:extLst>
          </p:cNvPr>
          <p:cNvSpPr>
            <a:spLocks noGrp="1"/>
          </p:cNvSpPr>
          <p:nvPr>
            <p:ph type="pic" idx="10" hasCustomPrompt="1"/>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Photo</a:t>
            </a:r>
          </a:p>
        </p:txBody>
      </p:sp>
      <p:pic>
        <p:nvPicPr>
          <p:cNvPr id="14" name="Image 13">
            <a:extLst>
              <a:ext uri="{FF2B5EF4-FFF2-40B4-BE49-F238E27FC236}">
                <a16:creationId xmlns:a16="http://schemas.microsoft.com/office/drawing/2014/main" id="{DAAE4607-2A2E-45AF-81C6-9691F876AD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6361200" y="2469600"/>
            <a:ext cx="5400000" cy="1980000"/>
          </a:xfrm>
        </p:spPr>
        <p:txBody>
          <a:bodyPr anchor="b">
            <a:noAutofit/>
          </a:bodyPr>
          <a:lstStyle>
            <a:lvl1pPr algn="l">
              <a:lnSpc>
                <a:spcPct val="90000"/>
              </a:lnSpc>
              <a:defRPr sz="32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6361200" y="4521600"/>
            <a:ext cx="5400000" cy="828000"/>
          </a:xfrm>
        </p:spPr>
        <p:txBody>
          <a:bodyPr anchor="t">
            <a:noAutofit/>
          </a:bodyPr>
          <a:lstStyle>
            <a:lvl1pPr marL="0" indent="0" algn="l">
              <a:lnSpc>
                <a:spcPct val="90000"/>
              </a:lnSpc>
              <a:buNone/>
              <a:defRPr sz="27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8" name="Espace réservé du texte 4">
            <a:extLst>
              <a:ext uri="{FF2B5EF4-FFF2-40B4-BE49-F238E27FC236}">
                <a16:creationId xmlns:a16="http://schemas.microsoft.com/office/drawing/2014/main" id="{BF23DB5D-4428-47C6-AAAD-CF435EDAD101}"/>
              </a:ext>
            </a:extLst>
          </p:cNvPr>
          <p:cNvSpPr>
            <a:spLocks noGrp="1"/>
          </p:cNvSpPr>
          <p:nvPr>
            <p:ph type="body" sz="quarter" idx="14" hasCustomPrompt="1"/>
          </p:nvPr>
        </p:nvSpPr>
        <p:spPr>
          <a:xfrm>
            <a:off x="6361200" y="5446800"/>
            <a:ext cx="5400000" cy="720000"/>
          </a:xfrm>
        </p:spPr>
        <p:txBody>
          <a:bodyPr>
            <a:noAutofit/>
          </a:bodyPr>
          <a:lstStyle>
            <a:lvl1pPr marL="0" indent="0">
              <a:buNone/>
              <a:defRPr sz="2000">
                <a:solidFill>
                  <a:schemeClr val="tx1"/>
                </a:solidFill>
              </a:defRPr>
            </a:lvl1pPr>
            <a:lvl2pPr marL="108000" indent="0">
              <a:buNone/>
              <a:defRPr/>
            </a:lvl2pPr>
          </a:lstStyle>
          <a:p>
            <a:pPr lvl="0"/>
            <a:r>
              <a:rPr lang="en-US" noProof="0"/>
              <a:t>Click to edit Master text styles</a:t>
            </a:r>
          </a:p>
        </p:txBody>
      </p:sp>
    </p:spTree>
    <p:extLst>
      <p:ext uri="{BB962C8B-B14F-4D97-AF65-F5344CB8AC3E}">
        <p14:creationId xmlns:p14="http://schemas.microsoft.com/office/powerpoint/2010/main" val="429512598"/>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BCD4C5B-CD44-4B48-93FD-F44EED8D1E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64400" y="1987200"/>
            <a:ext cx="5400000" cy="720000"/>
          </a:xfrm>
        </p:spPr>
        <p:txBody>
          <a:bodyPr>
            <a:noAutofit/>
          </a:bodyPr>
          <a:lstStyle>
            <a:lvl1pPr>
              <a:defRPr sz="42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the title</a:t>
            </a:r>
          </a:p>
        </p:txBody>
      </p:sp>
      <p:sp>
        <p:nvSpPr>
          <p:cNvPr id="6" name="Espace réservé du texte 5">
            <a:extLst>
              <a:ext uri="{FF2B5EF4-FFF2-40B4-BE49-F238E27FC236}">
                <a16:creationId xmlns:a16="http://schemas.microsoft.com/office/drawing/2014/main" id="{476F1D12-C6FB-4ED9-B1EA-2AF1415447D6}"/>
              </a:ext>
            </a:extLst>
          </p:cNvPr>
          <p:cNvSpPr>
            <a:spLocks noGrp="1"/>
          </p:cNvSpPr>
          <p:nvPr>
            <p:ph type="body" sz="quarter" idx="26" hasCustomPrompt="1"/>
          </p:nvPr>
        </p:nvSpPr>
        <p:spPr>
          <a:xfrm>
            <a:off x="464400" y="2876400"/>
            <a:ext cx="5400000" cy="3240000"/>
          </a:xfrm>
        </p:spPr>
        <p:txBody>
          <a:bodyPr>
            <a:noAutofit/>
          </a:bodyPr>
          <a:lstStyle>
            <a:lvl1pPr marL="432000" indent="-432000">
              <a:spcBef>
                <a:spcPts val="600"/>
              </a:spcBef>
              <a:buFont typeface="+mj-lt"/>
              <a:buAutoNum type="arabicPeriod"/>
              <a:defRPr sz="2000" b="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69782172"/>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Option N°1 Chapt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89742" y="3430800"/>
            <a:ext cx="11160000" cy="1152000"/>
          </a:xfrm>
        </p:spPr>
        <p:txBody>
          <a:bodyPr>
            <a:noAutofit/>
          </a:bodyPr>
          <a:lstStyle>
            <a:lvl1pPr>
              <a:lnSpc>
                <a:spcPct val="90000"/>
              </a:lnSpc>
              <a:defRPr sz="39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489741" y="4662000"/>
            <a:ext cx="11160000" cy="504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subtitle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89742" y="1490400"/>
            <a:ext cx="3960000" cy="1872000"/>
          </a:xfrm>
        </p:spPr>
        <p:txBody>
          <a:bodyPr>
            <a:noAutofit/>
          </a:bodyPr>
          <a:lstStyle>
            <a:lvl1pPr marL="0" indent="0">
              <a:buNone/>
              <a:defRPr sz="135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NN.</a:t>
            </a:r>
          </a:p>
        </p:txBody>
      </p:sp>
      <p:sp>
        <p:nvSpPr>
          <p:cNvPr id="4" name="Espace réservé de la date 3">
            <a:extLst>
              <a:ext uri="{FF2B5EF4-FFF2-40B4-BE49-F238E27FC236}">
                <a16:creationId xmlns:a16="http://schemas.microsoft.com/office/drawing/2014/main" id="{084489D0-046B-4DA8-828E-D1EDDC72FA8E}"/>
              </a:ext>
            </a:extLst>
          </p:cNvPr>
          <p:cNvSpPr>
            <a:spLocks noGrp="1"/>
          </p:cNvSpPr>
          <p:nvPr>
            <p:ph type="dt" sz="half" idx="14"/>
          </p:nvPr>
        </p:nvSpPr>
        <p:spPr/>
        <p:txBody>
          <a:bodyPr/>
          <a:lstStyle>
            <a:lvl1pPr>
              <a:defRPr>
                <a:solidFill>
                  <a:schemeClr val="tx1"/>
                </a:solidFill>
              </a:defRPr>
            </a:lvl1pPr>
          </a:lstStyle>
          <a:p>
            <a:endParaRPr lang="en-US" noProof="0"/>
          </a:p>
        </p:txBody>
      </p:sp>
      <p:sp>
        <p:nvSpPr>
          <p:cNvPr id="5" name="Espace réservé du pied de page 4">
            <a:extLst>
              <a:ext uri="{FF2B5EF4-FFF2-40B4-BE49-F238E27FC236}">
                <a16:creationId xmlns:a16="http://schemas.microsoft.com/office/drawing/2014/main" id="{827B8392-9F0D-47B8-8F1D-D057C53A97DD}"/>
              </a:ext>
            </a:extLst>
          </p:cNvPr>
          <p:cNvSpPr>
            <a:spLocks noGrp="1"/>
          </p:cNvSpPr>
          <p:nvPr>
            <p:ph type="ftr" sz="quarter" idx="15"/>
          </p:nvPr>
        </p:nvSpPr>
        <p:spPr/>
        <p:txBody>
          <a:bodyPr/>
          <a:lstStyle>
            <a:lvl1pPr>
              <a:defRPr>
                <a:solidFill>
                  <a:schemeClr val="tx1"/>
                </a:solidFill>
              </a:defRPr>
            </a:lvl1pPr>
          </a:lstStyle>
          <a:p>
            <a:r>
              <a:rPr lang="da-DK" noProof="0"/>
              <a:t>ADNOC Upstream - TotalEnergies - 06/10/2025</a:t>
            </a:r>
            <a:endParaRPr lang="en-US" noProof="0"/>
          </a:p>
        </p:txBody>
      </p:sp>
      <p:sp>
        <p:nvSpPr>
          <p:cNvPr id="6" name="Espace réservé du numéro de diapositive 5">
            <a:extLst>
              <a:ext uri="{FF2B5EF4-FFF2-40B4-BE49-F238E27FC236}">
                <a16:creationId xmlns:a16="http://schemas.microsoft.com/office/drawing/2014/main" id="{CC4EDA01-DE85-4E9D-A6E0-28AA131E783D}"/>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682941371"/>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ption N°2 Chapter with photo">
    <p:spTree>
      <p:nvGrpSpPr>
        <p:cNvPr id="1" name=""/>
        <p:cNvGrpSpPr/>
        <p:nvPr/>
      </p:nvGrpSpPr>
      <p:grpSpPr>
        <a:xfrm>
          <a:off x="0" y="0"/>
          <a:ext cx="0" cy="0"/>
          <a:chOff x="0" y="0"/>
          <a:chExt cx="0" cy="0"/>
        </a:xfrm>
      </p:grpSpPr>
      <p:sp>
        <p:nvSpPr>
          <p:cNvPr id="13" name="Espace réservé pour une image  2">
            <a:extLst>
              <a:ext uri="{FF2B5EF4-FFF2-40B4-BE49-F238E27FC236}">
                <a16:creationId xmlns:a16="http://schemas.microsoft.com/office/drawing/2014/main" id="{DEC6A7FF-A1FA-4490-9CC7-51078FF84353}"/>
              </a:ext>
            </a:extLst>
          </p:cNvPr>
          <p:cNvSpPr>
            <a:spLocks noGrp="1"/>
          </p:cNvSpPr>
          <p:nvPr>
            <p:ph type="pic" idx="14" hasCustomPrompt="1"/>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Photo</a:t>
            </a:r>
          </a:p>
        </p:txBody>
      </p:sp>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6361200" y="3430800"/>
            <a:ext cx="5400000" cy="1152000"/>
          </a:xfrm>
        </p:spPr>
        <p:txBody>
          <a:bodyPr>
            <a:noAutofit/>
          </a:bodyPr>
          <a:lstStyle>
            <a:lvl1pPr>
              <a:lnSpc>
                <a:spcPct val="90000"/>
              </a:lnSpc>
              <a:defRPr sz="3900" b="0">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6361200" y="4662000"/>
            <a:ext cx="5400000" cy="900000"/>
          </a:xfrm>
        </p:spPr>
        <p:txBody>
          <a:bodyPr anchor="t">
            <a:noAutofit/>
          </a:bodyPr>
          <a:lstStyle>
            <a:lvl1pPr marL="0" indent="0">
              <a:lnSpc>
                <a:spcPct val="90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subtitle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361200" y="1490400"/>
            <a:ext cx="5400000" cy="1872000"/>
          </a:xfrm>
        </p:spPr>
        <p:txBody>
          <a:bodyPr>
            <a:noAutofit/>
          </a:bodyPr>
          <a:lstStyle>
            <a:lvl1pPr marL="0" indent="0">
              <a:buNone/>
              <a:defRPr sz="135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NN.</a:t>
            </a:r>
          </a:p>
        </p:txBody>
      </p:sp>
      <p:sp>
        <p:nvSpPr>
          <p:cNvPr id="16" name="Espace réservé du texte 8">
            <a:extLst>
              <a:ext uri="{FF2B5EF4-FFF2-40B4-BE49-F238E27FC236}">
                <a16:creationId xmlns:a16="http://schemas.microsoft.com/office/drawing/2014/main" id="{19FE5F0F-1A19-4580-B09D-11BAB259543F}"/>
              </a:ext>
            </a:extLst>
          </p:cNvPr>
          <p:cNvSpPr>
            <a:spLocks noGrp="1"/>
          </p:cNvSpPr>
          <p:nvPr>
            <p:ph type="body" sz="quarter" idx="15"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en-US" noProof="0"/>
              <a:t> </a:t>
            </a:r>
          </a:p>
        </p:txBody>
      </p:sp>
      <p:sp>
        <p:nvSpPr>
          <p:cNvPr id="4" name="Espace réservé de la date 3">
            <a:extLst>
              <a:ext uri="{FF2B5EF4-FFF2-40B4-BE49-F238E27FC236}">
                <a16:creationId xmlns:a16="http://schemas.microsoft.com/office/drawing/2014/main" id="{CAF82D43-4E1B-4274-AC55-C533B8C04656}"/>
              </a:ext>
            </a:extLst>
          </p:cNvPr>
          <p:cNvSpPr>
            <a:spLocks noGrp="1"/>
          </p:cNvSpPr>
          <p:nvPr>
            <p:ph type="dt" sz="half" idx="16"/>
          </p:nvPr>
        </p:nvSpPr>
        <p:spPr/>
        <p:txBody>
          <a:bodyPr/>
          <a:lstStyle>
            <a:lvl1pPr>
              <a:defRPr>
                <a:solidFill>
                  <a:schemeClr val="bg1"/>
                </a:solidFill>
              </a:defRPr>
            </a:lvl1pPr>
          </a:lstStyle>
          <a:p>
            <a:endParaRPr lang="en-US" noProof="0"/>
          </a:p>
        </p:txBody>
      </p:sp>
      <p:sp>
        <p:nvSpPr>
          <p:cNvPr id="5" name="Espace réservé du pied de page 4">
            <a:extLst>
              <a:ext uri="{FF2B5EF4-FFF2-40B4-BE49-F238E27FC236}">
                <a16:creationId xmlns:a16="http://schemas.microsoft.com/office/drawing/2014/main" id="{4F7AF283-CD1F-4E50-9456-6BD3B772A116}"/>
              </a:ext>
            </a:extLst>
          </p:cNvPr>
          <p:cNvSpPr>
            <a:spLocks noGrp="1"/>
          </p:cNvSpPr>
          <p:nvPr>
            <p:ph type="ftr" sz="quarter" idx="17"/>
          </p:nvPr>
        </p:nvSpPr>
        <p:spPr/>
        <p:txBody>
          <a:bodyPr/>
          <a:lstStyle>
            <a:lvl1pPr>
              <a:defRPr>
                <a:solidFill>
                  <a:schemeClr val="bg1"/>
                </a:solidFill>
              </a:defRPr>
            </a:lvl1pPr>
          </a:lstStyle>
          <a:p>
            <a:r>
              <a:rPr lang="da-DK" noProof="0"/>
              <a:t>ADNOC Upstream - TotalEnergies - 06/10/2025</a:t>
            </a:r>
            <a:endParaRPr lang="en-US" noProof="0"/>
          </a:p>
        </p:txBody>
      </p:sp>
      <p:sp>
        <p:nvSpPr>
          <p:cNvPr id="6" name="Espace réservé du numéro de diapositive 5">
            <a:extLst>
              <a:ext uri="{FF2B5EF4-FFF2-40B4-BE49-F238E27FC236}">
                <a16:creationId xmlns:a16="http://schemas.microsoft.com/office/drawing/2014/main" id="{072A83F9-605B-451F-81C4-4DB3BD64BF25}"/>
              </a:ext>
            </a:extLst>
          </p:cNvPr>
          <p:cNvSpPr>
            <a:spLocks noGrp="1"/>
          </p:cNvSpPr>
          <p:nvPr>
            <p:ph type="sldNum" sz="quarter" idx="18"/>
          </p:nvPr>
        </p:nvSpPr>
        <p:spPr/>
        <p:txBody>
          <a:bodyPr/>
          <a:lstStyle>
            <a:lvl1pPr>
              <a:defRPr>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279039789"/>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hasCustomPrompt="1"/>
          </p:nvPr>
        </p:nvSpPr>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en-US" noProof="0"/>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da-DK" noProof="0"/>
              <a:t>ADNOC Upstream - TotalEnergies - 06/10/2025</a:t>
            </a:r>
            <a:endParaRPr lang="en-US" noProof="0"/>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19060545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with photo">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3FA18DAD-43C7-439C-AEB4-182FDEF42A93}"/>
              </a:ext>
            </a:extLst>
          </p:cNvPr>
          <p:cNvSpPr>
            <a:spLocks noGrp="1"/>
          </p:cNvSpPr>
          <p:nvPr>
            <p:ph type="pic" idx="10" hasCustomPrompt="1"/>
          </p:nvPr>
        </p:nvSpPr>
        <p:spPr>
          <a:xfrm>
            <a:off x="0" y="1"/>
            <a:ext cx="6093760" cy="6857999"/>
          </a:xfrm>
          <a:solidFill>
            <a:schemeClr val="bg1">
              <a:lumMod val="95000"/>
            </a:schemeClr>
          </a:solidFill>
        </p:spPr>
        <p:txBody>
          <a:bodyPr anchor="ctr"/>
          <a:lstStyle>
            <a:lvl1pPr marL="0" indent="0" algn="ctr">
              <a:buNone/>
              <a:defRPr sz="14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Photo</a:t>
            </a:r>
          </a:p>
        </p:txBody>
      </p:sp>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6361200"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Espace réservé du texte 8">
            <a:extLst>
              <a:ext uri="{FF2B5EF4-FFF2-40B4-BE49-F238E27FC236}">
                <a16:creationId xmlns:a16="http://schemas.microsoft.com/office/drawing/2014/main" id="{90C7237F-FD39-40C9-B915-D4BC62A3BEC4}"/>
              </a:ext>
            </a:extLst>
          </p:cNvPr>
          <p:cNvSpPr>
            <a:spLocks noGrp="1"/>
          </p:cNvSpPr>
          <p:nvPr>
            <p:ph type="body" sz="quarter" idx="17" hasCustomPrompt="1"/>
          </p:nvPr>
        </p:nvSpPr>
        <p:spPr>
          <a:xfrm>
            <a:off x="825578" y="6523200"/>
            <a:ext cx="10800" cy="100800"/>
          </a:xfrm>
          <a:solidFill>
            <a:schemeClr val="bg1"/>
          </a:solidFill>
        </p:spPr>
        <p:txBody>
          <a:bodyPr lIns="0" tIns="0" rIns="0" bIns="0"/>
          <a:lstStyle>
            <a:lvl1pPr marL="0" indent="0">
              <a:buNone/>
              <a:defRPr sz="100">
                <a:solidFill>
                  <a:schemeClr val="bg1"/>
                </a:solidFill>
              </a:defRPr>
            </a:lvl1pPr>
          </a:lstStyle>
          <a:p>
            <a:pPr lvl="0"/>
            <a:r>
              <a:rPr lang="en-US" noProof="0"/>
              <a:t> </a:t>
            </a:r>
          </a:p>
        </p:txBody>
      </p:sp>
      <p:sp>
        <p:nvSpPr>
          <p:cNvPr id="4" name="Titre 3">
            <a:extLst>
              <a:ext uri="{FF2B5EF4-FFF2-40B4-BE49-F238E27FC236}">
                <a16:creationId xmlns:a16="http://schemas.microsoft.com/office/drawing/2014/main" id="{A95F48EF-CBAD-4F80-B069-72AECAEC0746}"/>
              </a:ext>
            </a:extLst>
          </p:cNvPr>
          <p:cNvSpPr>
            <a:spLocks noGrp="1"/>
          </p:cNvSpPr>
          <p:nvPr>
            <p:ph type="title" hasCustomPrompt="1"/>
          </p:nvPr>
        </p:nvSpPr>
        <p:spPr>
          <a:xfrm>
            <a:off x="6361199" y="242844"/>
            <a:ext cx="3960000" cy="1008000"/>
          </a:xfrm>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5" name="Espace réservé de la date 4">
            <a:extLst>
              <a:ext uri="{FF2B5EF4-FFF2-40B4-BE49-F238E27FC236}">
                <a16:creationId xmlns:a16="http://schemas.microsoft.com/office/drawing/2014/main" id="{F45A3821-9C55-4E10-844A-98E6FB07D68C}"/>
              </a:ext>
            </a:extLst>
          </p:cNvPr>
          <p:cNvSpPr>
            <a:spLocks noGrp="1"/>
          </p:cNvSpPr>
          <p:nvPr>
            <p:ph type="dt" sz="half" idx="18"/>
          </p:nvPr>
        </p:nvSpPr>
        <p:spPr/>
        <p:txBody>
          <a:bodyPr/>
          <a:lstStyle>
            <a:lvl1pPr>
              <a:defRPr>
                <a:solidFill>
                  <a:schemeClr val="bg1"/>
                </a:solidFill>
              </a:defRPr>
            </a:lvl1pPr>
          </a:lstStyle>
          <a:p>
            <a:endParaRPr lang="en-US" noProof="0"/>
          </a:p>
        </p:txBody>
      </p:sp>
      <p:sp>
        <p:nvSpPr>
          <p:cNvPr id="6" name="Espace réservé du pied de page 5">
            <a:extLst>
              <a:ext uri="{FF2B5EF4-FFF2-40B4-BE49-F238E27FC236}">
                <a16:creationId xmlns:a16="http://schemas.microsoft.com/office/drawing/2014/main" id="{B26B9FA6-E4DB-4B15-BD57-BEC5F537E3AB}"/>
              </a:ext>
            </a:extLst>
          </p:cNvPr>
          <p:cNvSpPr>
            <a:spLocks noGrp="1"/>
          </p:cNvSpPr>
          <p:nvPr>
            <p:ph type="ftr" sz="quarter" idx="19"/>
          </p:nvPr>
        </p:nvSpPr>
        <p:spPr/>
        <p:txBody>
          <a:bodyPr/>
          <a:lstStyle>
            <a:lvl1pPr>
              <a:defRPr>
                <a:solidFill>
                  <a:schemeClr val="bg1"/>
                </a:solidFill>
              </a:defRPr>
            </a:lvl1pPr>
          </a:lstStyle>
          <a:p>
            <a:r>
              <a:rPr lang="da-DK" noProof="0"/>
              <a:t>ADNOC Upstream - TotalEnergies - 06/10/2025</a:t>
            </a:r>
            <a:endParaRPr lang="en-US" noProof="0"/>
          </a:p>
        </p:txBody>
      </p:sp>
      <p:sp>
        <p:nvSpPr>
          <p:cNvPr id="7" name="Espace réservé du numéro de diapositive 6">
            <a:extLst>
              <a:ext uri="{FF2B5EF4-FFF2-40B4-BE49-F238E27FC236}">
                <a16:creationId xmlns:a16="http://schemas.microsoft.com/office/drawing/2014/main" id="{6FE6001F-97CC-4008-B22A-EFA29A13779C}"/>
              </a:ext>
            </a:extLst>
          </p:cNvPr>
          <p:cNvSpPr>
            <a:spLocks noGrp="1"/>
          </p:cNvSpPr>
          <p:nvPr>
            <p:ph type="sldNum" sz="quarter" idx="20"/>
          </p:nvPr>
        </p:nvSpPr>
        <p:spPr/>
        <p:txBody>
          <a:bodyPr/>
          <a:lstStyle>
            <a:lvl1pPr>
              <a:defRPr>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4145711743"/>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3820350"/>
            <a:ext cx="11133952" cy="2412000"/>
          </a:xfrm>
        </p:spPr>
        <p:txBody>
          <a:bodyPr/>
          <a:lstStyle>
            <a:lvl1pPr>
              <a:defRPr>
                <a:solidFill>
                  <a:schemeClr val="tx1"/>
                </a:solidFill>
              </a:defRPr>
            </a:lvl1pPr>
            <a:lvl2pPr>
              <a:spcBef>
                <a:spcPts val="400"/>
              </a:spcBef>
              <a:defRPr>
                <a:solidFill>
                  <a:schemeClr val="tx1"/>
                </a:solidFill>
              </a:defRPr>
            </a:lvl2pPr>
          </a:lstStyle>
          <a:p>
            <a:pPr lvl="0"/>
            <a:r>
              <a:rPr lang="en-US" noProof="0"/>
              <a:t>Click to edit Master text styles</a:t>
            </a:r>
          </a:p>
          <a:p>
            <a:pPr lvl="1"/>
            <a:r>
              <a:rPr lang="en-US" noProof="0"/>
              <a:t>Second level</a:t>
            </a:r>
          </a:p>
        </p:txBody>
      </p:sp>
      <p:sp>
        <p:nvSpPr>
          <p:cNvPr id="12" name="Espace réservé du tableau 2">
            <a:extLst>
              <a:ext uri="{FF2B5EF4-FFF2-40B4-BE49-F238E27FC236}">
                <a16:creationId xmlns:a16="http://schemas.microsoft.com/office/drawing/2014/main" id="{3EADC01A-12BC-4330-8A1C-A4DCE63F4D5F}"/>
              </a:ext>
            </a:extLst>
          </p:cNvPr>
          <p:cNvSpPr>
            <a:spLocks noGrp="1"/>
          </p:cNvSpPr>
          <p:nvPr>
            <p:ph type="tbl" sz="quarter" idx="17" hasCustomPrompt="1"/>
          </p:nvPr>
        </p:nvSpPr>
        <p:spPr>
          <a:xfrm>
            <a:off x="589752" y="1372349"/>
            <a:ext cx="11014079" cy="2304000"/>
          </a:xfrm>
        </p:spPr>
        <p:txBody>
          <a:bodyPr anchor="ctr"/>
          <a:lstStyle>
            <a:lvl1pPr marL="0" indent="0" algn="ctr">
              <a:buNone/>
              <a:defRPr sz="1400">
                <a:solidFill>
                  <a:schemeClr val="tx2"/>
                </a:solidFill>
              </a:defRPr>
            </a:lvl1pPr>
          </a:lstStyle>
          <a:p>
            <a:r>
              <a:rPr lang="en-US" noProof="0"/>
              <a:t>Table</a:t>
            </a:r>
          </a:p>
        </p:txBody>
      </p:sp>
      <p:sp>
        <p:nvSpPr>
          <p:cNvPr id="4" name="Titre 3">
            <a:extLst>
              <a:ext uri="{FF2B5EF4-FFF2-40B4-BE49-F238E27FC236}">
                <a16:creationId xmlns:a16="http://schemas.microsoft.com/office/drawing/2014/main" id="{F7BED8F5-8DF4-41F4-9FBF-3FC3EFF478F8}"/>
              </a:ext>
            </a:extLst>
          </p:cNvPr>
          <p:cNvSpPr>
            <a:spLocks noGrp="1"/>
          </p:cNvSpPr>
          <p:nvPr>
            <p:ph type="title" hasCustomPrompt="1"/>
          </p:nvPr>
        </p:nvSpPr>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5" name="Espace réservé de la date 4">
            <a:extLst>
              <a:ext uri="{FF2B5EF4-FFF2-40B4-BE49-F238E27FC236}">
                <a16:creationId xmlns:a16="http://schemas.microsoft.com/office/drawing/2014/main" id="{74A5DB8F-F9F5-4D34-AD2B-20A401276C3E}"/>
              </a:ext>
            </a:extLst>
          </p:cNvPr>
          <p:cNvSpPr>
            <a:spLocks noGrp="1"/>
          </p:cNvSpPr>
          <p:nvPr>
            <p:ph type="dt" sz="half" idx="18"/>
          </p:nvPr>
        </p:nvSpPr>
        <p:spPr/>
        <p:txBody>
          <a:bodyPr/>
          <a:lstStyle>
            <a:lvl1pPr>
              <a:defRPr>
                <a:solidFill>
                  <a:schemeClr val="tx1"/>
                </a:solidFill>
              </a:defRPr>
            </a:lvl1pPr>
          </a:lstStyle>
          <a:p>
            <a:endParaRPr lang="en-US" noProof="0"/>
          </a:p>
        </p:txBody>
      </p:sp>
      <p:sp>
        <p:nvSpPr>
          <p:cNvPr id="6" name="Espace réservé du pied de page 5">
            <a:extLst>
              <a:ext uri="{FF2B5EF4-FFF2-40B4-BE49-F238E27FC236}">
                <a16:creationId xmlns:a16="http://schemas.microsoft.com/office/drawing/2014/main" id="{7F448ABE-6518-42E7-86CB-17EBD972C87A}"/>
              </a:ext>
            </a:extLst>
          </p:cNvPr>
          <p:cNvSpPr>
            <a:spLocks noGrp="1"/>
          </p:cNvSpPr>
          <p:nvPr>
            <p:ph type="ftr" sz="quarter" idx="19"/>
          </p:nvPr>
        </p:nvSpPr>
        <p:spPr/>
        <p:txBody>
          <a:bodyPr/>
          <a:lstStyle>
            <a:lvl1pPr>
              <a:defRPr>
                <a:solidFill>
                  <a:schemeClr val="tx1"/>
                </a:solidFill>
              </a:defRPr>
            </a:lvl1pPr>
          </a:lstStyle>
          <a:p>
            <a:r>
              <a:rPr lang="da-DK" noProof="0"/>
              <a:t>ADNOC Upstream - TotalEnergies - 06/10/2025</a:t>
            </a:r>
            <a:endParaRPr lang="en-US" noProof="0"/>
          </a:p>
        </p:txBody>
      </p:sp>
      <p:sp>
        <p:nvSpPr>
          <p:cNvPr id="7" name="Espace réservé du numéro de diapositive 6">
            <a:extLst>
              <a:ext uri="{FF2B5EF4-FFF2-40B4-BE49-F238E27FC236}">
                <a16:creationId xmlns:a16="http://schemas.microsoft.com/office/drawing/2014/main" id="{DBF92594-638F-42B7-B983-EDCA45116F84}"/>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281804811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with chart">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a:xfrm>
            <a:off x="469879" y="1371600"/>
            <a:ext cx="5472000" cy="486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3" name="Espace réservé du graphique 2">
            <a:extLst>
              <a:ext uri="{FF2B5EF4-FFF2-40B4-BE49-F238E27FC236}">
                <a16:creationId xmlns:a16="http://schemas.microsoft.com/office/drawing/2014/main" id="{36B54297-76AA-4A3B-A34F-53F1E4289CC7}"/>
              </a:ext>
            </a:extLst>
          </p:cNvPr>
          <p:cNvSpPr>
            <a:spLocks noGrp="1"/>
          </p:cNvSpPr>
          <p:nvPr>
            <p:ph type="chart" sz="quarter" idx="17" hasCustomPrompt="1"/>
          </p:nvPr>
        </p:nvSpPr>
        <p:spPr>
          <a:xfrm>
            <a:off x="6229879" y="1371600"/>
            <a:ext cx="5508000" cy="4860000"/>
          </a:xfrm>
        </p:spPr>
        <p:txBody>
          <a:bodyPr anchor="ctr"/>
          <a:lstStyle>
            <a:lvl1pPr marL="0" indent="0" algn="ctr">
              <a:buNone/>
              <a:defRPr sz="1400">
                <a:solidFill>
                  <a:schemeClr val="tx2"/>
                </a:solidFill>
              </a:defRPr>
            </a:lvl1pPr>
          </a:lstStyle>
          <a:p>
            <a:r>
              <a:rPr lang="en-US" noProof="0"/>
              <a:t>Chart</a:t>
            </a:r>
          </a:p>
        </p:txBody>
      </p:sp>
      <p:sp>
        <p:nvSpPr>
          <p:cNvPr id="4" name="Titre 3">
            <a:extLst>
              <a:ext uri="{FF2B5EF4-FFF2-40B4-BE49-F238E27FC236}">
                <a16:creationId xmlns:a16="http://schemas.microsoft.com/office/drawing/2014/main" id="{7AE7569B-B080-4146-A11F-1E61AF63D642}"/>
              </a:ext>
            </a:extLst>
          </p:cNvPr>
          <p:cNvSpPr>
            <a:spLocks noGrp="1"/>
          </p:cNvSpPr>
          <p:nvPr>
            <p:ph type="title" hasCustomPrompt="1"/>
          </p:nvPr>
        </p:nvSpPr>
        <p:spPr>
          <a:xfrm>
            <a:off x="469879" y="242844"/>
            <a:ext cx="9720000" cy="1008000"/>
          </a:xfrm>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6" name="Espace réservé de la date 5">
            <a:extLst>
              <a:ext uri="{FF2B5EF4-FFF2-40B4-BE49-F238E27FC236}">
                <a16:creationId xmlns:a16="http://schemas.microsoft.com/office/drawing/2014/main" id="{1A8B2399-CA73-45EA-BE18-9A20282E60B2}"/>
              </a:ext>
            </a:extLst>
          </p:cNvPr>
          <p:cNvSpPr>
            <a:spLocks noGrp="1"/>
          </p:cNvSpPr>
          <p:nvPr>
            <p:ph type="dt" sz="half" idx="18"/>
          </p:nvPr>
        </p:nvSpPr>
        <p:spPr/>
        <p:txBody>
          <a:bodyPr/>
          <a:lstStyle>
            <a:lvl1pPr>
              <a:defRPr>
                <a:solidFill>
                  <a:schemeClr val="tx1"/>
                </a:solidFill>
              </a:defRPr>
            </a:lvl1pPr>
          </a:lstStyle>
          <a:p>
            <a:endParaRPr lang="en-US" noProof="0"/>
          </a:p>
        </p:txBody>
      </p:sp>
      <p:sp>
        <p:nvSpPr>
          <p:cNvPr id="7" name="Espace réservé du pied de page 6">
            <a:extLst>
              <a:ext uri="{FF2B5EF4-FFF2-40B4-BE49-F238E27FC236}">
                <a16:creationId xmlns:a16="http://schemas.microsoft.com/office/drawing/2014/main" id="{78D64F63-31B3-46AB-8995-E4EAED1967BD}"/>
              </a:ext>
            </a:extLst>
          </p:cNvPr>
          <p:cNvSpPr>
            <a:spLocks noGrp="1"/>
          </p:cNvSpPr>
          <p:nvPr>
            <p:ph type="ftr" sz="quarter" idx="19"/>
          </p:nvPr>
        </p:nvSpPr>
        <p:spPr/>
        <p:txBody>
          <a:bodyPr/>
          <a:lstStyle>
            <a:lvl1pPr>
              <a:defRPr>
                <a:solidFill>
                  <a:schemeClr val="tx1"/>
                </a:solidFill>
              </a:defRPr>
            </a:lvl1pPr>
          </a:lstStyle>
          <a:p>
            <a:r>
              <a:rPr lang="da-DK" noProof="0"/>
              <a:t>ADNOC Upstream - TotalEnergies - 06/10/2025</a:t>
            </a:r>
            <a:endParaRPr lang="en-US" noProof="0"/>
          </a:p>
        </p:txBody>
      </p:sp>
      <p:sp>
        <p:nvSpPr>
          <p:cNvPr id="11" name="Espace réservé du numéro de diapositive 10">
            <a:extLst>
              <a:ext uri="{FF2B5EF4-FFF2-40B4-BE49-F238E27FC236}">
                <a16:creationId xmlns:a16="http://schemas.microsoft.com/office/drawing/2014/main" id="{DB398A68-6D32-4A8D-8EF8-C3BF7CEF61AB}"/>
              </a:ext>
            </a:extLst>
          </p:cNvPr>
          <p:cNvSpPr>
            <a:spLocks noGrp="1"/>
          </p:cNvSpPr>
          <p:nvPr>
            <p:ph type="sldNum" sz="quarter" idx="20"/>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114453110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Keys figures">
    <p:spTree>
      <p:nvGrpSpPr>
        <p:cNvPr id="1" name=""/>
        <p:cNvGrpSpPr/>
        <p:nvPr/>
      </p:nvGrpSpPr>
      <p:grpSpPr>
        <a:xfrm>
          <a:off x="0" y="0"/>
          <a:ext cx="0" cy="0"/>
          <a:chOff x="0" y="0"/>
          <a:chExt cx="0" cy="0"/>
        </a:xfrm>
      </p:grpSpPr>
      <p:sp>
        <p:nvSpPr>
          <p:cNvPr id="14" name="Espace réservé du texte 2">
            <a:extLst>
              <a:ext uri="{FF2B5EF4-FFF2-40B4-BE49-F238E27FC236}">
                <a16:creationId xmlns:a16="http://schemas.microsoft.com/office/drawing/2014/main" id="{6684C25F-7F00-41C3-A7CD-0A38D6BB6A4B}"/>
              </a:ext>
            </a:extLst>
          </p:cNvPr>
          <p:cNvSpPr>
            <a:spLocks noGrp="1"/>
          </p:cNvSpPr>
          <p:nvPr>
            <p:ph type="body" idx="18" hasCustomPrompt="1"/>
          </p:nvPr>
        </p:nvSpPr>
        <p:spPr>
          <a:xfrm>
            <a:off x="469879" y="1501200"/>
            <a:ext cx="1980000" cy="1188000"/>
          </a:xfrm>
        </p:spPr>
        <p:txBody>
          <a:bodyPr anchor="ctr">
            <a:noAutofit/>
          </a:bodyPr>
          <a:lstStyle>
            <a:lvl1pPr marL="0" indent="0">
              <a:buNone/>
              <a:defRPr sz="81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NN</a:t>
            </a:r>
          </a:p>
        </p:txBody>
      </p:sp>
      <p:sp>
        <p:nvSpPr>
          <p:cNvPr id="15" name="Espace réservé du texte 10">
            <a:extLst>
              <a:ext uri="{FF2B5EF4-FFF2-40B4-BE49-F238E27FC236}">
                <a16:creationId xmlns:a16="http://schemas.microsoft.com/office/drawing/2014/main" id="{FFEA4E96-A4C5-404E-84EB-0DA2FDAD3E47}"/>
              </a:ext>
            </a:extLst>
          </p:cNvPr>
          <p:cNvSpPr>
            <a:spLocks noGrp="1"/>
          </p:cNvSpPr>
          <p:nvPr>
            <p:ph type="body" sz="quarter" idx="19" hasCustomPrompt="1"/>
          </p:nvPr>
        </p:nvSpPr>
        <p:spPr>
          <a:xfrm>
            <a:off x="3240699" y="15012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en-US" noProof="0"/>
              <a:t>Click to edit Master text styles</a:t>
            </a:r>
          </a:p>
          <a:p>
            <a:pPr lvl="1"/>
            <a:r>
              <a:rPr lang="en-US" noProof="0"/>
              <a:t>Second level</a:t>
            </a:r>
          </a:p>
        </p:txBody>
      </p:sp>
      <p:sp>
        <p:nvSpPr>
          <p:cNvPr id="16" name="Espace réservé du texte 2">
            <a:extLst>
              <a:ext uri="{FF2B5EF4-FFF2-40B4-BE49-F238E27FC236}">
                <a16:creationId xmlns:a16="http://schemas.microsoft.com/office/drawing/2014/main" id="{431124CF-D305-4637-B02D-7916DC400940}"/>
              </a:ext>
            </a:extLst>
          </p:cNvPr>
          <p:cNvSpPr>
            <a:spLocks noGrp="1"/>
          </p:cNvSpPr>
          <p:nvPr>
            <p:ph type="body" idx="20" hasCustomPrompt="1"/>
          </p:nvPr>
        </p:nvSpPr>
        <p:spPr>
          <a:xfrm>
            <a:off x="469879" y="2656800"/>
            <a:ext cx="1980000" cy="1188000"/>
          </a:xfrm>
        </p:spPr>
        <p:txBody>
          <a:bodyPr anchor="ctr">
            <a:noAutofit/>
          </a:bodyPr>
          <a:lstStyle>
            <a:lvl1pPr marL="0" indent="0">
              <a:buNone/>
              <a:defRPr sz="81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NN</a:t>
            </a:r>
          </a:p>
        </p:txBody>
      </p:sp>
      <p:sp>
        <p:nvSpPr>
          <p:cNvPr id="17" name="Espace réservé du texte 10">
            <a:extLst>
              <a:ext uri="{FF2B5EF4-FFF2-40B4-BE49-F238E27FC236}">
                <a16:creationId xmlns:a16="http://schemas.microsoft.com/office/drawing/2014/main" id="{F7F54A8A-B912-4DCA-A7A6-D2FE7A31E0B8}"/>
              </a:ext>
            </a:extLst>
          </p:cNvPr>
          <p:cNvSpPr>
            <a:spLocks noGrp="1"/>
          </p:cNvSpPr>
          <p:nvPr>
            <p:ph type="body" sz="quarter" idx="21" hasCustomPrompt="1"/>
          </p:nvPr>
        </p:nvSpPr>
        <p:spPr>
          <a:xfrm>
            <a:off x="3240699" y="26568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en-US" noProof="0"/>
              <a:t>Click to edit Master text styles</a:t>
            </a:r>
          </a:p>
          <a:p>
            <a:pPr lvl="1"/>
            <a:r>
              <a:rPr lang="en-US" noProof="0"/>
              <a:t>Second level</a:t>
            </a:r>
          </a:p>
        </p:txBody>
      </p:sp>
      <p:sp>
        <p:nvSpPr>
          <p:cNvPr id="4" name="Titre 3">
            <a:extLst>
              <a:ext uri="{FF2B5EF4-FFF2-40B4-BE49-F238E27FC236}">
                <a16:creationId xmlns:a16="http://schemas.microsoft.com/office/drawing/2014/main" id="{0F9ED843-C44A-45CC-9B1D-C837E4DDCE6E}"/>
              </a:ext>
            </a:extLst>
          </p:cNvPr>
          <p:cNvSpPr>
            <a:spLocks noGrp="1"/>
          </p:cNvSpPr>
          <p:nvPr>
            <p:ph type="title" hasCustomPrompt="1"/>
          </p:nvPr>
        </p:nvSpPr>
        <p:spPr/>
        <p:txBody>
          <a:bodyPr/>
          <a:lstStyle>
            <a:lvl1pPr>
              <a:defRPr>
                <a:solidFill>
                  <a:srgbClr val="FF0000"/>
                </a:solidFill>
              </a:defRPr>
            </a:lvl1pPr>
          </a:lstStyle>
          <a:p>
            <a:r>
              <a:rPr lang="en-US" noProof="0"/>
              <a:t>Click to edit Master title style</a:t>
            </a:r>
          </a:p>
        </p:txBody>
      </p:sp>
      <p:sp>
        <p:nvSpPr>
          <p:cNvPr id="18" name="Espace réservé du texte 2">
            <a:extLst>
              <a:ext uri="{FF2B5EF4-FFF2-40B4-BE49-F238E27FC236}">
                <a16:creationId xmlns:a16="http://schemas.microsoft.com/office/drawing/2014/main" id="{322CE313-0A26-4E99-9C93-6C3FC888A8DE}"/>
              </a:ext>
            </a:extLst>
          </p:cNvPr>
          <p:cNvSpPr>
            <a:spLocks noGrp="1"/>
          </p:cNvSpPr>
          <p:nvPr>
            <p:ph type="body" idx="25" hasCustomPrompt="1"/>
          </p:nvPr>
        </p:nvSpPr>
        <p:spPr>
          <a:xfrm>
            <a:off x="469879" y="3812400"/>
            <a:ext cx="1980000" cy="1188000"/>
          </a:xfrm>
        </p:spPr>
        <p:txBody>
          <a:bodyPr anchor="ctr">
            <a:noAutofit/>
          </a:bodyPr>
          <a:lstStyle>
            <a:lvl1pPr marL="0" indent="0">
              <a:buNone/>
              <a:defRPr sz="81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NN</a:t>
            </a:r>
          </a:p>
        </p:txBody>
      </p:sp>
      <p:sp>
        <p:nvSpPr>
          <p:cNvPr id="19" name="Espace réservé du texte 10">
            <a:extLst>
              <a:ext uri="{FF2B5EF4-FFF2-40B4-BE49-F238E27FC236}">
                <a16:creationId xmlns:a16="http://schemas.microsoft.com/office/drawing/2014/main" id="{EB31187B-F91F-44EB-9CB5-1BF3730F7621}"/>
              </a:ext>
            </a:extLst>
          </p:cNvPr>
          <p:cNvSpPr>
            <a:spLocks noGrp="1"/>
          </p:cNvSpPr>
          <p:nvPr>
            <p:ph type="body" sz="quarter" idx="26" hasCustomPrompt="1"/>
          </p:nvPr>
        </p:nvSpPr>
        <p:spPr>
          <a:xfrm>
            <a:off x="3240699" y="3812400"/>
            <a:ext cx="8497179" cy="1188000"/>
          </a:xfrm>
        </p:spPr>
        <p:txBody>
          <a:bodyPr anchor="ctr">
            <a:noAutofit/>
          </a:bodyPr>
          <a:lstStyle>
            <a:lvl1pPr marL="0" indent="0">
              <a:buNone/>
              <a:defRPr sz="1800" b="1">
                <a:solidFill>
                  <a:schemeClr val="tx1"/>
                </a:solidFill>
              </a:defRPr>
            </a:lvl1pPr>
            <a:lvl2pPr marL="180000" indent="-180000">
              <a:spcBef>
                <a:spcPts val="600"/>
              </a:spcBef>
              <a:buSzPct val="100000"/>
              <a:buFont typeface="Arial" panose="020B0604020202020204" pitchFamily="34" charset="0"/>
              <a:buChar char="•"/>
              <a:tabLst/>
              <a:defRPr>
                <a:solidFill>
                  <a:schemeClr val="tx1"/>
                </a:solidFill>
              </a:defRPr>
            </a:lvl2pPr>
          </a:lstStyle>
          <a:p>
            <a:pPr lvl="0"/>
            <a:r>
              <a:rPr lang="en-US" noProof="0"/>
              <a:t>Click to edit Master text styles</a:t>
            </a:r>
          </a:p>
          <a:p>
            <a:pPr lvl="1"/>
            <a:r>
              <a:rPr lang="en-US" noProof="0"/>
              <a:t>Second level</a:t>
            </a:r>
          </a:p>
        </p:txBody>
      </p:sp>
      <p:sp>
        <p:nvSpPr>
          <p:cNvPr id="31" name="Espace réservé du texte 21">
            <a:extLst>
              <a:ext uri="{FF2B5EF4-FFF2-40B4-BE49-F238E27FC236}">
                <a16:creationId xmlns:a16="http://schemas.microsoft.com/office/drawing/2014/main" id="{6FD92059-A22C-433B-8494-343CBC88ADC5}"/>
              </a:ext>
            </a:extLst>
          </p:cNvPr>
          <p:cNvSpPr>
            <a:spLocks noGrp="1"/>
          </p:cNvSpPr>
          <p:nvPr>
            <p:ph type="body" sz="quarter" idx="27" hasCustomPrompt="1"/>
          </p:nvPr>
        </p:nvSpPr>
        <p:spPr>
          <a:xfrm>
            <a:off x="2601913" y="18094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1"/>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en-US" noProof="0"/>
              <a:t> </a:t>
            </a:r>
          </a:p>
        </p:txBody>
      </p:sp>
      <p:sp>
        <p:nvSpPr>
          <p:cNvPr id="32" name="Espace réservé du texte 21">
            <a:extLst>
              <a:ext uri="{FF2B5EF4-FFF2-40B4-BE49-F238E27FC236}">
                <a16:creationId xmlns:a16="http://schemas.microsoft.com/office/drawing/2014/main" id="{2487A579-BB10-4B9C-8037-89848E4EB31C}"/>
              </a:ext>
            </a:extLst>
          </p:cNvPr>
          <p:cNvSpPr>
            <a:spLocks noGrp="1"/>
          </p:cNvSpPr>
          <p:nvPr>
            <p:ph type="body" sz="quarter" idx="28" hasCustomPrompt="1"/>
          </p:nvPr>
        </p:nvSpPr>
        <p:spPr>
          <a:xfrm>
            <a:off x="2601913" y="29650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2"/>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en-US" noProof="0"/>
              <a:t> </a:t>
            </a:r>
          </a:p>
        </p:txBody>
      </p:sp>
      <p:sp>
        <p:nvSpPr>
          <p:cNvPr id="33" name="Espace réservé du texte 21">
            <a:extLst>
              <a:ext uri="{FF2B5EF4-FFF2-40B4-BE49-F238E27FC236}">
                <a16:creationId xmlns:a16="http://schemas.microsoft.com/office/drawing/2014/main" id="{C0B0C0AB-7256-484A-8EF0-3BC6851D748F}"/>
              </a:ext>
            </a:extLst>
          </p:cNvPr>
          <p:cNvSpPr>
            <a:spLocks noGrp="1"/>
          </p:cNvSpPr>
          <p:nvPr>
            <p:ph type="body" sz="quarter" idx="29" hasCustomPrompt="1"/>
          </p:nvPr>
        </p:nvSpPr>
        <p:spPr>
          <a:xfrm>
            <a:off x="2601913" y="4120650"/>
            <a:ext cx="324867" cy="571500"/>
          </a:xfrm>
          <a:custGeom>
            <a:avLst/>
            <a:gdLst>
              <a:gd name="connsiteX0" fmla="*/ 58341 w 388938"/>
              <a:gd name="connsiteY0" fmla="*/ 0 h 684213"/>
              <a:gd name="connsiteX1" fmla="*/ 377270 w 388938"/>
              <a:gd name="connsiteY1" fmla="*/ 313438 h 684213"/>
              <a:gd name="connsiteX2" fmla="*/ 388938 w 388938"/>
              <a:gd name="connsiteY2" fmla="*/ 344018 h 684213"/>
              <a:gd name="connsiteX3" fmla="*/ 377270 w 388938"/>
              <a:gd name="connsiteY3" fmla="*/ 370775 h 684213"/>
              <a:gd name="connsiteX4" fmla="*/ 58341 w 388938"/>
              <a:gd name="connsiteY4" fmla="*/ 684213 h 684213"/>
              <a:gd name="connsiteX5" fmla="*/ 0 w 388938"/>
              <a:gd name="connsiteY5" fmla="*/ 626877 h 684213"/>
              <a:gd name="connsiteX6" fmla="*/ 287814 w 388938"/>
              <a:gd name="connsiteY6" fmla="*/ 344018 h 684213"/>
              <a:gd name="connsiteX7" fmla="*/ 0 w 388938"/>
              <a:gd name="connsiteY7" fmla="*/ 57336 h 684213"/>
              <a:gd name="connsiteX8" fmla="*/ 58341 w 388938"/>
              <a:gd name="connsiteY8" fmla="*/ 0 h 68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938" h="684213">
                <a:moveTo>
                  <a:pt x="58341" y="0"/>
                </a:moveTo>
                <a:cubicBezTo>
                  <a:pt x="377270" y="313438"/>
                  <a:pt x="377270" y="313438"/>
                  <a:pt x="377270" y="313438"/>
                </a:cubicBezTo>
                <a:cubicBezTo>
                  <a:pt x="385049" y="321083"/>
                  <a:pt x="388938" y="332550"/>
                  <a:pt x="388938" y="344018"/>
                </a:cubicBezTo>
                <a:cubicBezTo>
                  <a:pt x="388938" y="351663"/>
                  <a:pt x="385049" y="363130"/>
                  <a:pt x="377270" y="370775"/>
                </a:cubicBezTo>
                <a:lnTo>
                  <a:pt x="58341" y="684213"/>
                </a:lnTo>
                <a:cubicBezTo>
                  <a:pt x="0" y="626877"/>
                  <a:pt x="0" y="626877"/>
                  <a:pt x="0" y="626877"/>
                </a:cubicBezTo>
                <a:cubicBezTo>
                  <a:pt x="287814" y="344018"/>
                  <a:pt x="287814" y="344018"/>
                  <a:pt x="287814" y="344018"/>
                </a:cubicBezTo>
                <a:cubicBezTo>
                  <a:pt x="0" y="57336"/>
                  <a:pt x="0" y="57336"/>
                  <a:pt x="0" y="57336"/>
                </a:cubicBezTo>
                <a:cubicBezTo>
                  <a:pt x="58341" y="0"/>
                  <a:pt x="58341" y="0"/>
                  <a:pt x="58341" y="0"/>
                </a:cubicBezTo>
                <a:close/>
              </a:path>
            </a:pathLst>
          </a:custGeom>
          <a:solidFill>
            <a:schemeClr val="accent3"/>
          </a:solidFill>
        </p:spPr>
        <p:txBody>
          <a:bodyPr wrap="square">
            <a:noAutofit/>
          </a:bodyPr>
          <a:lstStyle>
            <a:lvl1pPr marL="0" indent="0">
              <a:buNone/>
              <a:defRPr sz="1800" b="1"/>
            </a:lvl1pPr>
            <a:lvl2pPr marL="126000" indent="144463">
              <a:spcBef>
                <a:spcPts val="600"/>
              </a:spcBef>
              <a:buSzPct val="100000"/>
              <a:buFont typeface="Arial" panose="020B0604020202020204" pitchFamily="34" charset="0"/>
              <a:buChar char="•"/>
              <a:tabLst/>
              <a:defRPr/>
            </a:lvl2pPr>
          </a:lstStyle>
          <a:p>
            <a:pPr lvl="0"/>
            <a:r>
              <a:rPr lang="en-US" noProof="0"/>
              <a:t> </a:t>
            </a:r>
          </a:p>
        </p:txBody>
      </p:sp>
      <p:sp>
        <p:nvSpPr>
          <p:cNvPr id="5" name="Espace réservé de la date 4">
            <a:extLst>
              <a:ext uri="{FF2B5EF4-FFF2-40B4-BE49-F238E27FC236}">
                <a16:creationId xmlns:a16="http://schemas.microsoft.com/office/drawing/2014/main" id="{75997647-8494-4CC4-948F-29A8D49CBCEB}"/>
              </a:ext>
            </a:extLst>
          </p:cNvPr>
          <p:cNvSpPr>
            <a:spLocks noGrp="1"/>
          </p:cNvSpPr>
          <p:nvPr>
            <p:ph type="dt" sz="half" idx="30"/>
          </p:nvPr>
        </p:nvSpPr>
        <p:spPr/>
        <p:txBody>
          <a:bodyPr/>
          <a:lstStyle>
            <a:lvl1pPr>
              <a:defRPr>
                <a:solidFill>
                  <a:schemeClr val="tx1"/>
                </a:solidFill>
              </a:defRPr>
            </a:lvl1pPr>
          </a:lstStyle>
          <a:p>
            <a:endParaRPr lang="en-US" noProof="0"/>
          </a:p>
        </p:txBody>
      </p:sp>
      <p:sp>
        <p:nvSpPr>
          <p:cNvPr id="6" name="Espace réservé du pied de page 5">
            <a:extLst>
              <a:ext uri="{FF2B5EF4-FFF2-40B4-BE49-F238E27FC236}">
                <a16:creationId xmlns:a16="http://schemas.microsoft.com/office/drawing/2014/main" id="{02B4AC02-49D4-4738-A9B4-B3DA90016A7F}"/>
              </a:ext>
            </a:extLst>
          </p:cNvPr>
          <p:cNvSpPr>
            <a:spLocks noGrp="1"/>
          </p:cNvSpPr>
          <p:nvPr>
            <p:ph type="ftr" sz="quarter" idx="31"/>
          </p:nvPr>
        </p:nvSpPr>
        <p:spPr/>
        <p:txBody>
          <a:bodyPr/>
          <a:lstStyle>
            <a:lvl1pPr>
              <a:defRPr>
                <a:solidFill>
                  <a:schemeClr val="tx1"/>
                </a:solidFill>
              </a:defRPr>
            </a:lvl1pPr>
          </a:lstStyle>
          <a:p>
            <a:r>
              <a:rPr lang="da-DK" noProof="0"/>
              <a:t>ADNOC Upstream - TotalEnergies - 06/10/2025</a:t>
            </a:r>
            <a:endParaRPr lang="en-US" noProof="0"/>
          </a:p>
        </p:txBody>
      </p:sp>
      <p:sp>
        <p:nvSpPr>
          <p:cNvPr id="7" name="Espace réservé du numéro de diapositive 6">
            <a:extLst>
              <a:ext uri="{FF2B5EF4-FFF2-40B4-BE49-F238E27FC236}">
                <a16:creationId xmlns:a16="http://schemas.microsoft.com/office/drawing/2014/main" id="{28EE574D-092E-4259-81EB-81EA91E97CDA}"/>
              </a:ext>
            </a:extLst>
          </p:cNvPr>
          <p:cNvSpPr>
            <a:spLocks noGrp="1"/>
          </p:cNvSpPr>
          <p:nvPr>
            <p:ph type="sldNum" sz="quarter" idx="32"/>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41895281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hasCustomPrompt="1"/>
          </p:nvPr>
        </p:nvSpPr>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en-US" noProof="0"/>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da-DK" noProof="0"/>
              <a:t>ADNOC Upstream - TotalEnergies - 06/10/2025</a:t>
            </a:r>
            <a:endParaRPr lang="en-US" noProof="0"/>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190824636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9B47C71-F46D-4EA0-AF6A-4962453CDD76}"/>
              </a:ext>
            </a:extLst>
          </p:cNvPr>
          <p:cNvSpPr>
            <a:spLocks noGrp="1"/>
          </p:cNvSpPr>
          <p:nvPr>
            <p:ph type="dt" sz="half" idx="10"/>
          </p:nvPr>
        </p:nvSpPr>
        <p:spPr/>
        <p:txBody>
          <a:bodyPr/>
          <a:lstStyle>
            <a:lvl1pPr>
              <a:defRPr>
                <a:solidFill>
                  <a:schemeClr val="tx1"/>
                </a:solidFill>
              </a:defRPr>
            </a:lvl1pPr>
          </a:lstStyle>
          <a:p>
            <a:endParaRPr lang="en-US" noProof="0"/>
          </a:p>
        </p:txBody>
      </p:sp>
      <p:sp>
        <p:nvSpPr>
          <p:cNvPr id="7" name="Espace réservé du pied de page 6">
            <a:extLst>
              <a:ext uri="{FF2B5EF4-FFF2-40B4-BE49-F238E27FC236}">
                <a16:creationId xmlns:a16="http://schemas.microsoft.com/office/drawing/2014/main" id="{0495B091-68ED-45A4-957C-92BBA7548811}"/>
              </a:ext>
            </a:extLst>
          </p:cNvPr>
          <p:cNvSpPr>
            <a:spLocks noGrp="1"/>
          </p:cNvSpPr>
          <p:nvPr>
            <p:ph type="ftr" sz="quarter" idx="11"/>
          </p:nvPr>
        </p:nvSpPr>
        <p:spPr/>
        <p:txBody>
          <a:bodyPr/>
          <a:lstStyle>
            <a:lvl1pPr>
              <a:defRPr>
                <a:solidFill>
                  <a:schemeClr val="tx1"/>
                </a:solidFill>
              </a:defRPr>
            </a:lvl1pPr>
          </a:lstStyle>
          <a:p>
            <a:r>
              <a:rPr lang="da-DK" noProof="0"/>
              <a:t>ADNOC Upstream - TotalEnergies - 06/10/2025</a:t>
            </a:r>
            <a:endParaRPr lang="en-US" noProof="0"/>
          </a:p>
        </p:txBody>
      </p:sp>
      <p:sp>
        <p:nvSpPr>
          <p:cNvPr id="8" name="Espace réservé du numéro de diapositive 7">
            <a:extLst>
              <a:ext uri="{FF2B5EF4-FFF2-40B4-BE49-F238E27FC236}">
                <a16:creationId xmlns:a16="http://schemas.microsoft.com/office/drawing/2014/main" id="{A4361BE1-6536-48FB-BC11-166BC54BD6F9}"/>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83001661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489742" y="2845977"/>
            <a:ext cx="11160000" cy="1440000"/>
          </a:xfrm>
        </p:spPr>
        <p:txBody>
          <a:bodyPr anchor="t">
            <a:noAutofit/>
          </a:bodyPr>
          <a:lstStyle>
            <a:lvl1pPr>
              <a:lnSpc>
                <a:spcPct val="90000"/>
              </a:lnSpc>
              <a:defRPr sz="5000">
                <a:solidFill>
                  <a:srgbClr val="FF0000"/>
                </a:solidFill>
              </a:defRPr>
            </a:lvl1pPr>
          </a:lstStyle>
          <a:p>
            <a:r>
              <a:rPr lang="en-US" noProof="0"/>
              <a:t>Click to edit Master title style</a:t>
            </a:r>
          </a:p>
        </p:txBody>
      </p:sp>
      <p:sp>
        <p:nvSpPr>
          <p:cNvPr id="3" name="Espace réservé de la date 2">
            <a:extLst>
              <a:ext uri="{FF2B5EF4-FFF2-40B4-BE49-F238E27FC236}">
                <a16:creationId xmlns:a16="http://schemas.microsoft.com/office/drawing/2014/main" id="{C9E24192-EBCA-4782-93A3-6134ECDB202A}"/>
              </a:ext>
            </a:extLst>
          </p:cNvPr>
          <p:cNvSpPr>
            <a:spLocks noGrp="1"/>
          </p:cNvSpPr>
          <p:nvPr>
            <p:ph type="dt" sz="half" idx="10"/>
          </p:nvPr>
        </p:nvSpPr>
        <p:spPr/>
        <p:txBody>
          <a:bodyPr/>
          <a:lstStyle>
            <a:lvl1pPr>
              <a:defRPr>
                <a:solidFill>
                  <a:schemeClr val="tx1"/>
                </a:solidFill>
              </a:defRPr>
            </a:lvl1pPr>
          </a:lstStyle>
          <a:p>
            <a:endParaRPr lang="en-US" noProof="0"/>
          </a:p>
        </p:txBody>
      </p:sp>
      <p:sp>
        <p:nvSpPr>
          <p:cNvPr id="4" name="Espace réservé du pied de page 3">
            <a:extLst>
              <a:ext uri="{FF2B5EF4-FFF2-40B4-BE49-F238E27FC236}">
                <a16:creationId xmlns:a16="http://schemas.microsoft.com/office/drawing/2014/main" id="{8627768F-E755-49AE-BDD4-F22B941EE926}"/>
              </a:ext>
            </a:extLst>
          </p:cNvPr>
          <p:cNvSpPr>
            <a:spLocks noGrp="1"/>
          </p:cNvSpPr>
          <p:nvPr>
            <p:ph type="ftr" sz="quarter" idx="11"/>
          </p:nvPr>
        </p:nvSpPr>
        <p:spPr/>
        <p:txBody>
          <a:bodyPr/>
          <a:lstStyle>
            <a:lvl1pPr>
              <a:defRPr>
                <a:solidFill>
                  <a:schemeClr val="tx1"/>
                </a:solidFill>
              </a:defRPr>
            </a:lvl1pPr>
          </a:lstStyle>
          <a:p>
            <a:r>
              <a:rPr lang="da-DK" noProof="0"/>
              <a:t>ADNOC Upstream - TotalEnergies - 06/10/2025</a:t>
            </a:r>
            <a:endParaRPr lang="en-US" noProof="0"/>
          </a:p>
        </p:txBody>
      </p:sp>
      <p:sp>
        <p:nvSpPr>
          <p:cNvPr id="5" name="Espace réservé du numéro de diapositive 4">
            <a:extLst>
              <a:ext uri="{FF2B5EF4-FFF2-40B4-BE49-F238E27FC236}">
                <a16:creationId xmlns:a16="http://schemas.microsoft.com/office/drawing/2014/main" id="{679213C8-C608-4F8F-B3E7-6893ECEEC936}"/>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153310233"/>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titleOnly" preserve="1">
  <p:cSld name="Thank you">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FB4134C-1D6E-45C5-A0CB-6875E698A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24401" y="231117"/>
            <a:ext cx="2788867" cy="2205948"/>
          </a:xfrm>
          <a:prstGeom prst="rect">
            <a:avLst/>
          </a:prstGeom>
        </p:spPr>
      </p:pic>
      <p:sp>
        <p:nvSpPr>
          <p:cNvPr id="2" name="Titre 1">
            <a:extLst>
              <a:ext uri="{FF2B5EF4-FFF2-40B4-BE49-F238E27FC236}">
                <a16:creationId xmlns:a16="http://schemas.microsoft.com/office/drawing/2014/main" id="{9A50C95A-056C-429F-A1B6-8B1CDC140D27}"/>
              </a:ext>
            </a:extLst>
          </p:cNvPr>
          <p:cNvSpPr>
            <a:spLocks noGrp="1"/>
          </p:cNvSpPr>
          <p:nvPr>
            <p:ph type="title" hasCustomPrompt="1"/>
          </p:nvPr>
        </p:nvSpPr>
        <p:spPr>
          <a:xfrm>
            <a:off x="2316000" y="2845977"/>
            <a:ext cx="7560000" cy="828000"/>
          </a:xfrm>
        </p:spPr>
        <p:txBody>
          <a:bodyPr anchor="t">
            <a:noAutofit/>
          </a:bodyPr>
          <a:lstStyle>
            <a:lvl1pPr algn="ctr">
              <a:defRPr sz="4300">
                <a:solidFill>
                  <a:schemeClr val="tx1"/>
                </a:solidFill>
              </a:defRPr>
            </a:lvl1pPr>
          </a:lstStyle>
          <a:p>
            <a:r>
              <a:rPr lang="en-US" noProof="0"/>
              <a:t>Click to edit Master title style</a:t>
            </a:r>
          </a:p>
        </p:txBody>
      </p:sp>
    </p:spTree>
    <p:extLst>
      <p:ext uri="{BB962C8B-B14F-4D97-AF65-F5344CB8AC3E}">
        <p14:creationId xmlns:p14="http://schemas.microsoft.com/office/powerpoint/2010/main" val="427874026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0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000">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fr-FR" noProof="0"/>
              <a:t>Cliquez pour modifier le style du titre</a:t>
            </a:r>
          </a:p>
        </p:txBody>
      </p:sp>
      <p:sp>
        <p:nvSpPr>
          <p:cNvPr id="3" name="Espace réservé du pied de page 2"/>
          <p:cNvSpPr>
            <a:spLocks noGrp="1"/>
          </p:cNvSpPr>
          <p:nvPr>
            <p:ph type="ftr" sz="quarter" idx="10"/>
          </p:nvPr>
        </p:nvSpPr>
        <p:spPr/>
        <p:txBody>
          <a:bodyPr/>
          <a:lstStyle/>
          <a:p>
            <a:r>
              <a:rPr lang="da-DK" noProof="0"/>
              <a:t>ADNOC Upstream - TotalEnergies - 06/10/2025</a:t>
            </a:r>
            <a:endParaRPr lang="fr-FR" noProof="0"/>
          </a:p>
        </p:txBody>
      </p:sp>
      <p:sp>
        <p:nvSpPr>
          <p:cNvPr id="4" name="Espace réservé du numéro de diapositive 3"/>
          <p:cNvSpPr>
            <a:spLocks noGrp="1"/>
          </p:cNvSpPr>
          <p:nvPr>
            <p:ph type="sldNum" sz="quarter" idx="11"/>
          </p:nvPr>
        </p:nvSpPr>
        <p:spPr/>
        <p:txBody>
          <a:bodyPr/>
          <a:lstStyle/>
          <a:p>
            <a:fld id="{21F90BE8-D879-4F46-ACF9-7BCC67DCFB75}" type="slidenum">
              <a:rPr lang="fr-FR" smtClean="0"/>
              <a:pPr/>
              <a:t>‹#›</a:t>
            </a:fld>
            <a:endParaRPr lang="fr-FR"/>
          </a:p>
        </p:txBody>
      </p:sp>
      <p:sp>
        <p:nvSpPr>
          <p:cNvPr id="6" name="Espace réservé du texte 5"/>
          <p:cNvSpPr>
            <a:spLocks noGrp="1"/>
          </p:cNvSpPr>
          <p:nvPr>
            <p:ph type="body" sz="quarter" idx="12"/>
          </p:nvPr>
        </p:nvSpPr>
        <p:spPr>
          <a:xfrm>
            <a:off x="609600" y="1125539"/>
            <a:ext cx="10958400" cy="5040311"/>
          </a:xfrm>
        </p:spPr>
        <p:txBody>
          <a:bodyPr/>
          <a:lstStyle>
            <a:lvl5pPr marL="1260000">
              <a:buNone/>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p:txBody>
      </p:sp>
      <p:sp>
        <p:nvSpPr>
          <p:cNvPr id="7" name="Rectangle 6"/>
          <p:cNvSpPr/>
          <p:nvPr userDrawn="1"/>
        </p:nvSpPr>
        <p:spPr>
          <a:xfrm>
            <a:off x="11856640" y="0"/>
            <a:ext cx="33536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800"/>
          </a:p>
        </p:txBody>
      </p:sp>
    </p:spTree>
    <p:extLst>
      <p:ext uri="{BB962C8B-B14F-4D97-AF65-F5344CB8AC3E}">
        <p14:creationId xmlns:p14="http://schemas.microsoft.com/office/powerpoint/2010/main" val="167113481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Option N°2 Ouverture de chapitre avec photo">
    <p:spTree>
      <p:nvGrpSpPr>
        <p:cNvPr id="1" name=""/>
        <p:cNvGrpSpPr/>
        <p:nvPr/>
      </p:nvGrpSpPr>
      <p:grpSpPr>
        <a:xfrm>
          <a:off x="0" y="0"/>
          <a:ext cx="0" cy="0"/>
          <a:chOff x="0" y="0"/>
          <a:chExt cx="0" cy="0"/>
        </a:xfrm>
      </p:grpSpPr>
      <p:sp>
        <p:nvSpPr>
          <p:cNvPr id="13" name="Espace réservé pour une image  2">
            <a:extLst>
              <a:ext uri="{FF2B5EF4-FFF2-40B4-BE49-F238E27FC236}">
                <a16:creationId xmlns:a16="http://schemas.microsoft.com/office/drawing/2014/main" id="{DEC6A7FF-A1FA-4490-9CC7-51078FF84353}"/>
              </a:ext>
            </a:extLst>
          </p:cNvPr>
          <p:cNvSpPr>
            <a:spLocks noGrp="1"/>
          </p:cNvSpPr>
          <p:nvPr>
            <p:ph type="pic" idx="14"/>
          </p:nvPr>
        </p:nvSpPr>
        <p:spPr>
          <a:xfrm>
            <a:off x="6098240" y="3"/>
            <a:ext cx="6093760" cy="6857999"/>
          </a:xfrm>
          <a:solidFill>
            <a:schemeClr val="tx2">
              <a:lumMod val="20000"/>
              <a:lumOff val="80000"/>
            </a:schemeClr>
          </a:solidFill>
        </p:spPr>
        <p:txBody>
          <a:bodyPr anchor="ctr">
            <a:noAutofit/>
          </a:bodyPr>
          <a:lstStyle>
            <a:lvl1pPr marL="0" indent="0" algn="ctr">
              <a:buNone/>
              <a:defRPr sz="120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fr-FR"/>
          </a:p>
        </p:txBody>
      </p:sp>
      <p:sp>
        <p:nvSpPr>
          <p:cNvPr id="7" name="Espace réservé de la date 6">
            <a:extLst>
              <a:ext uri="{FF2B5EF4-FFF2-40B4-BE49-F238E27FC236}">
                <a16:creationId xmlns:a16="http://schemas.microsoft.com/office/drawing/2014/main" id="{1E05C12A-6D66-4BD5-8AA3-E181C54F9E89}"/>
              </a:ext>
            </a:extLst>
          </p:cNvPr>
          <p:cNvSpPr>
            <a:spLocks noGrp="1"/>
          </p:cNvSpPr>
          <p:nvPr>
            <p:ph type="dt" sz="half" idx="10"/>
          </p:nvPr>
        </p:nvSpPr>
        <p:spPr/>
        <p:txBody>
          <a:bodyPr>
            <a:noAutofit/>
          </a:bodyPr>
          <a:lstStyle>
            <a:lvl1pPr>
              <a:defRPr>
                <a:solidFill>
                  <a:schemeClr val="bg1"/>
                </a:solidFill>
              </a:defRPr>
            </a:lvl1pPr>
          </a:lstStyle>
          <a:p>
            <a:endParaRPr lang="fr-FR"/>
          </a:p>
        </p:txBody>
      </p:sp>
      <p:sp>
        <p:nvSpPr>
          <p:cNvPr id="8" name="Espace réservé du pied de page 7">
            <a:extLst>
              <a:ext uri="{FF2B5EF4-FFF2-40B4-BE49-F238E27FC236}">
                <a16:creationId xmlns:a16="http://schemas.microsoft.com/office/drawing/2014/main" id="{4D9927BF-3057-4ED9-A027-6ED3E5944114}"/>
              </a:ext>
            </a:extLst>
          </p:cNvPr>
          <p:cNvSpPr>
            <a:spLocks noGrp="1"/>
          </p:cNvSpPr>
          <p:nvPr>
            <p:ph type="ftr" sz="quarter" idx="11"/>
          </p:nvPr>
        </p:nvSpPr>
        <p:spPr/>
        <p:txBody>
          <a:bodyPr>
            <a:noAutofit/>
          </a:bodyPr>
          <a:lstStyle>
            <a:lvl1pPr>
              <a:defRPr>
                <a:solidFill>
                  <a:schemeClr val="bg1"/>
                </a:solidFill>
              </a:defRPr>
            </a:lvl1pPr>
          </a:lstStyle>
          <a:p>
            <a:r>
              <a:rPr lang="da-DK"/>
              <a:t>ADNOC Upstream - TotalEnergies - 06/10/2025</a:t>
            </a:r>
            <a:endParaRPr lang="fr-FR"/>
          </a:p>
        </p:txBody>
      </p:sp>
      <p:sp>
        <p:nvSpPr>
          <p:cNvPr id="9" name="Espace réservé du numéro de diapositive 8">
            <a:extLst>
              <a:ext uri="{FF2B5EF4-FFF2-40B4-BE49-F238E27FC236}">
                <a16:creationId xmlns:a16="http://schemas.microsoft.com/office/drawing/2014/main" id="{7E748F74-A8DF-40EA-847A-446CF8437D01}"/>
              </a:ext>
            </a:extLst>
          </p:cNvPr>
          <p:cNvSpPr>
            <a:spLocks noGrp="1"/>
          </p:cNvSpPr>
          <p:nvPr>
            <p:ph type="sldNum" sz="quarter" idx="12"/>
          </p:nvPr>
        </p:nvSpPr>
        <p:spPr/>
        <p:txBody>
          <a:bodyPr>
            <a:noAutofit/>
          </a:bodyPr>
          <a:lstStyle>
            <a:lvl1pPr>
              <a:defRPr>
                <a:solidFill>
                  <a:schemeClr val="bg1"/>
                </a:solidFill>
              </a:defRPr>
            </a:lvl1pPr>
          </a:lstStyle>
          <a:p>
            <a:fld id="{975A587B-5814-4D9B-9598-FE9CB954CB01}" type="slidenum">
              <a:rPr lang="fr-FR" smtClean="0"/>
              <a:pPr/>
              <a:t>‹#›</a:t>
            </a:fld>
            <a:endParaRPr lang="fr-FR"/>
          </a:p>
        </p:txBody>
      </p:sp>
      <p:sp>
        <p:nvSpPr>
          <p:cNvPr id="16" name="Espace réservé du texte 8">
            <a:extLst>
              <a:ext uri="{FF2B5EF4-FFF2-40B4-BE49-F238E27FC236}">
                <a16:creationId xmlns:a16="http://schemas.microsoft.com/office/drawing/2014/main" id="{19FE5F0F-1A19-4580-B09D-11BAB259543F}"/>
              </a:ext>
            </a:extLst>
          </p:cNvPr>
          <p:cNvSpPr>
            <a:spLocks noGrp="1"/>
          </p:cNvSpPr>
          <p:nvPr>
            <p:ph type="body" sz="quarter" idx="15" hasCustomPrompt="1"/>
          </p:nvPr>
        </p:nvSpPr>
        <p:spPr>
          <a:xfrm>
            <a:off x="11260388" y="6327084"/>
            <a:ext cx="10800" cy="97200"/>
          </a:xfrm>
          <a:solidFill>
            <a:schemeClr val="bg1"/>
          </a:solidFill>
        </p:spPr>
        <p:txBody>
          <a:bodyPr lIns="0" tIns="0" rIns="0" bIns="0">
            <a:noAutofit/>
          </a:bodyPr>
          <a:lstStyle>
            <a:lvl1pPr marL="0" indent="0">
              <a:buNone/>
              <a:defRPr sz="100"/>
            </a:lvl1pPr>
          </a:lstStyle>
          <a:p>
            <a:pPr lvl="0"/>
            <a:r>
              <a:rPr lang="fr-FR"/>
              <a:t> </a:t>
            </a:r>
          </a:p>
        </p:txBody>
      </p:sp>
      <p:sp>
        <p:nvSpPr>
          <p:cNvPr id="12" name="Titre 1">
            <a:extLst>
              <a:ext uri="{FF2B5EF4-FFF2-40B4-BE49-F238E27FC236}">
                <a16:creationId xmlns:a16="http://schemas.microsoft.com/office/drawing/2014/main" id="{37FAC502-9FCA-4DA4-85DD-BFCFA27E692D}"/>
              </a:ext>
            </a:extLst>
          </p:cNvPr>
          <p:cNvSpPr>
            <a:spLocks noGrp="1"/>
          </p:cNvSpPr>
          <p:nvPr>
            <p:ph type="title"/>
          </p:nvPr>
        </p:nvSpPr>
        <p:spPr>
          <a:xfrm>
            <a:off x="480000" y="3522663"/>
            <a:ext cx="5424000" cy="1008000"/>
          </a:xfrm>
        </p:spPr>
        <p:txBody>
          <a:bodyPr>
            <a:noAutofit/>
          </a:bodyPr>
          <a:lstStyle>
            <a:lvl1pPr>
              <a:lnSpc>
                <a:spcPct val="90000"/>
              </a:lnSpc>
              <a:defRPr sz="3000">
                <a:solidFill>
                  <a:srgbClr val="FF0000"/>
                </a:solidFill>
              </a:defRPr>
            </a:lvl1pPr>
          </a:lstStyle>
          <a:p>
            <a:r>
              <a:rPr lang="en-US"/>
              <a:t>Click to edit Master title style</a:t>
            </a:r>
            <a:endParaRPr lang="fr-FR"/>
          </a:p>
        </p:txBody>
      </p:sp>
      <p:sp>
        <p:nvSpPr>
          <p:cNvPr id="15" name="Espace réservé du texte 2">
            <a:extLst>
              <a:ext uri="{FF2B5EF4-FFF2-40B4-BE49-F238E27FC236}">
                <a16:creationId xmlns:a16="http://schemas.microsoft.com/office/drawing/2014/main" id="{F168EBA2-6445-4E29-8C43-F672A1037840}"/>
              </a:ext>
            </a:extLst>
          </p:cNvPr>
          <p:cNvSpPr>
            <a:spLocks noGrp="1"/>
          </p:cNvSpPr>
          <p:nvPr>
            <p:ph type="body" idx="1" hasCustomPrompt="1"/>
          </p:nvPr>
        </p:nvSpPr>
        <p:spPr>
          <a:xfrm>
            <a:off x="480000" y="4621213"/>
            <a:ext cx="5424000" cy="720000"/>
          </a:xfrm>
        </p:spPr>
        <p:txBody>
          <a:bodyPr anchor="t">
            <a:noAutofit/>
          </a:bodyPr>
          <a:lstStyle>
            <a:lvl1pPr marL="0" indent="0">
              <a:lnSpc>
                <a:spcPct val="90000"/>
              </a:lnSpc>
              <a:buNone/>
              <a:defRPr sz="20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17" name="Espace réservé du texte 10">
            <a:extLst>
              <a:ext uri="{FF2B5EF4-FFF2-40B4-BE49-F238E27FC236}">
                <a16:creationId xmlns:a16="http://schemas.microsoft.com/office/drawing/2014/main" id="{CD2C6649-068F-44B3-AB70-33E633B0FBC4}"/>
              </a:ext>
            </a:extLst>
          </p:cNvPr>
          <p:cNvSpPr>
            <a:spLocks noGrp="1"/>
          </p:cNvSpPr>
          <p:nvPr>
            <p:ph type="body" sz="quarter" idx="13" hasCustomPrompt="1"/>
          </p:nvPr>
        </p:nvSpPr>
        <p:spPr>
          <a:xfrm>
            <a:off x="480000" y="1600201"/>
            <a:ext cx="5424000" cy="1872000"/>
          </a:xfrm>
        </p:spPr>
        <p:txBody>
          <a:bodyPr>
            <a:noAutofit/>
          </a:bodyPr>
          <a:lstStyle>
            <a:lvl1pPr marL="0" indent="0">
              <a:buNone/>
              <a:defRPr sz="128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pPr lvl="0"/>
            <a:r>
              <a:rPr lang="fr-FR"/>
              <a:t>NN.</a:t>
            </a:r>
          </a:p>
        </p:txBody>
      </p:sp>
      <p:pic>
        <p:nvPicPr>
          <p:cNvPr id="11" name="Image 11">
            <a:extLst>
              <a:ext uri="{FF2B5EF4-FFF2-40B4-BE49-F238E27FC236}">
                <a16:creationId xmlns:a16="http://schemas.microsoft.com/office/drawing/2014/main" id="{5B7D7821-C693-46C9-8000-242F44F925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4576" y="137664"/>
            <a:ext cx="1369602" cy="1083333"/>
          </a:xfrm>
          <a:prstGeom prst="rect">
            <a:avLst/>
          </a:prstGeom>
          <a:ln>
            <a:noFill/>
          </a:ln>
        </p:spPr>
      </p:pic>
    </p:spTree>
    <p:extLst>
      <p:ext uri="{BB962C8B-B14F-4D97-AF65-F5344CB8AC3E}">
        <p14:creationId xmlns:p14="http://schemas.microsoft.com/office/powerpoint/2010/main" val="23279826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57984" cy="320040"/>
          </a:xfrm>
        </p:spPr>
        <p:txBody>
          <a:bodyPr/>
          <a:lstStyle>
            <a:lvl1pPr>
              <a:defRPr sz="2000">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fr-FR" noProof="0"/>
              <a:t>Cliquez pour modifier le style du titre</a:t>
            </a:r>
          </a:p>
        </p:txBody>
      </p:sp>
      <p:sp>
        <p:nvSpPr>
          <p:cNvPr id="3" name="Espace réservé du pied de page 2"/>
          <p:cNvSpPr>
            <a:spLocks noGrp="1"/>
          </p:cNvSpPr>
          <p:nvPr>
            <p:ph type="ftr" sz="quarter" idx="10"/>
          </p:nvPr>
        </p:nvSpPr>
        <p:spPr/>
        <p:txBody>
          <a:bodyPr/>
          <a:lstStyle/>
          <a:p>
            <a:r>
              <a:rPr lang="da-DK">
                <a:solidFill>
                  <a:prstClr val="black"/>
                </a:solidFill>
              </a:rPr>
              <a:t>ADNOC Upstream - TotalEnergies - 06/10/2025</a:t>
            </a:r>
            <a:endParaRPr lang="fr-FR">
              <a:solidFill>
                <a:prstClr val="black"/>
              </a:solidFill>
            </a:endParaRPr>
          </a:p>
        </p:txBody>
      </p:sp>
      <p:sp>
        <p:nvSpPr>
          <p:cNvPr id="4" name="Espace réservé du numéro de diapositive 3"/>
          <p:cNvSpPr>
            <a:spLocks noGrp="1"/>
          </p:cNvSpPr>
          <p:nvPr>
            <p:ph type="sldNum" sz="quarter" idx="11"/>
          </p:nvPr>
        </p:nvSpPr>
        <p:spPr/>
        <p:txBody>
          <a:bodyPr/>
          <a:lstStyle/>
          <a:p>
            <a:fld id="{21F90BE8-D879-4F46-ACF9-7BCC67DCFB75}" type="slidenum">
              <a:rPr lang="fr-FR" smtClean="0">
                <a:solidFill>
                  <a:prstClr val="black">
                    <a:tint val="75000"/>
                  </a:prstClr>
                </a:solidFill>
              </a:rPr>
              <a:pPr/>
              <a:t>‹#›</a:t>
            </a:fld>
            <a:endParaRPr lang="fr-FR">
              <a:solidFill>
                <a:prstClr val="black">
                  <a:tint val="75000"/>
                </a:prstClr>
              </a:solidFill>
            </a:endParaRPr>
          </a:p>
        </p:txBody>
      </p:sp>
      <p:sp>
        <p:nvSpPr>
          <p:cNvPr id="6" name="Espace réservé du texte 5"/>
          <p:cNvSpPr>
            <a:spLocks noGrp="1"/>
          </p:cNvSpPr>
          <p:nvPr>
            <p:ph type="body" sz="quarter" idx="12"/>
          </p:nvPr>
        </p:nvSpPr>
        <p:spPr>
          <a:xfrm>
            <a:off x="609600" y="1125538"/>
            <a:ext cx="10958400" cy="5029200"/>
          </a:xfrm>
        </p:spPr>
        <p:txBody>
          <a:bodyPr/>
          <a:lstStyle>
            <a:lvl5pPr marL="1260000">
              <a:buNone/>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p:txBody>
      </p:sp>
      <p:sp>
        <p:nvSpPr>
          <p:cNvPr id="8" name="Text Placeholder 7"/>
          <p:cNvSpPr>
            <a:spLocks noGrp="1"/>
          </p:cNvSpPr>
          <p:nvPr>
            <p:ph type="body" sz="quarter" idx="13"/>
          </p:nvPr>
        </p:nvSpPr>
        <p:spPr>
          <a:xfrm>
            <a:off x="609600" y="603504"/>
            <a:ext cx="10960608" cy="320040"/>
          </a:xfrm>
        </p:spPr>
        <p:txBody>
          <a:bodyPr tIns="0">
            <a:noAutofit/>
          </a:bodyPr>
          <a:lstStyle>
            <a:lvl1pPr marL="0" indent="0">
              <a:spcBef>
                <a:spcPts val="0"/>
              </a:spcBef>
              <a:spcAft>
                <a:spcPts val="0"/>
              </a:spcAft>
              <a:buNone/>
              <a:defRPr sz="1200" b="1" i="1" cap="all" baseline="0"/>
            </a:lvl1pPr>
            <a:lvl2pPr>
              <a:defRPr sz="1200" b="1" i="1"/>
            </a:lvl2pPr>
            <a:lvl3pPr>
              <a:defRPr sz="1200" b="1" i="1"/>
            </a:lvl3pPr>
            <a:lvl4pPr>
              <a:defRPr sz="1200" b="1" i="1"/>
            </a:lvl4pPr>
            <a:lvl5pPr>
              <a:defRPr sz="1200" b="1" i="1"/>
            </a:lvl5pPr>
          </a:lstStyle>
          <a:p>
            <a:pPr lvl="0"/>
            <a:r>
              <a:rPr lang="en-US"/>
              <a:t>Click to edit Master text styles</a:t>
            </a:r>
            <a:endParaRPr lang="en-GB"/>
          </a:p>
        </p:txBody>
      </p:sp>
      <p:sp>
        <p:nvSpPr>
          <p:cNvPr id="7" name="Rectangle 6"/>
          <p:cNvSpPr/>
          <p:nvPr userDrawn="1"/>
        </p:nvSpPr>
        <p:spPr>
          <a:xfrm>
            <a:off x="11856640" y="0"/>
            <a:ext cx="33536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800"/>
          </a:p>
        </p:txBody>
      </p:sp>
    </p:spTree>
    <p:extLst>
      <p:ext uri="{BB962C8B-B14F-4D97-AF65-F5344CB8AC3E}">
        <p14:creationId xmlns:p14="http://schemas.microsoft.com/office/powerpoint/2010/main" val="385475947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Text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7BC41F0E-EC30-4D2A-AA16-7B987E32A160}"/>
              </a:ext>
            </a:extLst>
          </p:cNvPr>
          <p:cNvSpPr>
            <a:spLocks noGrp="1"/>
          </p:cNvSpPr>
          <p:nvPr>
            <p:ph type="body" sz="quarter" idx="13"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schemeClr>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4" name="Titre 3">
            <a:extLst>
              <a:ext uri="{FF2B5EF4-FFF2-40B4-BE49-F238E27FC236}">
                <a16:creationId xmlns:a16="http://schemas.microsoft.com/office/drawing/2014/main" id="{C292072E-287F-4875-8FDB-C22CF0436582}"/>
              </a:ext>
            </a:extLst>
          </p:cNvPr>
          <p:cNvSpPr>
            <a:spLocks noGrp="1"/>
          </p:cNvSpPr>
          <p:nvPr>
            <p:ph type="title"/>
          </p:nvPr>
        </p:nvSpPr>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fr-FR"/>
              <a:t>Modifiez le style du titre</a:t>
            </a:r>
          </a:p>
        </p:txBody>
      </p:sp>
      <p:sp>
        <p:nvSpPr>
          <p:cNvPr id="5" name="Espace réservé de la date 4">
            <a:extLst>
              <a:ext uri="{FF2B5EF4-FFF2-40B4-BE49-F238E27FC236}">
                <a16:creationId xmlns:a16="http://schemas.microsoft.com/office/drawing/2014/main" id="{40DE2FB5-2CE4-44D5-9167-5E9A54E4AAB3}"/>
              </a:ext>
            </a:extLst>
          </p:cNvPr>
          <p:cNvSpPr>
            <a:spLocks noGrp="1"/>
          </p:cNvSpPr>
          <p:nvPr>
            <p:ph type="dt" sz="half" idx="14"/>
          </p:nvPr>
        </p:nvSpPr>
        <p:spPr/>
        <p:txBody>
          <a:bodyPr/>
          <a:lstStyle>
            <a:lvl1pPr>
              <a:defRPr>
                <a:solidFill>
                  <a:schemeClr val="tx1"/>
                </a:solidFill>
              </a:defRPr>
            </a:lvl1pPr>
          </a:lstStyle>
          <a:p>
            <a:endParaRPr lang="fr-FR"/>
          </a:p>
        </p:txBody>
      </p:sp>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da-DK"/>
              <a:t>ADNOC Upstream - TotalEnergies - 06/10/2025</a:t>
            </a:r>
            <a:endParaRPr lang="fr-FR"/>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422230371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Option N°1 Couvertu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5941168" y="1722071"/>
            <a:ext cx="5760000" cy="1800000"/>
          </a:xfrm>
        </p:spPr>
        <p:txBody>
          <a:bodyPr anchor="b">
            <a:noAutofit/>
          </a:bodyPr>
          <a:lstStyle>
            <a:lvl1pPr algn="l">
              <a:lnSpc>
                <a:spcPct val="90000"/>
              </a:lnSpc>
              <a:defRPr sz="2600">
                <a:solidFill>
                  <a:schemeClr val="tx2"/>
                </a:solidFill>
              </a:defRPr>
            </a:lvl1pPr>
          </a:lstStyle>
          <a:p>
            <a:r>
              <a:rPr lang="en-US"/>
              <a:t>Click to edit Master title style</a:t>
            </a:r>
            <a:endParaRPr lang="fr-F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5941168" y="3594095"/>
            <a:ext cx="5760000" cy="720000"/>
          </a:xfrm>
        </p:spPr>
        <p:txBody>
          <a:bodyPr anchor="t">
            <a:noAutofit/>
          </a:bodyPr>
          <a:lstStyle>
            <a:lvl1pPr marL="0" indent="0" algn="l">
              <a:lnSpc>
                <a:spcPct val="90000"/>
              </a:lnSpc>
              <a:buNone/>
              <a:defRPr sz="2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fr-FR"/>
          </a:p>
        </p:txBody>
      </p:sp>
      <p:sp>
        <p:nvSpPr>
          <p:cNvPr id="5" name="Espace réservé du texte 4">
            <a:extLst>
              <a:ext uri="{FF2B5EF4-FFF2-40B4-BE49-F238E27FC236}">
                <a16:creationId xmlns:a16="http://schemas.microsoft.com/office/drawing/2014/main" id="{63458929-8E1A-4632-B75F-4975DF8FBB0A}"/>
              </a:ext>
            </a:extLst>
          </p:cNvPr>
          <p:cNvSpPr>
            <a:spLocks noGrp="1"/>
          </p:cNvSpPr>
          <p:nvPr>
            <p:ph type="body" sz="quarter" idx="14"/>
          </p:nvPr>
        </p:nvSpPr>
        <p:spPr>
          <a:xfrm>
            <a:off x="5941168" y="4367734"/>
            <a:ext cx="5760000" cy="612000"/>
          </a:xfrm>
        </p:spPr>
        <p:txBody>
          <a:bodyPr>
            <a:noAutofit/>
          </a:bodyPr>
          <a:lstStyle>
            <a:lvl1pPr marL="0" indent="0">
              <a:buNone/>
              <a:defRPr sz="1600">
                <a:solidFill>
                  <a:schemeClr val="tx1"/>
                </a:solidFill>
              </a:defRPr>
            </a:lvl1pPr>
            <a:lvl2pPr marL="81000" indent="0">
              <a:buNone/>
              <a:defRPr/>
            </a:lvl2pPr>
          </a:lstStyle>
          <a:p>
            <a:pPr lvl="0"/>
            <a:r>
              <a:rPr lang="en-US"/>
              <a:t>Click to edit Master text styles</a:t>
            </a:r>
          </a:p>
        </p:txBody>
      </p:sp>
      <p:pic>
        <p:nvPicPr>
          <p:cNvPr id="6" name="Image 11">
            <a:extLst>
              <a:ext uri="{FF2B5EF4-FFF2-40B4-BE49-F238E27FC236}">
                <a16:creationId xmlns:a16="http://schemas.microsoft.com/office/drawing/2014/main" id="{3D9B0179-96AA-4866-AB9D-21E58B3381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57726" y="85943"/>
            <a:ext cx="2788867" cy="2205948"/>
          </a:xfrm>
          <a:prstGeom prst="rect">
            <a:avLst/>
          </a:prstGeom>
          <a:ln>
            <a:noFill/>
          </a:ln>
        </p:spPr>
      </p:pic>
    </p:spTree>
    <p:extLst>
      <p:ext uri="{BB962C8B-B14F-4D97-AF65-F5344CB8AC3E}">
        <p14:creationId xmlns:p14="http://schemas.microsoft.com/office/powerpoint/2010/main" val="4291536695"/>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41BBE8-1E54-415C-B10D-F6342B80F061}"/>
              </a:ext>
            </a:extLst>
          </p:cNvPr>
          <p:cNvSpPr>
            <a:spLocks noGrp="1"/>
          </p:cNvSpPr>
          <p:nvPr>
            <p:ph type="title"/>
          </p:nvPr>
        </p:nvSpPr>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fr-FR"/>
              <a:t>Modifiez le style du titre</a:t>
            </a:r>
          </a:p>
        </p:txBody>
      </p:sp>
      <p:sp>
        <p:nvSpPr>
          <p:cNvPr id="7" name="Espace réservé de la date 6">
            <a:extLst>
              <a:ext uri="{FF2B5EF4-FFF2-40B4-BE49-F238E27FC236}">
                <a16:creationId xmlns:a16="http://schemas.microsoft.com/office/drawing/2014/main" id="{CE830942-5133-4F54-8414-98EC08DAA6C5}"/>
              </a:ext>
            </a:extLst>
          </p:cNvPr>
          <p:cNvSpPr>
            <a:spLocks noGrp="1"/>
          </p:cNvSpPr>
          <p:nvPr>
            <p:ph type="dt" sz="half" idx="10"/>
          </p:nvPr>
        </p:nvSpPr>
        <p:spPr/>
        <p:txBody>
          <a:bodyPr/>
          <a:lstStyle>
            <a:lvl1pPr>
              <a:defRPr>
                <a:solidFill>
                  <a:schemeClr val="tx1"/>
                </a:solidFill>
              </a:defRPr>
            </a:lvl1pPr>
          </a:lstStyle>
          <a:p>
            <a:endParaRPr lang="fr-FR"/>
          </a:p>
        </p:txBody>
      </p:sp>
      <p:sp>
        <p:nvSpPr>
          <p:cNvPr id="8" name="Espace réservé du pied de page 7">
            <a:extLst>
              <a:ext uri="{FF2B5EF4-FFF2-40B4-BE49-F238E27FC236}">
                <a16:creationId xmlns:a16="http://schemas.microsoft.com/office/drawing/2014/main" id="{A03D30D6-5712-44A8-87A9-67750D407146}"/>
              </a:ext>
            </a:extLst>
          </p:cNvPr>
          <p:cNvSpPr>
            <a:spLocks noGrp="1"/>
          </p:cNvSpPr>
          <p:nvPr>
            <p:ph type="ftr" sz="quarter" idx="11"/>
          </p:nvPr>
        </p:nvSpPr>
        <p:spPr/>
        <p:txBody>
          <a:bodyPr/>
          <a:lstStyle>
            <a:lvl1pPr>
              <a:defRPr>
                <a:solidFill>
                  <a:schemeClr val="tx1"/>
                </a:solidFill>
              </a:defRPr>
            </a:lvl1pPr>
          </a:lstStyle>
          <a:p>
            <a:r>
              <a:rPr lang="da-DK"/>
              <a:t>ADNOC Upstream - TotalEnergies - 06/10/2025</a:t>
            </a:r>
            <a:endParaRPr lang="fr-FR"/>
          </a:p>
        </p:txBody>
      </p:sp>
      <p:sp>
        <p:nvSpPr>
          <p:cNvPr id="9" name="Espace réservé du numéro de diapositive 8">
            <a:extLst>
              <a:ext uri="{FF2B5EF4-FFF2-40B4-BE49-F238E27FC236}">
                <a16:creationId xmlns:a16="http://schemas.microsoft.com/office/drawing/2014/main" id="{872F511C-AE30-47A8-8C9B-F0B33753CCDA}"/>
              </a:ext>
            </a:extLst>
          </p:cNvPr>
          <p:cNvSpPr>
            <a:spLocks noGrp="1"/>
          </p:cNvSpPr>
          <p:nvPr>
            <p:ph type="sldNum" sz="quarter" idx="12"/>
          </p:nvPr>
        </p:nvSpPr>
        <p:spPr/>
        <p:txBody>
          <a:bodyPr/>
          <a:lstStyle>
            <a:lvl1pPr>
              <a:defRPr>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181248417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97A9D-E2DA-462E-8894-5A74957680FA}"/>
              </a:ext>
            </a:extLst>
          </p:cNvPr>
          <p:cNvSpPr>
            <a:spLocks noGrp="1"/>
          </p:cNvSpPr>
          <p:nvPr>
            <p:ph type="title"/>
          </p:nvPr>
        </p:nvSpPr>
        <p:spPr/>
        <p:txBody>
          <a:bodyPr/>
          <a:lstStyle>
            <a:lvl1pPr>
              <a:defRPr sz="2000" b="1">
                <a:solidFill>
                  <a:srgbClr val="FF0000"/>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DC3AFEB-741A-CF6E-ACFD-3261E89F5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7D91E1-4656-B4BB-EA1D-F11C09CFC62C}"/>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152F42A8-134E-8D67-60F8-5C8E896A71B6}"/>
              </a:ext>
            </a:extLst>
          </p:cNvPr>
          <p:cNvSpPr>
            <a:spLocks noGrp="1"/>
          </p:cNvSpPr>
          <p:nvPr>
            <p:ph type="ftr" sz="quarter" idx="11"/>
          </p:nvPr>
        </p:nvSpPr>
        <p:spPr/>
        <p:txBody>
          <a:bodyPr/>
          <a:lstStyle/>
          <a:p>
            <a:r>
              <a:rPr lang="da-DK"/>
              <a:t>ADNOC Upstream - TotalEnergies - 06/10/2025</a:t>
            </a:r>
            <a:endParaRPr lang="en-GB"/>
          </a:p>
        </p:txBody>
      </p:sp>
      <p:sp>
        <p:nvSpPr>
          <p:cNvPr id="6" name="Slide Number Placeholder 5">
            <a:extLst>
              <a:ext uri="{FF2B5EF4-FFF2-40B4-BE49-F238E27FC236}">
                <a16:creationId xmlns:a16="http://schemas.microsoft.com/office/drawing/2014/main" id="{F70870E2-7F2F-555F-4A7B-1AF2256BB30D}"/>
              </a:ext>
            </a:extLst>
          </p:cNvPr>
          <p:cNvSpPr>
            <a:spLocks noGrp="1"/>
          </p:cNvSpPr>
          <p:nvPr>
            <p:ph type="sldNum" sz="quarter" idx="12"/>
          </p:nvPr>
        </p:nvSpPr>
        <p:spPr/>
        <p:txBody>
          <a:bodyPr/>
          <a:lstStyle/>
          <a:p>
            <a:fld id="{435DA815-2960-403E-98A9-369230A64568}" type="slidenum">
              <a:rPr lang="en-GB" smtClean="0"/>
              <a:t>‹#›</a:t>
            </a:fld>
            <a:endParaRPr lang="en-GB"/>
          </a:p>
        </p:txBody>
      </p:sp>
    </p:spTree>
    <p:extLst>
      <p:ext uri="{BB962C8B-B14F-4D97-AF65-F5344CB8AC3E}">
        <p14:creationId xmlns:p14="http://schemas.microsoft.com/office/powerpoint/2010/main" val="76253483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Annex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p:nvPr>
        </p:nvSpPr>
        <p:spPr>
          <a:xfrm>
            <a:off x="480000" y="2340000"/>
            <a:ext cx="11184000" cy="1440000"/>
          </a:xfrm>
        </p:spPr>
        <p:txBody>
          <a:bodyPr anchor="b">
            <a:noAutofit/>
          </a:bodyPr>
          <a:lstStyle>
            <a:lvl1pPr>
              <a:lnSpc>
                <a:spcPct val="90000"/>
              </a:lnSpc>
              <a:defRPr sz="4000">
                <a:solidFill>
                  <a:srgbClr val="FF0000"/>
                </a:solidFill>
              </a:defRPr>
            </a:lvl1pPr>
          </a:lstStyle>
          <a:p>
            <a:r>
              <a:rPr lang="en-US"/>
              <a:t>Click to edit Master title style</a:t>
            </a:r>
            <a:endParaRPr lang="fr-FR"/>
          </a:p>
        </p:txBody>
      </p:sp>
      <p:sp>
        <p:nvSpPr>
          <p:cNvPr id="7" name="Espace réservé de la date 6">
            <a:extLst>
              <a:ext uri="{FF2B5EF4-FFF2-40B4-BE49-F238E27FC236}">
                <a16:creationId xmlns:a16="http://schemas.microsoft.com/office/drawing/2014/main" id="{1E05C12A-6D66-4BD5-8AA3-E181C54F9E89}"/>
              </a:ext>
            </a:extLst>
          </p:cNvPr>
          <p:cNvSpPr>
            <a:spLocks noGrp="1"/>
          </p:cNvSpPr>
          <p:nvPr>
            <p:ph type="dt" sz="half" idx="10"/>
          </p:nvPr>
        </p:nvSpPr>
        <p:spPr/>
        <p:txBody>
          <a:bodyPr/>
          <a:lstStyle>
            <a:lvl1pPr>
              <a:defRPr>
                <a:solidFill>
                  <a:schemeClr val="tx1">
                    <a:lumMod val="75000"/>
                  </a:schemeClr>
                </a:solidFill>
              </a:defRPr>
            </a:lvl1pPr>
          </a:lstStyle>
          <a:p>
            <a:endParaRPr lang="fr-FR"/>
          </a:p>
        </p:txBody>
      </p:sp>
      <p:sp>
        <p:nvSpPr>
          <p:cNvPr id="8" name="Espace réservé du pied de page 7">
            <a:extLst>
              <a:ext uri="{FF2B5EF4-FFF2-40B4-BE49-F238E27FC236}">
                <a16:creationId xmlns:a16="http://schemas.microsoft.com/office/drawing/2014/main" id="{4D9927BF-3057-4ED9-A027-6ED3E5944114}"/>
              </a:ext>
            </a:extLst>
          </p:cNvPr>
          <p:cNvSpPr>
            <a:spLocks noGrp="1"/>
          </p:cNvSpPr>
          <p:nvPr>
            <p:ph type="ftr" sz="quarter" idx="11"/>
          </p:nvPr>
        </p:nvSpPr>
        <p:spPr/>
        <p:txBody>
          <a:bodyPr/>
          <a:lstStyle>
            <a:lvl1pPr>
              <a:defRPr>
                <a:solidFill>
                  <a:schemeClr val="tx1">
                    <a:lumMod val="75000"/>
                  </a:schemeClr>
                </a:solidFill>
              </a:defRPr>
            </a:lvl1pPr>
          </a:lstStyle>
          <a:p>
            <a:r>
              <a:rPr lang="da-DK"/>
              <a:t>ADNOC Upstream - TotalEnergies - 06/10/2025</a:t>
            </a:r>
            <a:endParaRPr lang="fr-FR"/>
          </a:p>
        </p:txBody>
      </p:sp>
      <p:sp>
        <p:nvSpPr>
          <p:cNvPr id="9" name="Espace réservé du numéro de diapositive 8">
            <a:extLst>
              <a:ext uri="{FF2B5EF4-FFF2-40B4-BE49-F238E27FC236}">
                <a16:creationId xmlns:a16="http://schemas.microsoft.com/office/drawing/2014/main" id="{7E748F74-A8DF-40EA-847A-446CF8437D01}"/>
              </a:ext>
            </a:extLst>
          </p:cNvPr>
          <p:cNvSpPr>
            <a:spLocks noGrp="1"/>
          </p:cNvSpPr>
          <p:nvPr>
            <p:ph type="sldNum" sz="quarter" idx="12"/>
          </p:nvPr>
        </p:nvSpPr>
        <p:spPr/>
        <p:txBody>
          <a:bodyPr/>
          <a:lstStyle>
            <a:lvl1pPr>
              <a:defRPr>
                <a:solidFill>
                  <a:schemeClr val="tx1">
                    <a:lumMod val="75000"/>
                  </a:schemeClr>
                </a:solidFill>
              </a:defRPr>
            </a:lvl1pPr>
          </a:lstStyle>
          <a:p>
            <a:fld id="{975A587B-5814-4D9B-9598-FE9CB954CB01}" type="slidenum">
              <a:rPr lang="fr-FR" smtClean="0"/>
              <a:pPr/>
              <a:t>‹#›</a:t>
            </a:fld>
            <a:endParaRPr lang="fr-FR"/>
          </a:p>
        </p:txBody>
      </p:sp>
      <p:cxnSp>
        <p:nvCxnSpPr>
          <p:cNvPr id="10" name="Connecteur droit 9">
            <a:extLst>
              <a:ext uri="{FF2B5EF4-FFF2-40B4-BE49-F238E27FC236}">
                <a16:creationId xmlns:a16="http://schemas.microsoft.com/office/drawing/2014/main" id="{7888B71D-5294-4B91-ABB4-684A059BCA46}"/>
              </a:ext>
            </a:extLst>
          </p:cNvPr>
          <p:cNvCxnSpPr>
            <a:cxnSpLocks/>
          </p:cNvCxnSpPr>
          <p:nvPr userDrawn="1"/>
        </p:nvCxnSpPr>
        <p:spPr>
          <a:xfrm>
            <a:off x="11260388" y="6327084"/>
            <a:ext cx="0" cy="100800"/>
          </a:xfrm>
          <a:prstGeom prst="line">
            <a:avLst/>
          </a:prstGeom>
          <a:ln w="12700">
            <a:solidFill>
              <a:schemeClr val="tx1"/>
            </a:solidFill>
          </a:ln>
        </p:spPr>
        <p:style>
          <a:lnRef idx="1">
            <a:schemeClr val="accent2"/>
          </a:lnRef>
          <a:fillRef idx="0">
            <a:schemeClr val="accent2"/>
          </a:fillRef>
          <a:effectRef idx="0">
            <a:schemeClr val="accent2"/>
          </a:effectRef>
          <a:fontRef idx="minor">
            <a:schemeClr val="tx1"/>
          </a:fontRef>
        </p:style>
      </p:cxnSp>
      <p:pic>
        <p:nvPicPr>
          <p:cNvPr id="11" name="Image 11">
            <a:extLst>
              <a:ext uri="{FF2B5EF4-FFF2-40B4-BE49-F238E27FC236}">
                <a16:creationId xmlns:a16="http://schemas.microsoft.com/office/drawing/2014/main" id="{42369FCB-51B9-443C-A2B9-F4D89D9CB5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252" y="154917"/>
            <a:ext cx="1369602" cy="1083333"/>
          </a:xfrm>
          <a:prstGeom prst="rect">
            <a:avLst/>
          </a:prstGeom>
          <a:ln>
            <a:noFill/>
          </a:ln>
        </p:spPr>
      </p:pic>
    </p:spTree>
    <p:extLst>
      <p:ext uri="{BB962C8B-B14F-4D97-AF65-F5344CB8AC3E}">
        <p14:creationId xmlns:p14="http://schemas.microsoft.com/office/powerpoint/2010/main" val="90585583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Tablea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609600" y="274638"/>
            <a:ext cx="10957984" cy="635000"/>
          </a:xfrm>
          <a:prstGeom prst="rect">
            <a:avLst/>
          </a:prstGeom>
        </p:spPr>
        <p:txBody>
          <a:bodyPr/>
          <a:lstStyle>
            <a:lvl1pPr>
              <a:defRPr>
                <a:solidFill>
                  <a:srgbClr val="FF0000"/>
                </a:solidFill>
              </a:defRPr>
            </a:lvl1pPr>
          </a:lstStyle>
          <a:p>
            <a:r>
              <a:rPr lang="fr-FR" noProof="0"/>
              <a:t>Cliquez et modifiez le titre</a:t>
            </a:r>
            <a:endParaRPr lang="fr-FR"/>
          </a:p>
        </p:txBody>
      </p:sp>
      <p:sp>
        <p:nvSpPr>
          <p:cNvPr id="3" name="Espace réservé du contenu 2"/>
          <p:cNvSpPr>
            <a:spLocks noGrp="1"/>
          </p:cNvSpPr>
          <p:nvPr>
            <p:ph idx="1" hasCustomPrompt="1"/>
          </p:nvPr>
        </p:nvSpPr>
        <p:spPr>
          <a:xfrm>
            <a:off x="609600" y="1125538"/>
            <a:ext cx="10957984" cy="4896000"/>
          </a:xfrm>
          <a:prstGeom prst="rect">
            <a:avLst/>
          </a:prstGeom>
        </p:spPr>
        <p:txBody>
          <a:bodyPr anchor="t" anchorCtr="0"/>
          <a:lstStyle>
            <a:lvl1pPr>
              <a:defRPr/>
            </a:lvl1pPr>
          </a:lstStyle>
          <a:p>
            <a:pPr lvl="0"/>
            <a:r>
              <a:rPr lang="fr-FR"/>
              <a:t>Table</a:t>
            </a:r>
          </a:p>
        </p:txBody>
      </p:sp>
      <p:sp>
        <p:nvSpPr>
          <p:cNvPr id="7" name="Espace réservé du texte 8"/>
          <p:cNvSpPr>
            <a:spLocks noGrp="1"/>
          </p:cNvSpPr>
          <p:nvPr>
            <p:ph type="body" sz="quarter" idx="14" hasCustomPrompt="1"/>
          </p:nvPr>
        </p:nvSpPr>
        <p:spPr>
          <a:xfrm>
            <a:off x="609601" y="6021388"/>
            <a:ext cx="4237567" cy="215900"/>
          </a:xfrm>
          <a:prstGeom prst="rect">
            <a:avLst/>
          </a:prstGeom>
        </p:spPr>
        <p:txBody>
          <a:bodyPr lIns="0">
            <a:noAutofit/>
          </a:bodyPr>
          <a:lstStyle>
            <a:lvl1pPr marL="0" indent="0">
              <a:buFont typeface="Arial" pitchFamily="34" charset="0"/>
              <a:buNone/>
              <a:defRPr sz="900"/>
            </a:lvl1pPr>
            <a:lvl2pPr marL="0" indent="0">
              <a:buNone/>
              <a:defRPr/>
            </a:lvl2pPr>
            <a:lvl3pPr>
              <a:buNone/>
              <a:defRPr/>
            </a:lvl3pPr>
            <a:lvl4pPr>
              <a:buNone/>
              <a:defRPr/>
            </a:lvl4pPr>
            <a:lvl5pPr>
              <a:buFont typeface="Arial" pitchFamily="34" charset="0"/>
              <a:buNone/>
              <a:defRPr/>
            </a:lvl5pPr>
          </a:lstStyle>
          <a:p>
            <a:pPr lvl="0"/>
            <a:r>
              <a:rPr lang="fr-FR"/>
              <a:t>Source</a:t>
            </a:r>
          </a:p>
        </p:txBody>
      </p:sp>
      <p:sp>
        <p:nvSpPr>
          <p:cNvPr id="5" name="Espace réservé du numéro de diapositive 5"/>
          <p:cNvSpPr>
            <a:spLocks noGrp="1"/>
          </p:cNvSpPr>
          <p:nvPr>
            <p:ph type="sldNum" sz="quarter" idx="4"/>
          </p:nvPr>
        </p:nvSpPr>
        <p:spPr>
          <a:xfrm>
            <a:off x="10600267" y="6188080"/>
            <a:ext cx="967317" cy="365125"/>
          </a:xfrm>
          <a:prstGeom prst="rect">
            <a:avLst/>
          </a:prstGeom>
        </p:spPr>
        <p:txBody>
          <a:bodyPr vert="horz" lIns="91440" tIns="45720" rIns="91440" bIns="45720" rtlCol="0" anchor="ctr"/>
          <a:lstStyle>
            <a:lvl1pPr algn="r">
              <a:defRPr sz="1200">
                <a:solidFill>
                  <a:schemeClr val="tx1">
                    <a:tint val="75000"/>
                  </a:schemeClr>
                </a:solidFill>
                <a:latin typeface="+mn-lt"/>
                <a:cs typeface="Helvetica"/>
              </a:defRPr>
            </a:lvl1pPr>
          </a:lstStyle>
          <a:p>
            <a:fld id="{21F90BE8-D879-4F46-ACF9-7BCC67DCFB75}" type="slidenum">
              <a:rPr lang="fr-FR" smtClean="0"/>
              <a:pPr/>
              <a:t>‹#›</a:t>
            </a:fld>
            <a:endParaRPr lang="fr-FR"/>
          </a:p>
        </p:txBody>
      </p:sp>
    </p:spTree>
    <p:extLst>
      <p:ext uri="{BB962C8B-B14F-4D97-AF65-F5344CB8AC3E}">
        <p14:creationId xmlns:p14="http://schemas.microsoft.com/office/powerpoint/2010/main" val="176933027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_Texte">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99ED68ED-4BAB-426E-AC8B-79F072DDCF3C}"/>
              </a:ext>
            </a:extLst>
          </p:cNvPr>
          <p:cNvSpPr>
            <a:spLocks noGrp="1"/>
          </p:cNvSpPr>
          <p:nvPr>
            <p:ph type="ftr" sz="quarter" idx="15"/>
          </p:nvPr>
        </p:nvSpPr>
        <p:spPr/>
        <p:txBody>
          <a:bodyPr/>
          <a:lstStyle>
            <a:lvl1pPr>
              <a:defRPr>
                <a:solidFill>
                  <a:schemeClr val="tx1"/>
                </a:solidFill>
              </a:defRPr>
            </a:lvl1pPr>
          </a:lstStyle>
          <a:p>
            <a:r>
              <a:rPr lang="da-DK"/>
              <a:t>ADNOC Upstream - TotalEnergies - 06/10/2025</a:t>
            </a:r>
            <a:endParaRPr lang="fr-FR"/>
          </a:p>
        </p:txBody>
      </p:sp>
      <p:sp>
        <p:nvSpPr>
          <p:cNvPr id="10" name="Espace réservé du numéro de diapositive 9">
            <a:extLst>
              <a:ext uri="{FF2B5EF4-FFF2-40B4-BE49-F238E27FC236}">
                <a16:creationId xmlns:a16="http://schemas.microsoft.com/office/drawing/2014/main" id="{18ECF392-ABEC-45C0-9399-5BB17B364A4E}"/>
              </a:ext>
            </a:extLst>
          </p:cNvPr>
          <p:cNvSpPr>
            <a:spLocks noGrp="1"/>
          </p:cNvSpPr>
          <p:nvPr>
            <p:ph type="sldNum" sz="quarter" idx="16"/>
          </p:nvPr>
        </p:nvSpPr>
        <p:spPr/>
        <p:txBody>
          <a:bodyPr/>
          <a:lstStyle>
            <a:lvl1pPr>
              <a:defRPr>
                <a:solidFill>
                  <a:schemeClr val="tx1"/>
                </a:solidFill>
              </a:defRPr>
            </a:lvl1pPr>
          </a:lstStyle>
          <a:p>
            <a:fld id="{975A587B-5814-4D9B-9598-FE9CB954CB01}" type="slidenum">
              <a:rPr lang="fr-FR" smtClean="0"/>
              <a:pPr/>
              <a:t>‹#›</a:t>
            </a:fld>
            <a:endParaRPr lang="fr-FR"/>
          </a:p>
        </p:txBody>
      </p:sp>
      <p:sp>
        <p:nvSpPr>
          <p:cNvPr id="8" name="Titre 7">
            <a:extLst>
              <a:ext uri="{FF2B5EF4-FFF2-40B4-BE49-F238E27FC236}">
                <a16:creationId xmlns:a16="http://schemas.microsoft.com/office/drawing/2014/main" id="{C7BEC468-C575-6547-CBE9-50D60302953A}"/>
              </a:ext>
            </a:extLst>
          </p:cNvPr>
          <p:cNvSpPr>
            <a:spLocks noGrp="1"/>
          </p:cNvSpPr>
          <p:nvPr>
            <p:ph type="title" hasCustomPrompt="1"/>
          </p:nvPr>
        </p:nvSpPr>
        <p:spPr>
          <a:xfrm>
            <a:off x="988485" y="156017"/>
            <a:ext cx="8592872" cy="886397"/>
          </a:xfrm>
        </p:spPr>
        <p:txBody>
          <a:bodyPr/>
          <a:lstStyle>
            <a:lvl1pPr>
              <a:defRPr>
                <a:gradFill>
                  <a:gsLst>
                    <a:gs pos="90000">
                      <a:schemeClr val="accent1"/>
                    </a:gs>
                    <a:gs pos="0">
                      <a:schemeClr val="tx2"/>
                    </a:gs>
                  </a:gsLst>
                  <a:lin ang="0" scaled="0"/>
                </a:gradFill>
              </a:defRPr>
            </a:lvl1pPr>
          </a:lstStyle>
          <a:p>
            <a:r>
              <a:rPr lang="fr-FR"/>
              <a:t>TITRE DE LA SLIDE </a:t>
            </a:r>
            <a:br>
              <a:rPr lang="fr-FR"/>
            </a:br>
            <a:r>
              <a:rPr lang="fr-FR"/>
              <a:t>SUR DEUX LIGNES</a:t>
            </a:r>
          </a:p>
        </p:txBody>
      </p:sp>
      <p:sp>
        <p:nvSpPr>
          <p:cNvPr id="13" name="Espace réservé du texte 12">
            <a:extLst>
              <a:ext uri="{FF2B5EF4-FFF2-40B4-BE49-F238E27FC236}">
                <a16:creationId xmlns:a16="http://schemas.microsoft.com/office/drawing/2014/main" id="{43DF27EE-8808-31DF-4024-9404540B001D}"/>
              </a:ext>
            </a:extLst>
          </p:cNvPr>
          <p:cNvSpPr>
            <a:spLocks noGrp="1"/>
          </p:cNvSpPr>
          <p:nvPr>
            <p:ph type="body" sz="quarter" idx="17"/>
          </p:nvPr>
        </p:nvSpPr>
        <p:spPr>
          <a:xfrm>
            <a:off x="527052" y="1649730"/>
            <a:ext cx="11077573" cy="4624070"/>
          </a:xfrm>
        </p:spPr>
        <p:txBody>
          <a:bodyPr/>
          <a:lstStyle>
            <a:lvl1pPr>
              <a:defRPr>
                <a:gradFill>
                  <a:gsLst>
                    <a:gs pos="0">
                      <a:schemeClr val="tx2"/>
                    </a:gs>
                    <a:gs pos="100000">
                      <a:schemeClr val="accent1"/>
                    </a:gs>
                  </a:gsLst>
                  <a:lin ang="0" scaled="0"/>
                </a:gradFill>
              </a:defRPr>
            </a:lvl1pPr>
            <a:lvl3pPr>
              <a:buClr>
                <a:schemeClr val="tx2"/>
              </a:buClr>
              <a:defRPr/>
            </a:lvl3pPr>
            <a:lvl4pPr>
              <a:buClr>
                <a:schemeClr val="tx2"/>
              </a:buClr>
              <a:defRPr/>
            </a:lvl4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9" name="Groupe 18">
            <a:extLst>
              <a:ext uri="{FF2B5EF4-FFF2-40B4-BE49-F238E27FC236}">
                <a16:creationId xmlns:a16="http://schemas.microsoft.com/office/drawing/2014/main" id="{49F437DB-EA74-12A4-916E-122C0DEAB627}"/>
              </a:ext>
            </a:extLst>
          </p:cNvPr>
          <p:cNvGrpSpPr/>
          <p:nvPr userDrawn="1"/>
        </p:nvGrpSpPr>
        <p:grpSpPr>
          <a:xfrm>
            <a:off x="294412" y="196268"/>
            <a:ext cx="379430" cy="763776"/>
            <a:chOff x="587375" y="520699"/>
            <a:chExt cx="379430" cy="763776"/>
          </a:xfrm>
        </p:grpSpPr>
        <p:sp>
          <p:nvSpPr>
            <p:cNvPr id="15" name="Rectangle : coins arrondis 14">
              <a:extLst>
                <a:ext uri="{FF2B5EF4-FFF2-40B4-BE49-F238E27FC236}">
                  <a16:creationId xmlns:a16="http://schemas.microsoft.com/office/drawing/2014/main" id="{1161E399-3638-002A-8D0D-578F86D755B5}"/>
                </a:ext>
              </a:extLst>
            </p:cNvPr>
            <p:cNvSpPr/>
            <p:nvPr/>
          </p:nvSpPr>
          <p:spPr>
            <a:xfrm rot="10800000">
              <a:off x="587375" y="520699"/>
              <a:ext cx="379430" cy="763776"/>
            </a:xfrm>
            <a:prstGeom prst="roundRect">
              <a:avLst>
                <a:gd name="adj" fmla="val 50000"/>
              </a:avLst>
            </a:prstGeom>
            <a:gradFill>
              <a:gsLst>
                <a:gs pos="15000">
                  <a:schemeClr val="tx2"/>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FFFFFF"/>
                </a:solidFill>
                <a:latin typeface="Arial" panose="020B0604020202020204"/>
              </a:endParaRPr>
            </a:p>
          </p:txBody>
        </p:sp>
        <p:sp>
          <p:nvSpPr>
            <p:cNvPr id="16" name="Forme libre : forme 15">
              <a:extLst>
                <a:ext uri="{FF2B5EF4-FFF2-40B4-BE49-F238E27FC236}">
                  <a16:creationId xmlns:a16="http://schemas.microsoft.com/office/drawing/2014/main" id="{97FAD90E-6C95-A730-D949-AC9D1697435D}"/>
                </a:ext>
              </a:extLst>
            </p:cNvPr>
            <p:cNvSpPr/>
            <p:nvPr/>
          </p:nvSpPr>
          <p:spPr>
            <a:xfrm rot="5400000">
              <a:off x="623413" y="562117"/>
              <a:ext cx="307352" cy="307352"/>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F5F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374649"/>
                </a:solidFill>
                <a:effectLst/>
                <a:uLnTx/>
                <a:uFillTx/>
                <a:latin typeface="Arial" panose="020B0604020202020204"/>
                <a:ea typeface="+mn-ea"/>
                <a:cs typeface="+mn-cs"/>
              </a:endParaRPr>
            </a:p>
          </p:txBody>
        </p:sp>
        <p:sp>
          <p:nvSpPr>
            <p:cNvPr id="18" name="Graphique 16">
              <a:extLst>
                <a:ext uri="{FF2B5EF4-FFF2-40B4-BE49-F238E27FC236}">
                  <a16:creationId xmlns:a16="http://schemas.microsoft.com/office/drawing/2014/main" id="{09D64C65-FE74-A20E-23B5-FC604DF6C355}"/>
                </a:ext>
              </a:extLst>
            </p:cNvPr>
            <p:cNvSpPr/>
            <p:nvPr userDrawn="1"/>
          </p:nvSpPr>
          <p:spPr>
            <a:xfrm>
              <a:off x="692802" y="632527"/>
              <a:ext cx="168574" cy="166533"/>
            </a:xfrm>
            <a:custGeom>
              <a:avLst/>
              <a:gdLst>
                <a:gd name="connsiteX0" fmla="*/ 61090 w 168574"/>
                <a:gd name="connsiteY0" fmla="*/ 105784 h 166533"/>
                <a:gd name="connsiteX1" fmla="*/ 22517 w 168574"/>
                <a:gd name="connsiteY1" fmla="*/ 105784 h 166533"/>
                <a:gd name="connsiteX2" fmla="*/ 0 w 168574"/>
                <a:gd name="connsiteY2" fmla="*/ 83267 h 166533"/>
                <a:gd name="connsiteX3" fmla="*/ 22517 w 168574"/>
                <a:gd name="connsiteY3" fmla="*/ 60749 h 166533"/>
                <a:gd name="connsiteX4" fmla="*/ 61090 w 168574"/>
                <a:gd name="connsiteY4" fmla="*/ 60749 h 166533"/>
                <a:gd name="connsiteX5" fmla="*/ 61090 w 168574"/>
                <a:gd name="connsiteY5" fmla="*/ 23198 h 166533"/>
                <a:gd name="connsiteX6" fmla="*/ 84287 w 168574"/>
                <a:gd name="connsiteY6" fmla="*/ 0 h 166533"/>
                <a:gd name="connsiteX7" fmla="*/ 107485 w 168574"/>
                <a:gd name="connsiteY7" fmla="*/ 23198 h 166533"/>
                <a:gd name="connsiteX8" fmla="*/ 107485 w 168574"/>
                <a:gd name="connsiteY8" fmla="*/ 60749 h 166533"/>
                <a:gd name="connsiteX9" fmla="*/ 146057 w 168574"/>
                <a:gd name="connsiteY9" fmla="*/ 60749 h 166533"/>
                <a:gd name="connsiteX10" fmla="*/ 168574 w 168574"/>
                <a:gd name="connsiteY10" fmla="*/ 83267 h 166533"/>
                <a:gd name="connsiteX11" fmla="*/ 146057 w 168574"/>
                <a:gd name="connsiteY11" fmla="*/ 105784 h 166533"/>
                <a:gd name="connsiteX12" fmla="*/ 107485 w 168574"/>
                <a:gd name="connsiteY12" fmla="*/ 105784 h 166533"/>
                <a:gd name="connsiteX13" fmla="*/ 107485 w 168574"/>
                <a:gd name="connsiteY13" fmla="*/ 143336 h 166533"/>
                <a:gd name="connsiteX14" fmla="*/ 84287 w 168574"/>
                <a:gd name="connsiteY14" fmla="*/ 166533 h 166533"/>
                <a:gd name="connsiteX15" fmla="*/ 61090 w 168574"/>
                <a:gd name="connsiteY15" fmla="*/ 143336 h 166533"/>
                <a:gd name="connsiteX16" fmla="*/ 61090 w 168574"/>
                <a:gd name="connsiteY16" fmla="*/ 105784 h 16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8574" h="166533">
                  <a:moveTo>
                    <a:pt x="61090" y="105784"/>
                  </a:moveTo>
                  <a:lnTo>
                    <a:pt x="22517" y="105784"/>
                  </a:lnTo>
                  <a:cubicBezTo>
                    <a:pt x="10136" y="105784"/>
                    <a:pt x="0" y="95648"/>
                    <a:pt x="0" y="83267"/>
                  </a:cubicBezTo>
                  <a:cubicBezTo>
                    <a:pt x="0" y="70886"/>
                    <a:pt x="10136" y="60749"/>
                    <a:pt x="22517" y="60749"/>
                  </a:cubicBezTo>
                  <a:lnTo>
                    <a:pt x="61090" y="60749"/>
                  </a:lnTo>
                  <a:lnTo>
                    <a:pt x="61090" y="23198"/>
                  </a:lnTo>
                  <a:cubicBezTo>
                    <a:pt x="61090" y="10476"/>
                    <a:pt x="71566" y="0"/>
                    <a:pt x="84287" y="0"/>
                  </a:cubicBezTo>
                  <a:cubicBezTo>
                    <a:pt x="97009" y="0"/>
                    <a:pt x="107485" y="10476"/>
                    <a:pt x="107485" y="23198"/>
                  </a:cubicBezTo>
                  <a:lnTo>
                    <a:pt x="107485" y="60749"/>
                  </a:lnTo>
                  <a:lnTo>
                    <a:pt x="146057" y="60749"/>
                  </a:lnTo>
                  <a:cubicBezTo>
                    <a:pt x="158438" y="60749"/>
                    <a:pt x="168574" y="70886"/>
                    <a:pt x="168574" y="83267"/>
                  </a:cubicBezTo>
                  <a:cubicBezTo>
                    <a:pt x="168574" y="95648"/>
                    <a:pt x="158438" y="105784"/>
                    <a:pt x="146057" y="105784"/>
                  </a:cubicBezTo>
                  <a:lnTo>
                    <a:pt x="107485" y="105784"/>
                  </a:lnTo>
                  <a:lnTo>
                    <a:pt x="107485" y="143336"/>
                  </a:lnTo>
                  <a:cubicBezTo>
                    <a:pt x="107485" y="156057"/>
                    <a:pt x="97009" y="166533"/>
                    <a:pt x="84287" y="166533"/>
                  </a:cubicBezTo>
                  <a:cubicBezTo>
                    <a:pt x="71566" y="166533"/>
                    <a:pt x="61090" y="156057"/>
                    <a:pt x="61090" y="143336"/>
                  </a:cubicBezTo>
                  <a:lnTo>
                    <a:pt x="61090" y="105784"/>
                  </a:lnTo>
                  <a:close/>
                </a:path>
              </a:pathLst>
            </a:custGeom>
            <a:solidFill>
              <a:schemeClr val="tx1"/>
            </a:solidFill>
            <a:ln w="0" cap="flat">
              <a:noFill/>
              <a:prstDash val="solid"/>
              <a:miter/>
            </a:ln>
          </p:spPr>
          <p:txBody>
            <a:bodyPr rtlCol="0" anchor="ctr"/>
            <a:lstStyle/>
            <a:p>
              <a:endParaRPr lang="fr-FR"/>
            </a:p>
          </p:txBody>
        </p:sp>
      </p:grpSp>
      <p:grpSp>
        <p:nvGrpSpPr>
          <p:cNvPr id="2" name="Groupe 1">
            <a:extLst>
              <a:ext uri="{FF2B5EF4-FFF2-40B4-BE49-F238E27FC236}">
                <a16:creationId xmlns:a16="http://schemas.microsoft.com/office/drawing/2014/main" id="{1D75D8BE-7231-643A-AF68-12539B997834}"/>
              </a:ext>
            </a:extLst>
          </p:cNvPr>
          <p:cNvGrpSpPr/>
          <p:nvPr userDrawn="1"/>
        </p:nvGrpSpPr>
        <p:grpSpPr>
          <a:xfrm rot="4875370" flipH="1">
            <a:off x="-203591" y="6151235"/>
            <a:ext cx="667260" cy="667258"/>
            <a:chOff x="751760" y="5112007"/>
            <a:chExt cx="1035732" cy="1035732"/>
          </a:xfrm>
        </p:grpSpPr>
        <p:sp>
          <p:nvSpPr>
            <p:cNvPr id="3" name="Arc 2">
              <a:extLst>
                <a:ext uri="{FF2B5EF4-FFF2-40B4-BE49-F238E27FC236}">
                  <a16:creationId xmlns:a16="http://schemas.microsoft.com/office/drawing/2014/main" id="{B425F73E-167F-C7BD-F38B-FE749510D4D6}"/>
                </a:ext>
              </a:extLst>
            </p:cNvPr>
            <p:cNvSpPr/>
            <p:nvPr/>
          </p:nvSpPr>
          <p:spPr>
            <a:xfrm>
              <a:off x="861840" y="5222087"/>
              <a:ext cx="815573" cy="815573"/>
            </a:xfrm>
            <a:prstGeom prst="arc">
              <a:avLst>
                <a:gd name="adj1" fmla="val 12683123"/>
                <a:gd name="adj2" fmla="val 1112035"/>
              </a:avLst>
            </a:prstGeom>
            <a:noFill/>
            <a:ln w="19050" cap="rnd">
              <a:gradFill>
                <a:gsLst>
                  <a:gs pos="0">
                    <a:schemeClr val="tx2"/>
                  </a:gs>
                  <a:gs pos="100000">
                    <a:schemeClr val="accent1"/>
                  </a:gs>
                </a:gsLst>
                <a:lin ang="0" scaled="0"/>
              </a:gradFill>
              <a:roun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374649"/>
                </a:solidFill>
                <a:effectLst/>
                <a:uLnTx/>
                <a:uFillTx/>
                <a:latin typeface="Arial" panose="020B0604020202020204"/>
                <a:ea typeface="+mn-ea"/>
                <a:cs typeface="+mn-cs"/>
              </a:endParaRPr>
            </a:p>
          </p:txBody>
        </p:sp>
        <p:sp>
          <p:nvSpPr>
            <p:cNvPr id="4" name="Arc 3">
              <a:extLst>
                <a:ext uri="{FF2B5EF4-FFF2-40B4-BE49-F238E27FC236}">
                  <a16:creationId xmlns:a16="http://schemas.microsoft.com/office/drawing/2014/main" id="{E82916F9-9C39-0E16-E3DE-DD973AC59AAB}"/>
                </a:ext>
              </a:extLst>
            </p:cNvPr>
            <p:cNvSpPr/>
            <p:nvPr/>
          </p:nvSpPr>
          <p:spPr>
            <a:xfrm rot="4500000">
              <a:off x="751760" y="5112007"/>
              <a:ext cx="1035732" cy="1035732"/>
            </a:xfrm>
            <a:prstGeom prst="arc">
              <a:avLst>
                <a:gd name="adj1" fmla="val 11930674"/>
                <a:gd name="adj2" fmla="val 17954320"/>
              </a:avLst>
            </a:prstGeom>
            <a:noFill/>
            <a:ln w="19050" cap="rnd">
              <a:gradFill>
                <a:gsLst>
                  <a:gs pos="0">
                    <a:schemeClr val="tx2"/>
                  </a:gs>
                  <a:gs pos="100000">
                    <a:schemeClr val="accent1"/>
                  </a:gs>
                </a:gsLst>
                <a:lin ang="0" scaled="0"/>
              </a:gradFill>
              <a:roun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374649"/>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3460473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6" Type="http://schemas.openxmlformats.org/officeDocument/2006/relationships/image" Target="../media/image1.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2.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6" Type="http://schemas.openxmlformats.org/officeDocument/2006/relationships/image" Target="../media/image1.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theme" Target="../theme/theme3.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1.pn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theme" Target="../theme/theme4.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19" Type="http://schemas.openxmlformats.org/officeDocument/2006/relationships/theme" Target="../theme/theme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tags" Target="../tags/tag3.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theme" Target="../theme/theme6.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image" Target="../media/image1.png"/><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image" Target="../media/image5.emf"/><Relationship Id="rId10" Type="http://schemas.openxmlformats.org/officeDocument/2006/relationships/slideLayout" Target="../slideLayouts/slideLayout93.xml"/><Relationship Id="rId19" Type="http://schemas.openxmlformats.org/officeDocument/2006/relationships/slideLayout" Target="../slideLayouts/slideLayout102.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B1118175-1072-407B-A6EC-436CFF5BD944}"/>
              </a:ext>
            </a:extLst>
          </p:cNvPr>
          <p:cNvPicPr>
            <a:picLocks noChangeAspect="1"/>
          </p:cNvPicPr>
          <p:nvPr userDrawn="1"/>
        </p:nvPicPr>
        <p:blipFill>
          <a:blip r:embed="rId25" cstate="print">
            <a:extLst>
              <a:ext uri="{28A0092B-C50C-407E-A947-70E740481C1C}">
                <a14:useLocalDpi xmlns:a14="http://schemas.microsoft.com/office/drawing/2010/main"/>
              </a:ext>
            </a:extLst>
          </a:blip>
          <a:stretch>
            <a:fillRect/>
          </a:stretch>
        </p:blipFill>
        <p:spPr>
          <a:xfrm>
            <a:off x="10202755" y="150003"/>
            <a:ext cx="1474442" cy="1165838"/>
          </a:xfrm>
          <a:prstGeom prst="rect">
            <a:avLst/>
          </a:prstGeom>
          <a:ln>
            <a:noFill/>
          </a:ln>
        </p:spPr>
      </p:pic>
      <p:cxnSp>
        <p:nvCxnSpPr>
          <p:cNvPr id="12" name="Connecteur droit 11">
            <a:extLst>
              <a:ext uri="{FF2B5EF4-FFF2-40B4-BE49-F238E27FC236}">
                <a16:creationId xmlns:a16="http://schemas.microsoft.com/office/drawing/2014/main" id="{782D8575-B917-4E3D-B2EB-ADC2EF0D7594}"/>
              </a:ext>
            </a:extLst>
          </p:cNvPr>
          <p:cNvCxnSpPr>
            <a:cxnSpLocks/>
          </p:cNvCxnSpPr>
          <p:nvPr userDrawn="1"/>
        </p:nvCxnSpPr>
        <p:spPr>
          <a:xfrm>
            <a:off x="825578" y="6524419"/>
            <a:ext cx="0" cy="100800"/>
          </a:xfrm>
          <a:prstGeom prst="line">
            <a:avLst/>
          </a:prstGeom>
          <a:ln w="12700">
            <a:solidFill>
              <a:schemeClr val="tx1"/>
            </a:solidFill>
          </a:ln>
        </p:spPr>
        <p:style>
          <a:lnRef idx="1">
            <a:schemeClr val="accent2"/>
          </a:lnRef>
          <a:fillRef idx="0">
            <a:schemeClr val="accent2"/>
          </a:fillRef>
          <a:effectRef idx="0">
            <a:schemeClr val="accent2"/>
          </a:effectRef>
          <a:fontRef idx="minor">
            <a:schemeClr val="tx1"/>
          </a:fontRef>
        </p:style>
      </p:cxnSp>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69879" y="242844"/>
            <a:ext cx="9720000" cy="1008000"/>
          </a:xfrm>
          <a:prstGeom prst="rect">
            <a:avLst/>
          </a:prstGeom>
        </p:spPr>
        <p:txBody>
          <a:bodyPr vert="horz" lIns="91440" tIns="45720" rIns="91440" bIns="45720" rtlCol="0" anchor="t">
            <a:noAutofit/>
          </a:bodyPr>
          <a:lstStyle/>
          <a:p>
            <a:r>
              <a:rPr lang="fr-FR"/>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69879" y="1372351"/>
            <a:ext cx="11268000" cy="4860000"/>
          </a:xfrm>
          <a:prstGeom prst="rect">
            <a:avLst/>
          </a:prstGeom>
        </p:spPr>
        <p:txBody>
          <a:bodyPr vert="horz" lIns="91440" tIns="45720" rIns="91440" bIns="45720" rtlCol="0">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9" name="Espace réservé de la date 3">
            <a:extLst>
              <a:ext uri="{FF2B5EF4-FFF2-40B4-BE49-F238E27FC236}">
                <a16:creationId xmlns:a16="http://schemas.microsoft.com/office/drawing/2014/main" id="{4A65FE1E-2200-449D-88E8-D8D4A09B802F}"/>
              </a:ext>
            </a:extLst>
          </p:cNvPr>
          <p:cNvSpPr>
            <a:spLocks noGrp="1"/>
          </p:cNvSpPr>
          <p:nvPr>
            <p:ph type="dt" sz="half" idx="2"/>
          </p:nvPr>
        </p:nvSpPr>
        <p:spPr>
          <a:xfrm>
            <a:off x="4571695" y="6449983"/>
            <a:ext cx="1440000" cy="252000"/>
          </a:xfrm>
          <a:prstGeom prst="rect">
            <a:avLst/>
          </a:prstGeom>
        </p:spPr>
        <p:txBody>
          <a:bodyPr vert="horz" lIns="91440" tIns="45720" rIns="91440" bIns="45720" rtlCol="0" anchor="ctr">
            <a:noAutofit/>
          </a:bodyPr>
          <a:lstStyle>
            <a:lvl1pPr algn="l">
              <a:defRPr sz="900">
                <a:solidFill>
                  <a:schemeClr val="tx1"/>
                </a:solidFill>
              </a:defRPr>
            </a:lvl1pPr>
          </a:lstStyle>
          <a:p>
            <a:endParaRPr lang="fr-FR"/>
          </a:p>
        </p:txBody>
      </p:sp>
      <p:sp>
        <p:nvSpPr>
          <p:cNvPr id="10" name="Espace réservé du pied de page 4">
            <a:extLst>
              <a:ext uri="{FF2B5EF4-FFF2-40B4-BE49-F238E27FC236}">
                <a16:creationId xmlns:a16="http://schemas.microsoft.com/office/drawing/2014/main" id="{3BAFF6D6-D321-4A5A-B742-C1924762B0BD}"/>
              </a:ext>
            </a:extLst>
          </p:cNvPr>
          <p:cNvSpPr>
            <a:spLocks noGrp="1"/>
          </p:cNvSpPr>
          <p:nvPr>
            <p:ph type="ftr" sz="quarter" idx="3"/>
          </p:nvPr>
        </p:nvSpPr>
        <p:spPr>
          <a:xfrm>
            <a:off x="856680" y="6449983"/>
            <a:ext cx="3600000" cy="252000"/>
          </a:xfrm>
          <a:prstGeom prst="rect">
            <a:avLst/>
          </a:prstGeom>
        </p:spPr>
        <p:txBody>
          <a:bodyPr vert="horz" lIns="91440" tIns="45720" rIns="91440" bIns="45720" rtlCol="0" anchor="ctr">
            <a:noAutofit/>
          </a:bodyPr>
          <a:lstStyle>
            <a:lvl1pPr algn="l">
              <a:defRPr sz="900" cap="none" baseline="0">
                <a:solidFill>
                  <a:schemeClr val="tx1"/>
                </a:solidFill>
              </a:defRPr>
            </a:lvl1pPr>
          </a:lstStyle>
          <a:p>
            <a:r>
              <a:rPr lang="nl-NL"/>
              <a:t>ADNOC Upstream - TotalEnergies - 06/10/2025</a:t>
            </a:r>
            <a:endParaRPr lang="fr-FR"/>
          </a:p>
        </p:txBody>
      </p:sp>
      <p:sp>
        <p:nvSpPr>
          <p:cNvPr id="11" name="Espace réservé du numéro de diapositive 5">
            <a:extLst>
              <a:ext uri="{FF2B5EF4-FFF2-40B4-BE49-F238E27FC236}">
                <a16:creationId xmlns:a16="http://schemas.microsoft.com/office/drawing/2014/main" id="{21051C9B-F9F2-4B86-849F-4391216C8252}"/>
              </a:ext>
            </a:extLst>
          </p:cNvPr>
          <p:cNvSpPr>
            <a:spLocks noGrp="1"/>
          </p:cNvSpPr>
          <p:nvPr>
            <p:ph type="sldNum" sz="quarter" idx="4"/>
          </p:nvPr>
        </p:nvSpPr>
        <p:spPr>
          <a:xfrm>
            <a:off x="219008" y="6449983"/>
            <a:ext cx="576000" cy="252000"/>
          </a:xfrm>
          <a:prstGeom prst="rect">
            <a:avLst/>
          </a:prstGeom>
        </p:spPr>
        <p:txBody>
          <a:bodyPr vert="horz" lIns="91440" tIns="45720" rIns="91440" bIns="45720" rtlCol="0" anchor="ctr">
            <a:noAutofit/>
          </a:bodyPr>
          <a:lstStyle>
            <a:lvl1pPr algn="r">
              <a:defRPr sz="900" b="1">
                <a:solidFill>
                  <a:schemeClr val="tx1"/>
                </a:solidFill>
              </a:defRPr>
            </a:lvl1pPr>
          </a:lstStyle>
          <a:p>
            <a:fld id="{975A587B-5814-4D9B-9598-FE9CB954CB01}" type="slidenum">
              <a:rPr lang="fr-FR" smtClean="0"/>
              <a:pPr/>
              <a:t>‹#›</a:t>
            </a:fld>
            <a:endParaRPr lang="fr-FR"/>
          </a:p>
        </p:txBody>
      </p:sp>
    </p:spTree>
    <p:extLst>
      <p:ext uri="{BB962C8B-B14F-4D97-AF65-F5344CB8AC3E}">
        <p14:creationId xmlns:p14="http://schemas.microsoft.com/office/powerpoint/2010/main" val="35070141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66" r:id="rId6"/>
    <p:sldLayoutId id="2147483680" r:id="rId7"/>
    <p:sldLayoutId id="2147483668" r:id="rId8"/>
    <p:sldLayoutId id="2147483669" r:id="rId9"/>
    <p:sldLayoutId id="2147483670" r:id="rId10"/>
    <p:sldLayoutId id="2147483671" r:id="rId11"/>
    <p:sldLayoutId id="2147483672" r:id="rId12"/>
    <p:sldLayoutId id="2147483681" r:id="rId13"/>
    <p:sldLayoutId id="2147483682" r:id="rId14"/>
    <p:sldLayoutId id="2147483729" r:id="rId15"/>
    <p:sldLayoutId id="2147483730" r:id="rId16"/>
    <p:sldLayoutId id="2147483755" r:id="rId17"/>
    <p:sldLayoutId id="2147483757" r:id="rId18"/>
    <p:sldLayoutId id="2147483804" r:id="rId19"/>
    <p:sldLayoutId id="2147483806" r:id="rId20"/>
    <p:sldLayoutId id="2147483807" r:id="rId21"/>
    <p:sldLayoutId id="2147483805" r:id="rId22"/>
    <p:sldLayoutId id="2147483833" r:id="rId23"/>
  </p:sldLayoutIdLst>
  <p:hf hdr="0" dt="0"/>
  <p:txStyles>
    <p:titleStyle>
      <a:lvl1pPr algn="l" defTabSz="914400" rtl="0" eaLnBrk="1" latinLnBrk="0" hangingPunct="1">
        <a:lnSpc>
          <a:spcPct val="100000"/>
        </a:lnSpc>
        <a:spcBef>
          <a:spcPct val="0"/>
        </a:spcBef>
        <a:buNone/>
        <a:defRPr sz="3000" kern="1200" cap="none" baseline="0">
          <a:solidFill>
            <a:schemeClr val="tx2"/>
          </a:solidFill>
          <a:latin typeface="+mj-lt"/>
          <a:ea typeface="+mj-ea"/>
          <a:cs typeface="+mj-cs"/>
        </a:defRPr>
      </a:lvl1pPr>
    </p:titleStyle>
    <p:body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B1118175-1072-407B-A6EC-436CFF5BD944}"/>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295939" y="150003"/>
            <a:ext cx="1474442" cy="1165838"/>
          </a:xfrm>
          <a:prstGeom prst="rect">
            <a:avLst/>
          </a:prstGeom>
          <a:ln>
            <a:noFill/>
          </a:ln>
        </p:spPr>
      </p:pic>
      <p:cxnSp>
        <p:nvCxnSpPr>
          <p:cNvPr id="12" name="Connecteur droit 11">
            <a:extLst>
              <a:ext uri="{FF2B5EF4-FFF2-40B4-BE49-F238E27FC236}">
                <a16:creationId xmlns:a16="http://schemas.microsoft.com/office/drawing/2014/main" id="{782D8575-B917-4E3D-B2EB-ADC2EF0D7594}"/>
              </a:ext>
            </a:extLst>
          </p:cNvPr>
          <p:cNvCxnSpPr>
            <a:cxnSpLocks/>
          </p:cNvCxnSpPr>
          <p:nvPr userDrawn="1"/>
        </p:nvCxnSpPr>
        <p:spPr>
          <a:xfrm>
            <a:off x="825578" y="6524419"/>
            <a:ext cx="0" cy="100800"/>
          </a:xfrm>
          <a:prstGeom prst="line">
            <a:avLst/>
          </a:prstGeom>
          <a:ln w="12700">
            <a:solidFill>
              <a:schemeClr val="tx1"/>
            </a:solidFill>
          </a:ln>
        </p:spPr>
        <p:style>
          <a:lnRef idx="1">
            <a:schemeClr val="accent2"/>
          </a:lnRef>
          <a:fillRef idx="0">
            <a:schemeClr val="accent2"/>
          </a:fillRef>
          <a:effectRef idx="0">
            <a:schemeClr val="accent2"/>
          </a:effectRef>
          <a:fontRef idx="minor">
            <a:schemeClr val="tx1"/>
          </a:fontRef>
        </p:style>
      </p:cxnSp>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69879" y="242844"/>
            <a:ext cx="9720000" cy="1008000"/>
          </a:xfrm>
          <a:prstGeom prst="rect">
            <a:avLst/>
          </a:prstGeom>
        </p:spPr>
        <p:txBody>
          <a:bodyPr vert="horz" lIns="91440" tIns="45720" rIns="91440" bIns="45720" rtlCol="0" anchor="t">
            <a:noAutofit/>
          </a:bodyPr>
          <a:lstStyle/>
          <a:p>
            <a:r>
              <a:rPr lang="fr-FR"/>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69879" y="1372351"/>
            <a:ext cx="11268000" cy="4860000"/>
          </a:xfrm>
          <a:prstGeom prst="rect">
            <a:avLst/>
          </a:prstGeom>
        </p:spPr>
        <p:txBody>
          <a:bodyPr vert="horz" lIns="91440" tIns="45720" rIns="91440" bIns="45720" rtlCol="0">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9" name="Espace réservé de la date 3">
            <a:extLst>
              <a:ext uri="{FF2B5EF4-FFF2-40B4-BE49-F238E27FC236}">
                <a16:creationId xmlns:a16="http://schemas.microsoft.com/office/drawing/2014/main" id="{4A65FE1E-2200-449D-88E8-D8D4A09B802F}"/>
              </a:ext>
            </a:extLst>
          </p:cNvPr>
          <p:cNvSpPr>
            <a:spLocks noGrp="1"/>
          </p:cNvSpPr>
          <p:nvPr>
            <p:ph type="dt" sz="half" idx="2"/>
          </p:nvPr>
        </p:nvSpPr>
        <p:spPr>
          <a:xfrm>
            <a:off x="4571695" y="6449983"/>
            <a:ext cx="1440000" cy="252000"/>
          </a:xfrm>
          <a:prstGeom prst="rect">
            <a:avLst/>
          </a:prstGeom>
        </p:spPr>
        <p:txBody>
          <a:bodyPr vert="horz" lIns="91440" tIns="45720" rIns="91440" bIns="45720" rtlCol="0" anchor="ctr">
            <a:noAutofit/>
          </a:bodyPr>
          <a:lstStyle>
            <a:lvl1pPr algn="l">
              <a:defRPr sz="900">
                <a:solidFill>
                  <a:schemeClr val="tx1"/>
                </a:solidFill>
              </a:defRPr>
            </a:lvl1pPr>
          </a:lstStyle>
          <a:p>
            <a:endParaRPr lang="fr-FR"/>
          </a:p>
        </p:txBody>
      </p:sp>
      <p:sp>
        <p:nvSpPr>
          <p:cNvPr id="10" name="Espace réservé du pied de page 4">
            <a:extLst>
              <a:ext uri="{FF2B5EF4-FFF2-40B4-BE49-F238E27FC236}">
                <a16:creationId xmlns:a16="http://schemas.microsoft.com/office/drawing/2014/main" id="{3BAFF6D6-D321-4A5A-B742-C1924762B0BD}"/>
              </a:ext>
            </a:extLst>
          </p:cNvPr>
          <p:cNvSpPr>
            <a:spLocks noGrp="1"/>
          </p:cNvSpPr>
          <p:nvPr>
            <p:ph type="ftr" sz="quarter" idx="3"/>
          </p:nvPr>
        </p:nvSpPr>
        <p:spPr>
          <a:xfrm>
            <a:off x="856680" y="6449983"/>
            <a:ext cx="3600000" cy="252000"/>
          </a:xfrm>
          <a:prstGeom prst="rect">
            <a:avLst/>
          </a:prstGeom>
        </p:spPr>
        <p:txBody>
          <a:bodyPr vert="horz" lIns="91440" tIns="45720" rIns="91440" bIns="45720" rtlCol="0" anchor="ctr">
            <a:noAutofit/>
          </a:bodyPr>
          <a:lstStyle>
            <a:lvl1pPr algn="l">
              <a:defRPr sz="900" cap="none" baseline="0">
                <a:solidFill>
                  <a:schemeClr val="tx1"/>
                </a:solidFill>
              </a:defRPr>
            </a:lvl1pPr>
          </a:lstStyle>
          <a:p>
            <a:r>
              <a:rPr lang="nl-NL"/>
              <a:t>ADNOC Upstream - TotalEnergies - 06/10/2025</a:t>
            </a:r>
            <a:endParaRPr lang="fr-FR"/>
          </a:p>
        </p:txBody>
      </p:sp>
      <p:sp>
        <p:nvSpPr>
          <p:cNvPr id="11" name="Espace réservé du numéro de diapositive 5">
            <a:extLst>
              <a:ext uri="{FF2B5EF4-FFF2-40B4-BE49-F238E27FC236}">
                <a16:creationId xmlns:a16="http://schemas.microsoft.com/office/drawing/2014/main" id="{21051C9B-F9F2-4B86-849F-4391216C8252}"/>
              </a:ext>
            </a:extLst>
          </p:cNvPr>
          <p:cNvSpPr>
            <a:spLocks noGrp="1"/>
          </p:cNvSpPr>
          <p:nvPr>
            <p:ph type="sldNum" sz="quarter" idx="4"/>
          </p:nvPr>
        </p:nvSpPr>
        <p:spPr>
          <a:xfrm>
            <a:off x="219008" y="6449983"/>
            <a:ext cx="576000" cy="252000"/>
          </a:xfrm>
          <a:prstGeom prst="rect">
            <a:avLst/>
          </a:prstGeom>
        </p:spPr>
        <p:txBody>
          <a:bodyPr vert="horz" lIns="91440" tIns="45720" rIns="91440" bIns="45720" rtlCol="0" anchor="ctr">
            <a:noAutofit/>
          </a:bodyPr>
          <a:lstStyle>
            <a:lvl1pPr algn="r">
              <a:defRPr sz="900" b="1">
                <a:solidFill>
                  <a:schemeClr val="tx1"/>
                </a:solidFill>
              </a:defRPr>
            </a:lvl1pPr>
          </a:lstStyle>
          <a:p>
            <a:fld id="{975A587B-5814-4D9B-9598-FE9CB954CB01}" type="slidenum">
              <a:rPr lang="fr-FR" smtClean="0"/>
              <a:pPr/>
              <a:t>‹#›</a:t>
            </a:fld>
            <a:endParaRPr lang="fr-FR"/>
          </a:p>
        </p:txBody>
      </p:sp>
      <p:sp>
        <p:nvSpPr>
          <p:cNvPr id="5" name="TextBox 4">
            <a:extLst>
              <a:ext uri="{FF2B5EF4-FFF2-40B4-BE49-F238E27FC236}">
                <a16:creationId xmlns:a16="http://schemas.microsoft.com/office/drawing/2014/main" id="{C1BC4422-0CAE-2083-3BE8-8FE2166045ED}"/>
              </a:ext>
            </a:extLst>
          </p:cNvPr>
          <p:cNvSpPr txBox="1"/>
          <p:nvPr userDrawn="1">
            <p:extLst>
              <p:ext uri="{1162E1C5-73C7-4A58-AE30-91384D911F3F}">
                <p184:classification xmlns:p184="http://schemas.microsoft.com/office/powerpoint/2018/4/main" val="hdr"/>
              </p:ext>
            </p:extLst>
          </p:nvPr>
        </p:nvSpPr>
        <p:spPr>
          <a:xfrm>
            <a:off x="63500" y="63500"/>
            <a:ext cx="1698625" cy="152400"/>
          </a:xfrm>
          <a:prstGeom prst="rect">
            <a:avLst/>
          </a:prstGeom>
        </p:spPr>
        <p:txBody>
          <a:bodyPr horzOverflow="overflow" lIns="0" tIns="0" rIns="0" bIns="0">
            <a:spAutoFit/>
          </a:bodyPr>
          <a:lstStyle/>
          <a:p>
            <a:pPr algn="l"/>
            <a:r>
              <a:rPr lang="en-AE"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ADNOC Classification: Restricted</a:t>
            </a:r>
          </a:p>
        </p:txBody>
      </p:sp>
    </p:spTree>
    <p:extLst>
      <p:ext uri="{BB962C8B-B14F-4D97-AF65-F5344CB8AC3E}">
        <p14:creationId xmlns:p14="http://schemas.microsoft.com/office/powerpoint/2010/main" val="179794172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Lst>
  <p:hf hdr="0" dt="0"/>
  <p:txStyles>
    <p:titleStyle>
      <a:lvl1pPr algn="l" defTabSz="914400" rtl="0" eaLnBrk="1" latinLnBrk="0" hangingPunct="1">
        <a:lnSpc>
          <a:spcPct val="100000"/>
        </a:lnSpc>
        <a:spcBef>
          <a:spcPct val="0"/>
        </a:spcBef>
        <a:buNone/>
        <a:defRPr sz="3000" kern="1200" cap="none" baseline="0">
          <a:solidFill>
            <a:schemeClr val="tx2"/>
          </a:solidFill>
          <a:latin typeface="+mj-lt"/>
          <a:ea typeface="+mj-ea"/>
          <a:cs typeface="+mj-cs"/>
        </a:defRPr>
      </a:lvl1pPr>
    </p:titleStyle>
    <p:body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B1118175-1072-407B-A6EC-436CFF5BD944}"/>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295939" y="150003"/>
            <a:ext cx="1474442" cy="1165838"/>
          </a:xfrm>
          <a:prstGeom prst="rect">
            <a:avLst/>
          </a:prstGeom>
          <a:ln>
            <a:noFill/>
          </a:ln>
        </p:spPr>
      </p:pic>
      <p:cxnSp>
        <p:nvCxnSpPr>
          <p:cNvPr id="12" name="Connecteur droit 11">
            <a:extLst>
              <a:ext uri="{FF2B5EF4-FFF2-40B4-BE49-F238E27FC236}">
                <a16:creationId xmlns:a16="http://schemas.microsoft.com/office/drawing/2014/main" id="{782D8575-B917-4E3D-B2EB-ADC2EF0D7594}"/>
              </a:ext>
            </a:extLst>
          </p:cNvPr>
          <p:cNvCxnSpPr>
            <a:cxnSpLocks/>
          </p:cNvCxnSpPr>
          <p:nvPr userDrawn="1"/>
        </p:nvCxnSpPr>
        <p:spPr>
          <a:xfrm>
            <a:off x="825578" y="6524419"/>
            <a:ext cx="0" cy="100800"/>
          </a:xfrm>
          <a:prstGeom prst="line">
            <a:avLst/>
          </a:prstGeom>
          <a:ln w="12700">
            <a:solidFill>
              <a:schemeClr val="tx1"/>
            </a:solidFill>
          </a:ln>
        </p:spPr>
        <p:style>
          <a:lnRef idx="1">
            <a:schemeClr val="accent2"/>
          </a:lnRef>
          <a:fillRef idx="0">
            <a:schemeClr val="accent2"/>
          </a:fillRef>
          <a:effectRef idx="0">
            <a:schemeClr val="accent2"/>
          </a:effectRef>
          <a:fontRef idx="minor">
            <a:schemeClr val="tx1"/>
          </a:fontRef>
        </p:style>
      </p:cxnSp>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69879" y="242844"/>
            <a:ext cx="9720000" cy="1008000"/>
          </a:xfrm>
          <a:prstGeom prst="rect">
            <a:avLst/>
          </a:prstGeom>
        </p:spPr>
        <p:txBody>
          <a:bodyPr vert="horz" lIns="91440" tIns="45720" rIns="91440" bIns="45720" rtlCol="0" anchor="t">
            <a:noAutofit/>
          </a:bodyPr>
          <a:lstStyle/>
          <a:p>
            <a:r>
              <a:rPr lang="fr-FR"/>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69879" y="1372351"/>
            <a:ext cx="11268000" cy="4860000"/>
          </a:xfrm>
          <a:prstGeom prst="rect">
            <a:avLst/>
          </a:prstGeom>
        </p:spPr>
        <p:txBody>
          <a:bodyPr vert="horz" lIns="91440" tIns="45720" rIns="91440" bIns="45720" rtlCol="0">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9" name="Espace réservé de la date 3">
            <a:extLst>
              <a:ext uri="{FF2B5EF4-FFF2-40B4-BE49-F238E27FC236}">
                <a16:creationId xmlns:a16="http://schemas.microsoft.com/office/drawing/2014/main" id="{4A65FE1E-2200-449D-88E8-D8D4A09B802F}"/>
              </a:ext>
            </a:extLst>
          </p:cNvPr>
          <p:cNvSpPr>
            <a:spLocks noGrp="1"/>
          </p:cNvSpPr>
          <p:nvPr>
            <p:ph type="dt" sz="half" idx="2"/>
          </p:nvPr>
        </p:nvSpPr>
        <p:spPr>
          <a:xfrm>
            <a:off x="4571695" y="6449983"/>
            <a:ext cx="1440000" cy="252000"/>
          </a:xfrm>
          <a:prstGeom prst="rect">
            <a:avLst/>
          </a:prstGeom>
        </p:spPr>
        <p:txBody>
          <a:bodyPr vert="horz" lIns="91440" tIns="45720" rIns="91440" bIns="45720" rtlCol="0" anchor="ctr">
            <a:noAutofit/>
          </a:bodyPr>
          <a:lstStyle>
            <a:lvl1pPr algn="l">
              <a:defRPr sz="900">
                <a:solidFill>
                  <a:schemeClr val="tx1"/>
                </a:solidFill>
              </a:defRPr>
            </a:lvl1pPr>
          </a:lstStyle>
          <a:p>
            <a:endParaRPr lang="fr-FR"/>
          </a:p>
        </p:txBody>
      </p:sp>
      <p:sp>
        <p:nvSpPr>
          <p:cNvPr id="10" name="Espace réservé du pied de page 4">
            <a:extLst>
              <a:ext uri="{FF2B5EF4-FFF2-40B4-BE49-F238E27FC236}">
                <a16:creationId xmlns:a16="http://schemas.microsoft.com/office/drawing/2014/main" id="{3BAFF6D6-D321-4A5A-B742-C1924762B0BD}"/>
              </a:ext>
            </a:extLst>
          </p:cNvPr>
          <p:cNvSpPr>
            <a:spLocks noGrp="1"/>
          </p:cNvSpPr>
          <p:nvPr>
            <p:ph type="ftr" sz="quarter" idx="3"/>
          </p:nvPr>
        </p:nvSpPr>
        <p:spPr>
          <a:xfrm>
            <a:off x="856680" y="6449983"/>
            <a:ext cx="3600000" cy="252000"/>
          </a:xfrm>
          <a:prstGeom prst="rect">
            <a:avLst/>
          </a:prstGeom>
        </p:spPr>
        <p:txBody>
          <a:bodyPr vert="horz" lIns="91440" tIns="45720" rIns="91440" bIns="45720" rtlCol="0" anchor="ctr">
            <a:noAutofit/>
          </a:bodyPr>
          <a:lstStyle>
            <a:lvl1pPr algn="l">
              <a:defRPr sz="900" cap="none" baseline="0">
                <a:solidFill>
                  <a:schemeClr val="tx1"/>
                </a:solidFill>
              </a:defRPr>
            </a:lvl1pPr>
          </a:lstStyle>
          <a:p>
            <a:r>
              <a:rPr lang="nl-NL"/>
              <a:t>ADNOC Upstream - TotalEnergies - 06/10/2025</a:t>
            </a:r>
            <a:endParaRPr lang="fr-FR"/>
          </a:p>
        </p:txBody>
      </p:sp>
      <p:sp>
        <p:nvSpPr>
          <p:cNvPr id="11" name="Espace réservé du numéro de diapositive 5">
            <a:extLst>
              <a:ext uri="{FF2B5EF4-FFF2-40B4-BE49-F238E27FC236}">
                <a16:creationId xmlns:a16="http://schemas.microsoft.com/office/drawing/2014/main" id="{21051C9B-F9F2-4B86-849F-4391216C8252}"/>
              </a:ext>
            </a:extLst>
          </p:cNvPr>
          <p:cNvSpPr>
            <a:spLocks noGrp="1"/>
          </p:cNvSpPr>
          <p:nvPr>
            <p:ph type="sldNum" sz="quarter" idx="4"/>
          </p:nvPr>
        </p:nvSpPr>
        <p:spPr>
          <a:xfrm>
            <a:off x="219008" y="6449983"/>
            <a:ext cx="576000" cy="252000"/>
          </a:xfrm>
          <a:prstGeom prst="rect">
            <a:avLst/>
          </a:prstGeom>
        </p:spPr>
        <p:txBody>
          <a:bodyPr vert="horz" lIns="91440" tIns="45720" rIns="91440" bIns="45720" rtlCol="0" anchor="ctr">
            <a:noAutofit/>
          </a:bodyPr>
          <a:lstStyle>
            <a:lvl1pPr algn="r">
              <a:defRPr sz="900" b="1">
                <a:solidFill>
                  <a:schemeClr val="tx1"/>
                </a:solidFill>
              </a:defRPr>
            </a:lvl1pPr>
          </a:lstStyle>
          <a:p>
            <a:fld id="{975A587B-5814-4D9B-9598-FE9CB954CB01}" type="slidenum">
              <a:rPr lang="fr-FR" smtClean="0"/>
              <a:pPr/>
              <a:t>‹#›</a:t>
            </a:fld>
            <a:endParaRPr lang="fr-FR"/>
          </a:p>
        </p:txBody>
      </p:sp>
      <p:sp>
        <p:nvSpPr>
          <p:cNvPr id="5" name="TextBox 4">
            <a:extLst>
              <a:ext uri="{FF2B5EF4-FFF2-40B4-BE49-F238E27FC236}">
                <a16:creationId xmlns:a16="http://schemas.microsoft.com/office/drawing/2014/main" id="{101EFF1C-5F6C-6593-D1F0-AB9817DE0227}"/>
              </a:ext>
            </a:extLst>
          </p:cNvPr>
          <p:cNvSpPr txBox="1"/>
          <p:nvPr userDrawn="1">
            <p:extLst>
              <p:ext uri="{1162E1C5-73C7-4A58-AE30-91384D911F3F}">
                <p184:classification xmlns:p184="http://schemas.microsoft.com/office/powerpoint/2018/4/main" val="hdr"/>
              </p:ext>
            </p:extLst>
          </p:nvPr>
        </p:nvSpPr>
        <p:spPr>
          <a:xfrm>
            <a:off x="63500" y="63500"/>
            <a:ext cx="1698625" cy="152400"/>
          </a:xfrm>
          <a:prstGeom prst="rect">
            <a:avLst/>
          </a:prstGeom>
        </p:spPr>
        <p:txBody>
          <a:bodyPr horzOverflow="overflow" lIns="0" tIns="0" rIns="0" bIns="0">
            <a:spAutoFit/>
          </a:bodyPr>
          <a:lstStyle/>
          <a:p>
            <a:pPr algn="l"/>
            <a:r>
              <a:rPr lang="en-AE"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ADNOC Classification: Restricted</a:t>
            </a:r>
          </a:p>
        </p:txBody>
      </p:sp>
    </p:spTree>
    <p:extLst>
      <p:ext uri="{BB962C8B-B14F-4D97-AF65-F5344CB8AC3E}">
        <p14:creationId xmlns:p14="http://schemas.microsoft.com/office/powerpoint/2010/main" val="84008064"/>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hf hdr="0" dt="0"/>
  <p:txStyles>
    <p:titleStyle>
      <a:lvl1pPr algn="l" defTabSz="914400" rtl="0" eaLnBrk="1" latinLnBrk="0" hangingPunct="1">
        <a:lnSpc>
          <a:spcPct val="100000"/>
        </a:lnSpc>
        <a:spcBef>
          <a:spcPct val="0"/>
        </a:spcBef>
        <a:buNone/>
        <a:defRPr sz="3000" kern="1200" cap="none" baseline="0">
          <a:solidFill>
            <a:schemeClr val="tx2"/>
          </a:solidFill>
          <a:latin typeface="+mj-lt"/>
          <a:ea typeface="+mj-ea"/>
          <a:cs typeface="+mj-cs"/>
        </a:defRPr>
      </a:lvl1pPr>
    </p:titleStyle>
    <p:body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B1118175-1072-407B-A6EC-436CFF5BD944}"/>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295939" y="150003"/>
            <a:ext cx="1474442" cy="1165838"/>
          </a:xfrm>
          <a:prstGeom prst="rect">
            <a:avLst/>
          </a:prstGeom>
          <a:ln>
            <a:noFill/>
          </a:ln>
        </p:spPr>
      </p:pic>
      <p:cxnSp>
        <p:nvCxnSpPr>
          <p:cNvPr id="12" name="Connecteur droit 11">
            <a:extLst>
              <a:ext uri="{FF2B5EF4-FFF2-40B4-BE49-F238E27FC236}">
                <a16:creationId xmlns:a16="http://schemas.microsoft.com/office/drawing/2014/main" id="{782D8575-B917-4E3D-B2EB-ADC2EF0D7594}"/>
              </a:ext>
            </a:extLst>
          </p:cNvPr>
          <p:cNvCxnSpPr>
            <a:cxnSpLocks/>
          </p:cNvCxnSpPr>
          <p:nvPr userDrawn="1"/>
        </p:nvCxnSpPr>
        <p:spPr>
          <a:xfrm>
            <a:off x="825578" y="6524419"/>
            <a:ext cx="0" cy="100800"/>
          </a:xfrm>
          <a:prstGeom prst="line">
            <a:avLst/>
          </a:prstGeom>
          <a:ln w="12700">
            <a:solidFill>
              <a:schemeClr val="tx1"/>
            </a:solidFill>
          </a:ln>
        </p:spPr>
        <p:style>
          <a:lnRef idx="1">
            <a:schemeClr val="accent2"/>
          </a:lnRef>
          <a:fillRef idx="0">
            <a:schemeClr val="accent2"/>
          </a:fillRef>
          <a:effectRef idx="0">
            <a:schemeClr val="accent2"/>
          </a:effectRef>
          <a:fontRef idx="minor">
            <a:schemeClr val="tx1"/>
          </a:fontRef>
        </p:style>
      </p:cxnSp>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69879" y="242844"/>
            <a:ext cx="9720000" cy="1008000"/>
          </a:xfrm>
          <a:prstGeom prst="rect">
            <a:avLst/>
          </a:prstGeom>
        </p:spPr>
        <p:txBody>
          <a:bodyPr vert="horz" lIns="91440" tIns="45720" rIns="91440" bIns="45720" rtlCol="0" anchor="t">
            <a:noAutofit/>
          </a:bodyPr>
          <a:lstStyle/>
          <a:p>
            <a:r>
              <a:rPr lang="fr-FR"/>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69879" y="1372351"/>
            <a:ext cx="11268000" cy="4860000"/>
          </a:xfrm>
          <a:prstGeom prst="rect">
            <a:avLst/>
          </a:prstGeom>
        </p:spPr>
        <p:txBody>
          <a:bodyPr vert="horz" lIns="91440" tIns="45720" rIns="91440" bIns="45720" rtlCol="0">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9" name="Espace réservé de la date 3">
            <a:extLst>
              <a:ext uri="{FF2B5EF4-FFF2-40B4-BE49-F238E27FC236}">
                <a16:creationId xmlns:a16="http://schemas.microsoft.com/office/drawing/2014/main" id="{4A65FE1E-2200-449D-88E8-D8D4A09B802F}"/>
              </a:ext>
            </a:extLst>
          </p:cNvPr>
          <p:cNvSpPr>
            <a:spLocks noGrp="1"/>
          </p:cNvSpPr>
          <p:nvPr>
            <p:ph type="dt" sz="half" idx="2"/>
          </p:nvPr>
        </p:nvSpPr>
        <p:spPr>
          <a:xfrm>
            <a:off x="4571695" y="6449983"/>
            <a:ext cx="1440000" cy="252000"/>
          </a:xfrm>
          <a:prstGeom prst="rect">
            <a:avLst/>
          </a:prstGeom>
        </p:spPr>
        <p:txBody>
          <a:bodyPr vert="horz" lIns="91440" tIns="45720" rIns="91440" bIns="45720" rtlCol="0" anchor="ctr">
            <a:noAutofit/>
          </a:bodyPr>
          <a:lstStyle>
            <a:lvl1pPr algn="l">
              <a:defRPr sz="900">
                <a:solidFill>
                  <a:schemeClr val="tx1"/>
                </a:solidFill>
              </a:defRPr>
            </a:lvl1pPr>
          </a:lstStyle>
          <a:p>
            <a:endParaRPr lang="fr-FR"/>
          </a:p>
        </p:txBody>
      </p:sp>
      <p:sp>
        <p:nvSpPr>
          <p:cNvPr id="10" name="Espace réservé du pied de page 4">
            <a:extLst>
              <a:ext uri="{FF2B5EF4-FFF2-40B4-BE49-F238E27FC236}">
                <a16:creationId xmlns:a16="http://schemas.microsoft.com/office/drawing/2014/main" id="{3BAFF6D6-D321-4A5A-B742-C1924762B0BD}"/>
              </a:ext>
            </a:extLst>
          </p:cNvPr>
          <p:cNvSpPr>
            <a:spLocks noGrp="1"/>
          </p:cNvSpPr>
          <p:nvPr>
            <p:ph type="ftr" sz="quarter" idx="3"/>
          </p:nvPr>
        </p:nvSpPr>
        <p:spPr>
          <a:xfrm>
            <a:off x="856680" y="6449983"/>
            <a:ext cx="3600000" cy="252000"/>
          </a:xfrm>
          <a:prstGeom prst="rect">
            <a:avLst/>
          </a:prstGeom>
        </p:spPr>
        <p:txBody>
          <a:bodyPr vert="horz" lIns="91440" tIns="45720" rIns="91440" bIns="45720" rtlCol="0" anchor="ctr">
            <a:noAutofit/>
          </a:bodyPr>
          <a:lstStyle>
            <a:lvl1pPr algn="l">
              <a:defRPr sz="900" cap="none" baseline="0">
                <a:solidFill>
                  <a:schemeClr val="tx1"/>
                </a:solidFill>
              </a:defRPr>
            </a:lvl1pPr>
          </a:lstStyle>
          <a:p>
            <a:r>
              <a:rPr lang="nl-NL"/>
              <a:t>ADNOC Upstream - TotalEnergies - 06/10/2025</a:t>
            </a:r>
            <a:endParaRPr lang="fr-FR"/>
          </a:p>
        </p:txBody>
      </p:sp>
      <p:sp>
        <p:nvSpPr>
          <p:cNvPr id="11" name="Espace réservé du numéro de diapositive 5">
            <a:extLst>
              <a:ext uri="{FF2B5EF4-FFF2-40B4-BE49-F238E27FC236}">
                <a16:creationId xmlns:a16="http://schemas.microsoft.com/office/drawing/2014/main" id="{21051C9B-F9F2-4B86-849F-4391216C8252}"/>
              </a:ext>
            </a:extLst>
          </p:cNvPr>
          <p:cNvSpPr>
            <a:spLocks noGrp="1"/>
          </p:cNvSpPr>
          <p:nvPr>
            <p:ph type="sldNum" sz="quarter" idx="4"/>
          </p:nvPr>
        </p:nvSpPr>
        <p:spPr>
          <a:xfrm>
            <a:off x="219008" y="6449983"/>
            <a:ext cx="576000" cy="252000"/>
          </a:xfrm>
          <a:prstGeom prst="rect">
            <a:avLst/>
          </a:prstGeom>
        </p:spPr>
        <p:txBody>
          <a:bodyPr vert="horz" lIns="91440" tIns="45720" rIns="91440" bIns="45720" rtlCol="0" anchor="ctr">
            <a:noAutofit/>
          </a:bodyPr>
          <a:lstStyle>
            <a:lvl1pPr algn="r">
              <a:defRPr sz="900" b="1">
                <a:solidFill>
                  <a:schemeClr val="tx1"/>
                </a:solidFill>
              </a:defRPr>
            </a:lvl1pPr>
          </a:lstStyle>
          <a:p>
            <a:fld id="{975A587B-5814-4D9B-9598-FE9CB954CB01}" type="slidenum">
              <a:rPr lang="fr-FR" smtClean="0"/>
              <a:pPr/>
              <a:t>‹#›</a:t>
            </a:fld>
            <a:endParaRPr lang="fr-FR"/>
          </a:p>
        </p:txBody>
      </p:sp>
      <p:sp>
        <p:nvSpPr>
          <p:cNvPr id="5" name="TextBox 4">
            <a:extLst>
              <a:ext uri="{FF2B5EF4-FFF2-40B4-BE49-F238E27FC236}">
                <a16:creationId xmlns:a16="http://schemas.microsoft.com/office/drawing/2014/main" id="{2369C57B-0A62-5344-5027-A0C8C1460CB5}"/>
              </a:ext>
            </a:extLst>
          </p:cNvPr>
          <p:cNvSpPr txBox="1"/>
          <p:nvPr userDrawn="1">
            <p:extLst>
              <p:ext uri="{1162E1C5-73C7-4A58-AE30-91384D911F3F}">
                <p184:classification xmlns:p184="http://schemas.microsoft.com/office/powerpoint/2018/4/main" val="hdr"/>
              </p:ext>
            </p:extLst>
          </p:nvPr>
        </p:nvSpPr>
        <p:spPr>
          <a:xfrm>
            <a:off x="63500" y="63500"/>
            <a:ext cx="1698625" cy="152400"/>
          </a:xfrm>
          <a:prstGeom prst="rect">
            <a:avLst/>
          </a:prstGeom>
        </p:spPr>
        <p:txBody>
          <a:bodyPr horzOverflow="overflow" lIns="0" tIns="0" rIns="0" bIns="0">
            <a:spAutoFit/>
          </a:bodyPr>
          <a:lstStyle/>
          <a:p>
            <a:pPr algn="l"/>
            <a:r>
              <a:rPr lang="en-AE"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ADNOC Classification: Restricted</a:t>
            </a:r>
          </a:p>
        </p:txBody>
      </p:sp>
    </p:spTree>
    <p:extLst>
      <p:ext uri="{BB962C8B-B14F-4D97-AF65-F5344CB8AC3E}">
        <p14:creationId xmlns:p14="http://schemas.microsoft.com/office/powerpoint/2010/main" val="300556169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Lst>
  <p:hf hdr="0" dt="0"/>
  <p:txStyles>
    <p:titleStyle>
      <a:lvl1pPr algn="l" defTabSz="914400" rtl="0" eaLnBrk="1" latinLnBrk="0" hangingPunct="1">
        <a:lnSpc>
          <a:spcPct val="100000"/>
        </a:lnSpc>
        <a:spcBef>
          <a:spcPct val="0"/>
        </a:spcBef>
        <a:buNone/>
        <a:defRPr sz="3000" kern="1200" cap="none" baseline="0">
          <a:solidFill>
            <a:schemeClr val="tx2"/>
          </a:solidFill>
          <a:latin typeface="+mj-lt"/>
          <a:ea typeface="+mj-ea"/>
          <a:cs typeface="+mj-cs"/>
        </a:defRPr>
      </a:lvl1pPr>
    </p:titleStyle>
    <p:body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2B419-AF65-4480-A5DE-4224A457C208}"/>
              </a:ext>
            </a:extLst>
          </p:cNvPr>
          <p:cNvSpPr>
            <a:spLocks noGrp="1"/>
          </p:cNvSpPr>
          <p:nvPr>
            <p:ph type="title"/>
          </p:nvPr>
        </p:nvSpPr>
        <p:spPr>
          <a:xfrm>
            <a:off x="947741" y="441329"/>
            <a:ext cx="5364164" cy="1092439"/>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19CFFEF-9746-4F2E-BBC7-516A08DA2F2F}"/>
              </a:ext>
            </a:extLst>
          </p:cNvPr>
          <p:cNvSpPr>
            <a:spLocks noGrp="1"/>
          </p:cNvSpPr>
          <p:nvPr>
            <p:ph type="body" idx="1"/>
          </p:nvPr>
        </p:nvSpPr>
        <p:spPr>
          <a:xfrm>
            <a:off x="947743" y="2060580"/>
            <a:ext cx="5148261" cy="399891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0E4ED1-3F0A-4AD8-9AE9-B0E4BCF2EE35}"/>
              </a:ext>
            </a:extLst>
          </p:cNvPr>
          <p:cNvSpPr>
            <a:spLocks noGrp="1"/>
          </p:cNvSpPr>
          <p:nvPr>
            <p:ph type="dt" sz="half" idx="2"/>
          </p:nvPr>
        </p:nvSpPr>
        <p:spPr>
          <a:xfrm>
            <a:off x="947743" y="6325199"/>
            <a:ext cx="5148261" cy="180000"/>
          </a:xfrm>
          <a:prstGeom prst="rect">
            <a:avLst/>
          </a:prstGeom>
        </p:spPr>
        <p:txBody>
          <a:bodyPr vert="horz" lIns="0" tIns="0" rIns="0" bIns="0" rtlCol="0" anchor="t" anchorCtr="0">
            <a:noAutofit/>
          </a:bodyPr>
          <a:lstStyle>
            <a:lvl1pPr algn="l">
              <a:defRPr sz="800">
                <a:solidFill>
                  <a:schemeClr val="accent4"/>
                </a:solidFill>
              </a:defRPr>
            </a:lvl1pPr>
          </a:lstStyle>
          <a:p>
            <a:pPr defTabSz="914106"/>
            <a:endParaRPr lang="en-GB">
              <a:solidFill>
                <a:srgbClr val="4D5156"/>
              </a:solidFill>
            </a:endParaRPr>
          </a:p>
        </p:txBody>
      </p:sp>
      <p:sp>
        <p:nvSpPr>
          <p:cNvPr id="5" name="Footer Placeholder 4">
            <a:extLst>
              <a:ext uri="{FF2B5EF4-FFF2-40B4-BE49-F238E27FC236}">
                <a16:creationId xmlns:a16="http://schemas.microsoft.com/office/drawing/2014/main" id="{F12E7D2D-3B3D-4500-9D64-915233A86467}"/>
              </a:ext>
            </a:extLst>
          </p:cNvPr>
          <p:cNvSpPr>
            <a:spLocks noGrp="1"/>
          </p:cNvSpPr>
          <p:nvPr>
            <p:ph type="ftr" sz="quarter" idx="3"/>
          </p:nvPr>
        </p:nvSpPr>
        <p:spPr>
          <a:xfrm rot="16200000">
            <a:off x="-1026605" y="4402877"/>
            <a:ext cx="2953217" cy="360000"/>
          </a:xfrm>
          <a:prstGeom prst="rect">
            <a:avLst/>
          </a:prstGeom>
        </p:spPr>
        <p:txBody>
          <a:bodyPr vert="horz" lIns="0" tIns="0" rIns="0" bIns="0" rtlCol="0" anchor="ctr" anchorCtr="0">
            <a:noAutofit/>
          </a:bodyPr>
          <a:lstStyle>
            <a:lvl1pPr algn="l">
              <a:defRPr sz="933" cap="all" baseline="0">
                <a:solidFill>
                  <a:schemeClr val="tx2"/>
                </a:solidFill>
              </a:defRPr>
            </a:lvl1pPr>
          </a:lstStyle>
          <a:p>
            <a:pPr defTabSz="914106"/>
            <a:r>
              <a:rPr lang="nl-NL">
                <a:solidFill>
                  <a:srgbClr val="1859A9"/>
                </a:solidFill>
              </a:rPr>
              <a:t>ADNOC Upstream - TotalEnergies - 06/10/2025</a:t>
            </a:r>
            <a:endParaRPr lang="en-GB">
              <a:solidFill>
                <a:srgbClr val="1859A9"/>
              </a:solidFill>
            </a:endParaRPr>
          </a:p>
        </p:txBody>
      </p:sp>
      <p:sp>
        <p:nvSpPr>
          <p:cNvPr id="6" name="Slide Number Placeholder 5">
            <a:extLst>
              <a:ext uri="{FF2B5EF4-FFF2-40B4-BE49-F238E27FC236}">
                <a16:creationId xmlns:a16="http://schemas.microsoft.com/office/drawing/2014/main" id="{D822931A-D08B-4921-A722-14DB5879D16B}"/>
              </a:ext>
            </a:extLst>
          </p:cNvPr>
          <p:cNvSpPr>
            <a:spLocks noGrp="1"/>
          </p:cNvSpPr>
          <p:nvPr>
            <p:ph type="sldNum" sz="quarter" idx="4"/>
          </p:nvPr>
        </p:nvSpPr>
        <p:spPr>
          <a:xfrm>
            <a:off x="270000" y="6325199"/>
            <a:ext cx="360000" cy="180000"/>
          </a:xfrm>
          <a:prstGeom prst="rect">
            <a:avLst/>
          </a:prstGeom>
        </p:spPr>
        <p:txBody>
          <a:bodyPr vert="horz" lIns="0" tIns="0" rIns="0" bIns="0" rtlCol="0" anchor="t" anchorCtr="0">
            <a:noAutofit/>
          </a:bodyPr>
          <a:lstStyle>
            <a:lvl1pPr algn="ctr">
              <a:defRPr sz="800">
                <a:solidFill>
                  <a:schemeClr val="tx2"/>
                </a:solidFill>
              </a:defRPr>
            </a:lvl1pPr>
          </a:lstStyle>
          <a:p>
            <a:pPr defTabSz="914106"/>
            <a:fld id="{F7641956-BF2E-4170-9809-8254439A8799}" type="slidenum">
              <a:rPr lang="en-GB" smtClean="0">
                <a:solidFill>
                  <a:srgbClr val="1859A9"/>
                </a:solidFill>
              </a:rPr>
              <a:pPr defTabSz="914106"/>
              <a:t>‹#›</a:t>
            </a:fld>
            <a:endParaRPr lang="en-GB">
              <a:solidFill>
                <a:srgbClr val="1859A9"/>
              </a:solidFill>
            </a:endParaRPr>
          </a:p>
        </p:txBody>
      </p:sp>
      <p:sp>
        <p:nvSpPr>
          <p:cNvPr id="7" name="MSIPCMContentMarking" descr="{&quot;HashCode&quot;:-1120608593,&quot;Placement&quot;:&quot;Header&quot;}"/>
          <p:cNvSpPr txBox="1"/>
          <p:nvPr userDrawn="1"/>
        </p:nvSpPr>
        <p:spPr>
          <a:xfrm>
            <a:off x="1" y="0"/>
            <a:ext cx="2732089" cy="332264"/>
          </a:xfrm>
          <a:prstGeom prst="rect">
            <a:avLst/>
          </a:prstGeom>
          <a:noFill/>
        </p:spPr>
        <p:txBody>
          <a:bodyPr vert="horz" wrap="square" lIns="0" tIns="0" rIns="0" bIns="0" rtlCol="0" anchor="ctr" anchorCtr="1">
            <a:noAutofit/>
          </a:bodyPr>
          <a:lstStyle/>
          <a:p>
            <a:pPr algn="l">
              <a:spcBef>
                <a:spcPts val="0"/>
              </a:spcBef>
              <a:spcAft>
                <a:spcPts val="0"/>
              </a:spcAft>
            </a:pPr>
            <a:r>
              <a:rPr lang="en-US" sz="1333">
                <a:solidFill>
                  <a:srgbClr val="737373"/>
                </a:solidFill>
                <a:latin typeface="arial" panose="020B0604020202020204" pitchFamily="34" charset="0"/>
              </a:rPr>
              <a:t>ADNOC Classification: Internal</a:t>
            </a:r>
          </a:p>
        </p:txBody>
      </p:sp>
    </p:spTree>
    <p:extLst>
      <p:ext uri="{BB962C8B-B14F-4D97-AF65-F5344CB8AC3E}">
        <p14:creationId xmlns:p14="http://schemas.microsoft.com/office/powerpoint/2010/main" val="3707803171"/>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hdr="0" dt="0"/>
  <p:txStyles>
    <p:titleStyle>
      <a:lvl1pPr algn="l" defTabSz="914106" rtl="0" eaLnBrk="1" latinLnBrk="0" hangingPunct="1">
        <a:lnSpc>
          <a:spcPct val="80000"/>
        </a:lnSpc>
        <a:spcBef>
          <a:spcPct val="0"/>
        </a:spcBef>
        <a:buNone/>
        <a:defRPr sz="4267" b="1" kern="1200" cap="all" baseline="0">
          <a:solidFill>
            <a:schemeClr val="tx2"/>
          </a:solidFill>
          <a:latin typeface="+mj-lt"/>
          <a:ea typeface="+mj-ea"/>
          <a:cs typeface="+mj-cs"/>
        </a:defRPr>
      </a:lvl1pPr>
    </p:titleStyle>
    <p:bodyStyle>
      <a:lvl1pPr marL="0" indent="0" algn="l" defTabSz="914106" rtl="0" eaLnBrk="1" latinLnBrk="0" hangingPunct="1">
        <a:lnSpc>
          <a:spcPct val="100000"/>
        </a:lnSpc>
        <a:spcBef>
          <a:spcPts val="800"/>
        </a:spcBef>
        <a:buFont typeface="Arial" panose="020B0604020202020204" pitchFamily="34" charset="0"/>
        <a:buNone/>
        <a:defRPr sz="1600" kern="1200">
          <a:solidFill>
            <a:schemeClr val="accent4"/>
          </a:solidFill>
          <a:latin typeface="+mn-lt"/>
          <a:ea typeface="+mn-ea"/>
          <a:cs typeface="+mn-cs"/>
        </a:defRPr>
      </a:lvl1pPr>
      <a:lvl2pPr marL="169146" indent="-169146" algn="l" defTabSz="914106"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2pPr>
      <a:lvl3pPr marL="338292" indent="-169146" algn="l" defTabSz="914106"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3pPr>
      <a:lvl4pPr marL="507435" indent="-169146" algn="l" defTabSz="914106"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4pPr>
      <a:lvl5pPr marL="676582" indent="-169146" algn="l" defTabSz="914106" rtl="0" eaLnBrk="1" latinLnBrk="0" hangingPunct="1">
        <a:lnSpc>
          <a:spcPct val="100000"/>
        </a:lnSpc>
        <a:spcBef>
          <a:spcPts val="800"/>
        </a:spcBef>
        <a:buSzPct val="55000"/>
        <a:buFont typeface="Wingdings" panose="05000000000000000000" pitchFamily="2" charset="2"/>
        <a:buChar char="n"/>
        <a:defRPr sz="1600" kern="1200">
          <a:solidFill>
            <a:schemeClr val="accent4"/>
          </a:solidFill>
          <a:latin typeface="+mn-lt"/>
          <a:ea typeface="+mn-ea"/>
          <a:cs typeface="+mn-cs"/>
        </a:defRPr>
      </a:lvl5pPr>
      <a:lvl6pPr marL="2513788" indent="-228528" algn="l" defTabSz="914106"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70839" indent="-228528" algn="l" defTabSz="914106"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7890" indent="-228528" algn="l" defTabSz="914106"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4944" indent="-228528" algn="l" defTabSz="914106"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en-US"/>
      </a:defPPr>
      <a:lvl1pPr marL="0" algn="l" defTabSz="914106" rtl="0" eaLnBrk="1" latinLnBrk="0" hangingPunct="1">
        <a:defRPr sz="1867" kern="1200">
          <a:solidFill>
            <a:schemeClr val="tx1"/>
          </a:solidFill>
          <a:latin typeface="+mn-lt"/>
          <a:ea typeface="+mn-ea"/>
          <a:cs typeface="+mn-cs"/>
        </a:defRPr>
      </a:lvl1pPr>
      <a:lvl2pPr marL="457053" algn="l" defTabSz="914106" rtl="0" eaLnBrk="1" latinLnBrk="0" hangingPunct="1">
        <a:defRPr sz="1867" kern="1200">
          <a:solidFill>
            <a:schemeClr val="tx1"/>
          </a:solidFill>
          <a:latin typeface="+mn-lt"/>
          <a:ea typeface="+mn-ea"/>
          <a:cs typeface="+mn-cs"/>
        </a:defRPr>
      </a:lvl2pPr>
      <a:lvl3pPr marL="914106" algn="l" defTabSz="914106" rtl="0" eaLnBrk="1" latinLnBrk="0" hangingPunct="1">
        <a:defRPr sz="1867" kern="1200">
          <a:solidFill>
            <a:schemeClr val="tx1"/>
          </a:solidFill>
          <a:latin typeface="+mn-lt"/>
          <a:ea typeface="+mn-ea"/>
          <a:cs typeface="+mn-cs"/>
        </a:defRPr>
      </a:lvl3pPr>
      <a:lvl4pPr marL="1371156" algn="l" defTabSz="914106" rtl="0" eaLnBrk="1" latinLnBrk="0" hangingPunct="1">
        <a:defRPr sz="1867" kern="1200">
          <a:solidFill>
            <a:schemeClr val="tx1"/>
          </a:solidFill>
          <a:latin typeface="+mn-lt"/>
          <a:ea typeface="+mn-ea"/>
          <a:cs typeface="+mn-cs"/>
        </a:defRPr>
      </a:lvl4pPr>
      <a:lvl5pPr marL="1828209" algn="l" defTabSz="914106" rtl="0" eaLnBrk="1" latinLnBrk="0" hangingPunct="1">
        <a:defRPr sz="1867" kern="1200">
          <a:solidFill>
            <a:schemeClr val="tx1"/>
          </a:solidFill>
          <a:latin typeface="+mn-lt"/>
          <a:ea typeface="+mn-ea"/>
          <a:cs typeface="+mn-cs"/>
        </a:defRPr>
      </a:lvl5pPr>
      <a:lvl6pPr marL="2285262" algn="l" defTabSz="914106" rtl="0" eaLnBrk="1" latinLnBrk="0" hangingPunct="1">
        <a:defRPr sz="1867" kern="1200">
          <a:solidFill>
            <a:schemeClr val="tx1"/>
          </a:solidFill>
          <a:latin typeface="+mn-lt"/>
          <a:ea typeface="+mn-ea"/>
          <a:cs typeface="+mn-cs"/>
        </a:defRPr>
      </a:lvl6pPr>
      <a:lvl7pPr marL="2742311" algn="l" defTabSz="914106" rtl="0" eaLnBrk="1" latinLnBrk="0" hangingPunct="1">
        <a:defRPr sz="1867" kern="1200">
          <a:solidFill>
            <a:schemeClr val="tx1"/>
          </a:solidFill>
          <a:latin typeface="+mn-lt"/>
          <a:ea typeface="+mn-ea"/>
          <a:cs typeface="+mn-cs"/>
        </a:defRPr>
      </a:lvl7pPr>
      <a:lvl8pPr marL="3199364" algn="l" defTabSz="914106" rtl="0" eaLnBrk="1" latinLnBrk="0" hangingPunct="1">
        <a:defRPr sz="1867" kern="1200">
          <a:solidFill>
            <a:schemeClr val="tx1"/>
          </a:solidFill>
          <a:latin typeface="+mn-lt"/>
          <a:ea typeface="+mn-ea"/>
          <a:cs typeface="+mn-cs"/>
        </a:defRPr>
      </a:lvl8pPr>
      <a:lvl9pPr marL="3656418" algn="l" defTabSz="914106"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597">
          <p15:clr>
            <a:srgbClr val="F26B43"/>
          </p15:clr>
        </p15:guide>
        <p15:guide id="4" orient="horz" pos="278">
          <p15:clr>
            <a:srgbClr val="F26B43"/>
          </p15:clr>
        </p15:guide>
        <p15:guide id="5" orient="horz" pos="1298">
          <p15:clr>
            <a:srgbClr val="F26B43"/>
          </p15:clr>
        </p15:guide>
        <p15:guide id="6" pos="7225">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91D8806-D165-F94C-88F6-A12BB6BE70CD}"/>
              </a:ext>
            </a:extLst>
          </p:cNvPr>
          <p:cNvGraphicFramePr>
            <a:graphicFrameLocks noChangeAspect="1"/>
          </p:cNvGraphicFramePr>
          <p:nvPr userDrawn="1">
            <p:custDataLst>
              <p:tags r:id="rId26"/>
            </p:custDataLst>
            <p:extLst>
              <p:ext uri="{D42A27DB-BD31-4B8C-83A1-F6EECF244321}">
                <p14:modId xmlns:p14="http://schemas.microsoft.com/office/powerpoint/2010/main" val="3939909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60" imgH="360" progId="TCLayout.ActiveDocument.1">
                  <p:embed/>
                </p:oleObj>
              </mc:Choice>
              <mc:Fallback>
                <p:oleObj name="think-cell Slide" r:id="rId27" imgW="360" imgH="360" progId="TCLayout.ActiveDocument.1">
                  <p:embed/>
                  <p:pic>
                    <p:nvPicPr>
                      <p:cNvPr id="5" name="think-cell data - do not delete" hidden="1">
                        <a:extLst>
                          <a:ext uri="{FF2B5EF4-FFF2-40B4-BE49-F238E27FC236}">
                            <a16:creationId xmlns:a16="http://schemas.microsoft.com/office/drawing/2014/main" id="{691D8806-D165-F94C-88F6-A12BB6BE70CD}"/>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pic>
        <p:nvPicPr>
          <p:cNvPr id="13" name="Image 12">
            <a:extLst>
              <a:ext uri="{FF2B5EF4-FFF2-40B4-BE49-F238E27FC236}">
                <a16:creationId xmlns:a16="http://schemas.microsoft.com/office/drawing/2014/main" id="{B1118175-1072-407B-A6EC-436CFF5BD944}"/>
              </a:ext>
            </a:extLst>
          </p:cNvPr>
          <p:cNvPicPr>
            <a:picLocks noChangeAspect="1"/>
          </p:cNvPicPr>
          <p:nvPr userDrawn="1"/>
        </p:nvPicPr>
        <p:blipFill>
          <a:blip r:embed="rId29" cstate="print">
            <a:extLst>
              <a:ext uri="{28A0092B-C50C-407E-A947-70E740481C1C}">
                <a14:useLocalDpi xmlns:a14="http://schemas.microsoft.com/office/drawing/2010/main"/>
              </a:ext>
            </a:extLst>
          </a:blip>
          <a:stretch>
            <a:fillRect/>
          </a:stretch>
        </p:blipFill>
        <p:spPr>
          <a:xfrm>
            <a:off x="10295939" y="150003"/>
            <a:ext cx="1474442" cy="1165838"/>
          </a:xfrm>
          <a:prstGeom prst="rect">
            <a:avLst/>
          </a:prstGeom>
          <a:ln>
            <a:noFill/>
          </a:ln>
        </p:spPr>
      </p:pic>
      <p:cxnSp>
        <p:nvCxnSpPr>
          <p:cNvPr id="12" name="Connecteur droit 11">
            <a:extLst>
              <a:ext uri="{FF2B5EF4-FFF2-40B4-BE49-F238E27FC236}">
                <a16:creationId xmlns:a16="http://schemas.microsoft.com/office/drawing/2014/main" id="{782D8575-B917-4E3D-B2EB-ADC2EF0D7594}"/>
              </a:ext>
            </a:extLst>
          </p:cNvPr>
          <p:cNvCxnSpPr>
            <a:cxnSpLocks/>
          </p:cNvCxnSpPr>
          <p:nvPr userDrawn="1"/>
        </p:nvCxnSpPr>
        <p:spPr>
          <a:xfrm>
            <a:off x="825578" y="6524419"/>
            <a:ext cx="0" cy="100800"/>
          </a:xfrm>
          <a:prstGeom prst="line">
            <a:avLst/>
          </a:prstGeom>
          <a:ln w="12700">
            <a:solidFill>
              <a:schemeClr val="tx1"/>
            </a:solidFill>
          </a:ln>
        </p:spPr>
        <p:style>
          <a:lnRef idx="1">
            <a:schemeClr val="accent2"/>
          </a:lnRef>
          <a:fillRef idx="0">
            <a:schemeClr val="accent2"/>
          </a:fillRef>
          <a:effectRef idx="0">
            <a:schemeClr val="accent2"/>
          </a:effectRef>
          <a:fontRef idx="minor">
            <a:schemeClr val="tx1"/>
          </a:fontRef>
        </p:style>
      </p:cxnSp>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69879" y="242844"/>
            <a:ext cx="9720000" cy="1008000"/>
          </a:xfrm>
          <a:prstGeom prst="rect">
            <a:avLst/>
          </a:prstGeom>
        </p:spPr>
        <p:txBody>
          <a:bodyPr vert="horz" lIns="91440" tIns="45720" rIns="91440" bIns="45720" rtlCol="0" anchor="t">
            <a:noAutofit/>
          </a:bodyPr>
          <a:lstStyle/>
          <a:p>
            <a:r>
              <a:rPr lang="fr-FR" noProof="0"/>
              <a:t>Modifiez le style du titre</a:t>
            </a:r>
            <a:endParaRPr lang="en-US" noProof="0"/>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69879" y="1372351"/>
            <a:ext cx="11268000" cy="486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Espace réservé de la date 3">
            <a:extLst>
              <a:ext uri="{FF2B5EF4-FFF2-40B4-BE49-F238E27FC236}">
                <a16:creationId xmlns:a16="http://schemas.microsoft.com/office/drawing/2014/main" id="{4A65FE1E-2200-449D-88E8-D8D4A09B802F}"/>
              </a:ext>
            </a:extLst>
          </p:cNvPr>
          <p:cNvSpPr>
            <a:spLocks noGrp="1"/>
          </p:cNvSpPr>
          <p:nvPr>
            <p:ph type="dt" sz="half" idx="2"/>
          </p:nvPr>
        </p:nvSpPr>
        <p:spPr>
          <a:xfrm>
            <a:off x="4571695" y="6449983"/>
            <a:ext cx="1440000" cy="252000"/>
          </a:xfrm>
          <a:prstGeom prst="rect">
            <a:avLst/>
          </a:prstGeom>
        </p:spPr>
        <p:txBody>
          <a:bodyPr vert="horz" lIns="91440" tIns="45720" rIns="91440" bIns="45720" rtlCol="0" anchor="ctr">
            <a:noAutofit/>
          </a:bodyPr>
          <a:lstStyle>
            <a:lvl1pPr algn="l">
              <a:defRPr sz="900">
                <a:solidFill>
                  <a:schemeClr val="tx1"/>
                </a:solidFill>
              </a:defRPr>
            </a:lvl1pPr>
          </a:lstStyle>
          <a:p>
            <a:endParaRPr lang="en-US" noProof="0"/>
          </a:p>
        </p:txBody>
      </p:sp>
      <p:sp>
        <p:nvSpPr>
          <p:cNvPr id="10" name="Espace réservé du pied de page 4">
            <a:extLst>
              <a:ext uri="{FF2B5EF4-FFF2-40B4-BE49-F238E27FC236}">
                <a16:creationId xmlns:a16="http://schemas.microsoft.com/office/drawing/2014/main" id="{3BAFF6D6-D321-4A5A-B742-C1924762B0BD}"/>
              </a:ext>
            </a:extLst>
          </p:cNvPr>
          <p:cNvSpPr>
            <a:spLocks noGrp="1"/>
          </p:cNvSpPr>
          <p:nvPr>
            <p:ph type="ftr" sz="quarter" idx="3"/>
          </p:nvPr>
        </p:nvSpPr>
        <p:spPr>
          <a:xfrm>
            <a:off x="856680" y="6449983"/>
            <a:ext cx="3600000" cy="252000"/>
          </a:xfrm>
          <a:prstGeom prst="rect">
            <a:avLst/>
          </a:prstGeom>
        </p:spPr>
        <p:txBody>
          <a:bodyPr vert="horz" lIns="91440" tIns="45720" rIns="91440" bIns="45720" rtlCol="0" anchor="ctr">
            <a:noAutofit/>
          </a:bodyPr>
          <a:lstStyle>
            <a:lvl1pPr algn="l">
              <a:defRPr sz="900" cap="none" baseline="0">
                <a:solidFill>
                  <a:schemeClr val="tx1"/>
                </a:solidFill>
              </a:defRPr>
            </a:lvl1pPr>
          </a:lstStyle>
          <a:p>
            <a:r>
              <a:rPr lang="da-DK" noProof="0"/>
              <a:t>ADNOC Upstream - TotalEnergies - 06/10/2025</a:t>
            </a:r>
            <a:endParaRPr lang="en-US" noProof="0"/>
          </a:p>
        </p:txBody>
      </p:sp>
      <p:sp>
        <p:nvSpPr>
          <p:cNvPr id="11" name="Espace réservé du numéro de diapositive 5">
            <a:extLst>
              <a:ext uri="{FF2B5EF4-FFF2-40B4-BE49-F238E27FC236}">
                <a16:creationId xmlns:a16="http://schemas.microsoft.com/office/drawing/2014/main" id="{21051C9B-F9F2-4B86-849F-4391216C8252}"/>
              </a:ext>
            </a:extLst>
          </p:cNvPr>
          <p:cNvSpPr>
            <a:spLocks noGrp="1"/>
          </p:cNvSpPr>
          <p:nvPr>
            <p:ph type="sldNum" sz="quarter" idx="4"/>
          </p:nvPr>
        </p:nvSpPr>
        <p:spPr>
          <a:xfrm>
            <a:off x="219008" y="6449983"/>
            <a:ext cx="576000" cy="252000"/>
          </a:xfrm>
          <a:prstGeom prst="rect">
            <a:avLst/>
          </a:prstGeom>
        </p:spPr>
        <p:txBody>
          <a:bodyPr vert="horz" lIns="91440" tIns="45720" rIns="91440" bIns="45720" rtlCol="0" anchor="ctr">
            <a:noAutofit/>
          </a:bodyPr>
          <a:lstStyle>
            <a:lvl1pPr algn="r">
              <a:defRPr sz="900" b="1">
                <a:solidFill>
                  <a:schemeClr val="tx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210819558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 id="2147483827" r:id="rId19"/>
    <p:sldLayoutId id="2147483828" r:id="rId20"/>
    <p:sldLayoutId id="2147483829" r:id="rId21"/>
    <p:sldLayoutId id="2147483830" r:id="rId22"/>
    <p:sldLayoutId id="2147483831" r:id="rId23"/>
    <p:sldLayoutId id="2147483832" r:id="rId24"/>
  </p:sldLayoutIdLst>
  <p:hf hdr="0" dt="0"/>
  <p:txStyles>
    <p:titleStyle>
      <a:lvl1pPr algn="l" defTabSz="914400" rtl="0" eaLnBrk="1" latinLnBrk="0" hangingPunct="1">
        <a:lnSpc>
          <a:spcPct val="100000"/>
        </a:lnSpc>
        <a:spcBef>
          <a:spcPct val="0"/>
        </a:spcBef>
        <a:buNone/>
        <a:defRPr sz="2000" b="1" kern="1200" cap="none" baseline="0">
          <a:solidFill>
            <a:srgbClr val="FF0000"/>
          </a:solidFill>
          <a:latin typeface="Calibri" panose="020F0502020204030204" pitchFamily="34" charset="0"/>
          <a:ea typeface="Calibri" panose="020F0502020204030204" pitchFamily="34" charset="0"/>
          <a:cs typeface="Calibri" panose="020F0502020204030204" pitchFamily="34" charset="0"/>
        </a:defRPr>
      </a:lvl1pPr>
    </p:titleStyle>
    <p:body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15.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8.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19.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39" Type="http://schemas.openxmlformats.org/officeDocument/2006/relationships/tags" Target="../tags/tag42.xml"/><Relationship Id="rId21" Type="http://schemas.openxmlformats.org/officeDocument/2006/relationships/tags" Target="../tags/tag24.xml"/><Relationship Id="rId34" Type="http://schemas.openxmlformats.org/officeDocument/2006/relationships/tags" Target="../tags/tag37.xml"/><Relationship Id="rId42" Type="http://schemas.openxmlformats.org/officeDocument/2006/relationships/tags" Target="../tags/tag45.xml"/><Relationship Id="rId47" Type="http://schemas.openxmlformats.org/officeDocument/2006/relationships/tags" Target="../tags/tag50.xml"/><Relationship Id="rId50" Type="http://schemas.openxmlformats.org/officeDocument/2006/relationships/tags" Target="../tags/tag53.xml"/><Relationship Id="rId55" Type="http://schemas.openxmlformats.org/officeDocument/2006/relationships/tags" Target="../tags/tag58.xml"/><Relationship Id="rId7" Type="http://schemas.openxmlformats.org/officeDocument/2006/relationships/tags" Target="../tags/tag10.xml"/><Relationship Id="rId2" Type="http://schemas.openxmlformats.org/officeDocument/2006/relationships/tags" Target="../tags/tag5.xml"/><Relationship Id="rId16" Type="http://schemas.openxmlformats.org/officeDocument/2006/relationships/tags" Target="../tags/tag19.xml"/><Relationship Id="rId29" Type="http://schemas.openxmlformats.org/officeDocument/2006/relationships/tags" Target="../tags/tag32.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tags" Target="../tags/tag35.xml"/><Relationship Id="rId37" Type="http://schemas.openxmlformats.org/officeDocument/2006/relationships/tags" Target="../tags/tag40.xml"/><Relationship Id="rId40" Type="http://schemas.openxmlformats.org/officeDocument/2006/relationships/tags" Target="../tags/tag43.xml"/><Relationship Id="rId45" Type="http://schemas.openxmlformats.org/officeDocument/2006/relationships/tags" Target="../tags/tag48.xml"/><Relationship Id="rId53" Type="http://schemas.openxmlformats.org/officeDocument/2006/relationships/tags" Target="../tags/tag56.xml"/><Relationship Id="rId58" Type="http://schemas.openxmlformats.org/officeDocument/2006/relationships/tags" Target="../tags/tag61.xml"/><Relationship Id="rId5" Type="http://schemas.openxmlformats.org/officeDocument/2006/relationships/tags" Target="../tags/tag8.xml"/><Relationship Id="rId61" Type="http://schemas.openxmlformats.org/officeDocument/2006/relationships/notesSlide" Target="../notesSlides/notesSlide11.xml"/><Relationship Id="rId19" Type="http://schemas.openxmlformats.org/officeDocument/2006/relationships/tags" Target="../tags/tag2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tags" Target="../tags/tag33.xml"/><Relationship Id="rId35" Type="http://schemas.openxmlformats.org/officeDocument/2006/relationships/tags" Target="../tags/tag38.xml"/><Relationship Id="rId43" Type="http://schemas.openxmlformats.org/officeDocument/2006/relationships/tags" Target="../tags/tag46.xml"/><Relationship Id="rId48" Type="http://schemas.openxmlformats.org/officeDocument/2006/relationships/tags" Target="../tags/tag51.xml"/><Relationship Id="rId56" Type="http://schemas.openxmlformats.org/officeDocument/2006/relationships/tags" Target="../tags/tag59.xml"/><Relationship Id="rId8" Type="http://schemas.openxmlformats.org/officeDocument/2006/relationships/tags" Target="../tags/tag11.xml"/><Relationship Id="rId51" Type="http://schemas.openxmlformats.org/officeDocument/2006/relationships/tags" Target="../tags/tag54.xml"/><Relationship Id="rId3" Type="http://schemas.openxmlformats.org/officeDocument/2006/relationships/tags" Target="../tags/tag6.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tags" Target="../tags/tag36.xml"/><Relationship Id="rId38" Type="http://schemas.openxmlformats.org/officeDocument/2006/relationships/tags" Target="../tags/tag41.xml"/><Relationship Id="rId46" Type="http://schemas.openxmlformats.org/officeDocument/2006/relationships/tags" Target="../tags/tag49.xml"/><Relationship Id="rId59" Type="http://schemas.openxmlformats.org/officeDocument/2006/relationships/tags" Target="../tags/tag62.xml"/><Relationship Id="rId20" Type="http://schemas.openxmlformats.org/officeDocument/2006/relationships/tags" Target="../tags/tag23.xml"/><Relationship Id="rId41" Type="http://schemas.openxmlformats.org/officeDocument/2006/relationships/tags" Target="../tags/tag44.xml"/><Relationship Id="rId54" Type="http://schemas.openxmlformats.org/officeDocument/2006/relationships/tags" Target="../tags/tag57.xml"/><Relationship Id="rId62" Type="http://schemas.openxmlformats.org/officeDocument/2006/relationships/image" Target="../media/image18.png"/><Relationship Id="rId1" Type="http://schemas.openxmlformats.org/officeDocument/2006/relationships/tags" Target="../tags/tag4.xml"/><Relationship Id="rId6" Type="http://schemas.openxmlformats.org/officeDocument/2006/relationships/tags" Target="../tags/tag9.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36" Type="http://schemas.openxmlformats.org/officeDocument/2006/relationships/tags" Target="../tags/tag39.xml"/><Relationship Id="rId49" Type="http://schemas.openxmlformats.org/officeDocument/2006/relationships/tags" Target="../tags/tag52.xml"/><Relationship Id="rId57" Type="http://schemas.openxmlformats.org/officeDocument/2006/relationships/tags" Target="../tags/tag60.xml"/><Relationship Id="rId10" Type="http://schemas.openxmlformats.org/officeDocument/2006/relationships/tags" Target="../tags/tag13.xml"/><Relationship Id="rId31" Type="http://schemas.openxmlformats.org/officeDocument/2006/relationships/tags" Target="../tags/tag34.xml"/><Relationship Id="rId44" Type="http://schemas.openxmlformats.org/officeDocument/2006/relationships/tags" Target="../tags/tag47.xml"/><Relationship Id="rId52" Type="http://schemas.openxmlformats.org/officeDocument/2006/relationships/tags" Target="../tags/tag55.xml"/><Relationship Id="rId60" Type="http://schemas.openxmlformats.org/officeDocument/2006/relationships/slideLayout" Target="../slideLayouts/slideLayout15.xml"/><Relationship Id="rId4" Type="http://schemas.openxmlformats.org/officeDocument/2006/relationships/tags" Target="../tags/tag7.xml"/><Relationship Id="rId9"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43.emf"/><Relationship Id="rId13" Type="http://schemas.openxmlformats.org/officeDocument/2006/relationships/image" Target="../media/image48.emf"/><Relationship Id="rId3" Type="http://schemas.openxmlformats.org/officeDocument/2006/relationships/notesSlide" Target="../notesSlides/notesSlide14.xml"/><Relationship Id="rId7" Type="http://schemas.openxmlformats.org/officeDocument/2006/relationships/image" Target="../media/image42.png"/><Relationship Id="rId12" Type="http://schemas.openxmlformats.org/officeDocument/2006/relationships/image" Target="../media/image47.emf"/><Relationship Id="rId17" Type="http://schemas.openxmlformats.org/officeDocument/2006/relationships/image" Target="../media/image52.png"/><Relationship Id="rId2" Type="http://schemas.openxmlformats.org/officeDocument/2006/relationships/slideLayout" Target="../slideLayouts/slideLayout15.xml"/><Relationship Id="rId16" Type="http://schemas.openxmlformats.org/officeDocument/2006/relationships/image" Target="../media/image51.png"/><Relationship Id="rId1" Type="http://schemas.openxmlformats.org/officeDocument/2006/relationships/tags" Target="../tags/tag63.xml"/><Relationship Id="rId6" Type="http://schemas.openxmlformats.org/officeDocument/2006/relationships/image" Target="../media/image40.png"/><Relationship Id="rId11" Type="http://schemas.openxmlformats.org/officeDocument/2006/relationships/image" Target="../media/image46.emf"/><Relationship Id="rId5" Type="http://schemas.openxmlformats.org/officeDocument/2006/relationships/image" Target="../media/image41.emf"/><Relationship Id="rId15" Type="http://schemas.openxmlformats.org/officeDocument/2006/relationships/image" Target="../media/image50.png"/><Relationship Id="rId10" Type="http://schemas.openxmlformats.org/officeDocument/2006/relationships/image" Target="../media/image45.emf"/><Relationship Id="rId4" Type="http://schemas.openxmlformats.org/officeDocument/2006/relationships/oleObject" Target="../embeddings/oleObject3.bin"/><Relationship Id="rId9" Type="http://schemas.openxmlformats.org/officeDocument/2006/relationships/image" Target="../media/image44.emf"/><Relationship Id="rId1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jpeg"/><Relationship Id="rId9"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re 5">
            <a:extLst>
              <a:ext uri="{FF2B5EF4-FFF2-40B4-BE49-F238E27FC236}">
                <a16:creationId xmlns:a16="http://schemas.microsoft.com/office/drawing/2014/main" id="{92EE5A33-C932-4E1B-8633-A199B8B15882}"/>
              </a:ext>
            </a:extLst>
          </p:cNvPr>
          <p:cNvSpPr>
            <a:spLocks noGrp="1"/>
          </p:cNvSpPr>
          <p:nvPr>
            <p:ph type="title"/>
          </p:nvPr>
        </p:nvSpPr>
        <p:spPr>
          <a:xfrm>
            <a:off x="489742" y="3430800"/>
            <a:ext cx="11160000" cy="1152000"/>
          </a:xfrm>
        </p:spPr>
        <p:txBody>
          <a:bodyPr>
            <a:noAutofit/>
          </a:bodyPr>
          <a:lstStyle/>
          <a:p>
            <a:r>
              <a:rPr lang="en-US" noProof="0"/>
              <a:t>Asset Lead Performance Contract South-East</a:t>
            </a:r>
          </a:p>
        </p:txBody>
      </p:sp>
      <p:sp>
        <p:nvSpPr>
          <p:cNvPr id="6" name="Sous-titre 2">
            <a:extLst>
              <a:ext uri="{FF2B5EF4-FFF2-40B4-BE49-F238E27FC236}">
                <a16:creationId xmlns:a16="http://schemas.microsoft.com/office/drawing/2014/main" id="{8FA65C7F-B8B5-2B02-016B-68B3309CC20C}"/>
              </a:ext>
            </a:extLst>
          </p:cNvPr>
          <p:cNvSpPr txBox="1">
            <a:spLocks noGrp="1"/>
          </p:cNvSpPr>
          <p:nvPr>
            <p:ph type="body" idx="1"/>
          </p:nvPr>
        </p:nvSpPr>
        <p:spPr>
          <a:xfrm>
            <a:off x="489617" y="4331181"/>
            <a:ext cx="11160125" cy="503237"/>
          </a:xfrm>
          <a:prstGeom prst="rect">
            <a:avLst/>
          </a:prstGeom>
        </p:spPr>
        <p:txBody>
          <a:bodyPr/>
          <a:lst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TotalEnergies Team</a:t>
            </a:r>
          </a:p>
        </p:txBody>
      </p:sp>
      <p:sp>
        <p:nvSpPr>
          <p:cNvPr id="8" name="ZoneTexte 7">
            <a:extLst>
              <a:ext uri="{FF2B5EF4-FFF2-40B4-BE49-F238E27FC236}">
                <a16:creationId xmlns:a16="http://schemas.microsoft.com/office/drawing/2014/main" id="{DE4C3F83-BD2B-75EB-2691-5FF4A0CC8994}"/>
              </a:ext>
            </a:extLst>
          </p:cNvPr>
          <p:cNvSpPr txBox="1"/>
          <p:nvPr/>
        </p:nvSpPr>
        <p:spPr>
          <a:xfrm>
            <a:off x="489617" y="4870059"/>
            <a:ext cx="9128946" cy="369332"/>
          </a:xfrm>
          <a:prstGeom prst="rect">
            <a:avLst/>
          </a:prstGeom>
          <a:noFill/>
        </p:spPr>
        <p:txBody>
          <a:bodyPr wrap="square" lIns="91440" tIns="45720" rIns="91440" bIns="45720" anchor="t">
            <a:spAutoFit/>
          </a:bodyPr>
          <a:lstStyle/>
          <a:p>
            <a:r>
              <a:rPr lang="en-US"/>
              <a:t>06 October 2025</a:t>
            </a:r>
            <a:endParaRPr lang="en-US">
              <a:cs typeface="Arial"/>
            </a:endParaRPr>
          </a:p>
        </p:txBody>
      </p:sp>
      <p:pic>
        <p:nvPicPr>
          <p:cNvPr id="13" name="Image 12" descr="Une image contenant logo, Police, Graphique, graphisme&#10;&#10;Description générée automatiquement">
            <a:extLst>
              <a:ext uri="{FF2B5EF4-FFF2-40B4-BE49-F238E27FC236}">
                <a16:creationId xmlns:a16="http://schemas.microsoft.com/office/drawing/2014/main" id="{7AEF4518-1910-DDD9-5E45-A72401C944BB}"/>
              </a:ext>
            </a:extLst>
          </p:cNvPr>
          <p:cNvPicPr/>
          <p:nvPr/>
        </p:nvPicPr>
        <p:blipFill>
          <a:blip r:embed="rId3">
            <a:extLst>
              <a:ext uri="{28A0092B-C50C-407E-A947-70E740481C1C}">
                <a14:useLocalDpi xmlns:a14="http://schemas.microsoft.com/office/drawing/2010/main" val="0"/>
              </a:ext>
            </a:extLst>
          </a:blip>
          <a:stretch>
            <a:fillRect/>
          </a:stretch>
        </p:blipFill>
        <p:spPr>
          <a:xfrm>
            <a:off x="11525775" y="194017"/>
            <a:ext cx="657479" cy="988016"/>
          </a:xfrm>
          <a:prstGeom prst="rect">
            <a:avLst/>
          </a:prstGeom>
        </p:spPr>
      </p:pic>
      <p:sp>
        <p:nvSpPr>
          <p:cNvPr id="3" name="Espace réservé du pied de page 2">
            <a:extLst>
              <a:ext uri="{FF2B5EF4-FFF2-40B4-BE49-F238E27FC236}">
                <a16:creationId xmlns:a16="http://schemas.microsoft.com/office/drawing/2014/main" id="{83CA0889-7EE5-DDBE-8E0C-3D3E8797A9B0}"/>
              </a:ext>
            </a:extLst>
          </p:cNvPr>
          <p:cNvSpPr>
            <a:spLocks noGrp="1"/>
          </p:cNvSpPr>
          <p:nvPr>
            <p:ph type="ftr" sz="quarter" idx="15"/>
          </p:nvPr>
        </p:nvSpPr>
        <p:spPr/>
        <p:txBody>
          <a:bodyPr/>
          <a:lstStyle/>
          <a:p>
            <a:r>
              <a:rPr lang="nl-NL"/>
              <a:t>ADNOC Upstream - TotalEnergies - 06/10/2025</a:t>
            </a:r>
            <a:endParaRPr lang="fr-FR"/>
          </a:p>
        </p:txBody>
      </p:sp>
      <p:sp>
        <p:nvSpPr>
          <p:cNvPr id="4" name="Espace réservé du numéro de diapositive 3">
            <a:extLst>
              <a:ext uri="{FF2B5EF4-FFF2-40B4-BE49-F238E27FC236}">
                <a16:creationId xmlns:a16="http://schemas.microsoft.com/office/drawing/2014/main" id="{EDE150A0-4D61-9577-4CD2-B81370A4B18F}"/>
              </a:ext>
            </a:extLst>
          </p:cNvPr>
          <p:cNvSpPr>
            <a:spLocks noGrp="1"/>
          </p:cNvSpPr>
          <p:nvPr>
            <p:ph type="sldNum" sz="quarter" idx="16"/>
          </p:nvPr>
        </p:nvSpPr>
        <p:spPr/>
        <p:txBody>
          <a:bodyPr/>
          <a:lstStyle/>
          <a:p>
            <a:fld id="{975A587B-5814-4D9B-9598-FE9CB954CB01}" type="slidenum">
              <a:rPr lang="fr-FR" smtClean="0"/>
              <a:pPr/>
              <a:t>1</a:t>
            </a:fld>
            <a:endParaRPr lang="fr-FR"/>
          </a:p>
        </p:txBody>
      </p:sp>
    </p:spTree>
    <p:extLst>
      <p:ext uri="{BB962C8B-B14F-4D97-AF65-F5344CB8AC3E}">
        <p14:creationId xmlns:p14="http://schemas.microsoft.com/office/powerpoint/2010/main" val="1621669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94C27D8-56B9-784C-0F28-E6E19B3E9BBD}"/>
              </a:ext>
            </a:extLst>
          </p:cNvPr>
          <p:cNvSpPr>
            <a:spLocks noGrp="1"/>
          </p:cNvSpPr>
          <p:nvPr>
            <p:ph type="title"/>
          </p:nvPr>
        </p:nvSpPr>
        <p:spPr/>
        <p:txBody>
          <a:bodyPr/>
          <a:lstStyle/>
          <a:p>
            <a:r>
              <a:rPr lang="fr-FR"/>
              <a:t>Agenda</a:t>
            </a:r>
          </a:p>
        </p:txBody>
      </p:sp>
      <p:sp>
        <p:nvSpPr>
          <p:cNvPr id="3" name="Espace réservé du pied de page 2">
            <a:extLst>
              <a:ext uri="{FF2B5EF4-FFF2-40B4-BE49-F238E27FC236}">
                <a16:creationId xmlns:a16="http://schemas.microsoft.com/office/drawing/2014/main" id="{6D1CD107-A37A-7EDA-66AD-6681876BCACF}"/>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1E20DA71-7C2B-6C42-8C08-3A45F9AD6D62}"/>
              </a:ext>
            </a:extLst>
          </p:cNvPr>
          <p:cNvSpPr>
            <a:spLocks noGrp="1"/>
          </p:cNvSpPr>
          <p:nvPr>
            <p:ph type="sldNum" sz="quarter" idx="16"/>
          </p:nvPr>
        </p:nvSpPr>
        <p:spPr/>
        <p:txBody>
          <a:bodyPr/>
          <a:lstStyle/>
          <a:p>
            <a:fld id="{975A587B-5814-4D9B-9598-FE9CB954CB01}" type="slidenum">
              <a:rPr lang="en-US" noProof="0" smtClean="0"/>
              <a:pPr/>
              <a:t>2</a:t>
            </a:fld>
            <a:endParaRPr lang="en-US" noProof="0"/>
          </a:p>
        </p:txBody>
      </p:sp>
      <p:sp>
        <p:nvSpPr>
          <p:cNvPr id="6" name="Espace réservé du texte 5">
            <a:extLst>
              <a:ext uri="{FF2B5EF4-FFF2-40B4-BE49-F238E27FC236}">
                <a16:creationId xmlns:a16="http://schemas.microsoft.com/office/drawing/2014/main" id="{F5B8FD27-27A5-10E7-129F-62153FDC5188}"/>
              </a:ext>
            </a:extLst>
          </p:cNvPr>
          <p:cNvSpPr txBox="1">
            <a:spLocks/>
          </p:cNvSpPr>
          <p:nvPr/>
        </p:nvSpPr>
        <p:spPr>
          <a:xfrm>
            <a:off x="469879" y="1372351"/>
            <a:ext cx="11268000" cy="4860000"/>
          </a:xfrm>
          <a:prstGeom prst="rect">
            <a:avLst/>
          </a:prstGeom>
        </p:spPr>
        <p:txBody>
          <a:bodyPr lIns="91440" tIns="45720" rIns="91440" bIns="45720" anchor="t"/>
          <a:lst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705" indent="-179705"/>
            <a:r>
              <a:rPr lang="fr-FR" err="1"/>
              <a:t>Safety</a:t>
            </a:r>
            <a:r>
              <a:rPr lang="fr-FR"/>
              <a:t> moment</a:t>
            </a:r>
            <a:endParaRPr lang="fr-FR">
              <a:cs typeface="Arial"/>
            </a:endParaRPr>
          </a:p>
          <a:p>
            <a:pPr marL="179705" indent="-179705"/>
            <a:r>
              <a:rPr lang="en-US"/>
              <a:t>PC24 key achievement and implementation today</a:t>
            </a:r>
            <a:endParaRPr lang="en-US">
              <a:cs typeface="Arial"/>
            </a:endParaRPr>
          </a:p>
          <a:p>
            <a:pPr marL="179705" indent="-179705"/>
            <a:r>
              <a:rPr lang="en-US"/>
              <a:t>PC25 key achievement today</a:t>
            </a:r>
            <a:endParaRPr lang="en-US">
              <a:cs typeface="Arial"/>
            </a:endParaRPr>
          </a:p>
          <a:p>
            <a:pPr marL="359410" lvl="1" indent="-179705"/>
            <a:r>
              <a:rPr lang="en-US"/>
              <a:t>Yearly achievements / Current progress</a:t>
            </a:r>
          </a:p>
          <a:p>
            <a:pPr marL="359410" lvl="1" indent="-179705"/>
            <a:r>
              <a:rPr lang="en-US"/>
              <a:t>Growth P5</a:t>
            </a:r>
          </a:p>
          <a:p>
            <a:pPr marL="359410" lvl="1" indent="-179705"/>
            <a:r>
              <a:rPr lang="en-US"/>
              <a:t>Production</a:t>
            </a:r>
            <a:endParaRPr lang="en-US">
              <a:cs typeface="Arial"/>
            </a:endParaRPr>
          </a:p>
          <a:p>
            <a:pPr marL="359410" lvl="1" indent="-179705"/>
            <a:r>
              <a:rPr lang="en-US"/>
              <a:t>Asset performances &amp; Growth (AiP5)</a:t>
            </a:r>
            <a:endParaRPr lang="en-US">
              <a:cs typeface="Arial"/>
            </a:endParaRPr>
          </a:p>
          <a:p>
            <a:pPr marL="359410" lvl="1" indent="-179705"/>
            <a:r>
              <a:rPr lang="en-US"/>
              <a:t>EOR</a:t>
            </a:r>
            <a:endParaRPr lang="en-US">
              <a:cs typeface="Arial"/>
            </a:endParaRPr>
          </a:p>
          <a:p>
            <a:pPr marL="359410" lvl="1" indent="-179705"/>
            <a:r>
              <a:rPr lang="en-US"/>
              <a:t>Support to operation: Lean Operated Model &amp; Integrity/Corrosion</a:t>
            </a:r>
            <a:endParaRPr lang="en-US">
              <a:cs typeface="Arial"/>
            </a:endParaRPr>
          </a:p>
          <a:p>
            <a:pPr marL="359410" lvl="1" indent="-179705"/>
            <a:r>
              <a:rPr lang="en-US"/>
              <a:t>Technologies</a:t>
            </a:r>
            <a:endParaRPr lang="en-US">
              <a:cs typeface="Arial"/>
            </a:endParaRPr>
          </a:p>
          <a:p>
            <a:pPr marL="359410" lvl="1" indent="-179705"/>
            <a:r>
              <a:rPr lang="en-US"/>
              <a:t>People</a:t>
            </a:r>
            <a:endParaRPr lang="en-US">
              <a:cs typeface="Arial"/>
            </a:endParaRPr>
          </a:p>
          <a:p>
            <a:pPr marL="359410" lvl="1" indent="-179705"/>
            <a:r>
              <a:rPr lang="en-US"/>
              <a:t>Capex / </a:t>
            </a:r>
            <a:r>
              <a:rPr lang="en-US" err="1"/>
              <a:t>Opex</a:t>
            </a:r>
            <a:r>
              <a:rPr lang="en-US"/>
              <a:t> optimization</a:t>
            </a:r>
            <a:endParaRPr lang="en-US">
              <a:cs typeface="Arial"/>
            </a:endParaRPr>
          </a:p>
          <a:p>
            <a:pPr marL="359410" lvl="1" indent="-179705"/>
            <a:r>
              <a:rPr lang="en-US"/>
              <a:t>Low carbon sustainability</a:t>
            </a:r>
            <a:endParaRPr lang="en-US">
              <a:cs typeface="Arial"/>
            </a:endParaRPr>
          </a:p>
        </p:txBody>
      </p:sp>
    </p:spTree>
    <p:extLst>
      <p:ext uri="{BB962C8B-B14F-4D97-AF65-F5344CB8AC3E}">
        <p14:creationId xmlns:p14="http://schemas.microsoft.com/office/powerpoint/2010/main" val="382662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FA089-3FB9-6A9F-67E4-F219B0E194EE}"/>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41C50E50-A3FE-2C7B-FD2D-A99441146785}"/>
              </a:ext>
            </a:extLst>
          </p:cNvPr>
          <p:cNvSpPr>
            <a:spLocks noGrp="1"/>
          </p:cNvSpPr>
          <p:nvPr>
            <p:ph type="title"/>
          </p:nvPr>
        </p:nvSpPr>
        <p:spPr>
          <a:xfrm>
            <a:off x="507008" y="92198"/>
            <a:ext cx="9720000" cy="1008000"/>
          </a:xfrm>
        </p:spPr>
        <p:txBody>
          <a:bodyPr/>
          <a:lstStyle/>
          <a:p>
            <a:r>
              <a:rPr lang="fr-FR" err="1"/>
              <a:t>Safety</a:t>
            </a:r>
            <a:r>
              <a:rPr lang="fr-FR"/>
              <a:t> Moment</a:t>
            </a:r>
          </a:p>
        </p:txBody>
      </p:sp>
      <p:sp>
        <p:nvSpPr>
          <p:cNvPr id="3" name="Espace réservé du pied de page 2">
            <a:extLst>
              <a:ext uri="{FF2B5EF4-FFF2-40B4-BE49-F238E27FC236}">
                <a16:creationId xmlns:a16="http://schemas.microsoft.com/office/drawing/2014/main" id="{F0BD2956-CF78-702E-2662-D1A2F26FBD10}"/>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DE129954-109A-2074-5E6B-1E9046482F3D}"/>
              </a:ext>
            </a:extLst>
          </p:cNvPr>
          <p:cNvSpPr>
            <a:spLocks noGrp="1"/>
          </p:cNvSpPr>
          <p:nvPr>
            <p:ph type="sldNum" sz="quarter" idx="16"/>
          </p:nvPr>
        </p:nvSpPr>
        <p:spPr/>
        <p:txBody>
          <a:bodyPr/>
          <a:lstStyle/>
          <a:p>
            <a:fld id="{975A587B-5814-4D9B-9598-FE9CB954CB01}" type="slidenum">
              <a:rPr lang="en-US" noProof="0" smtClean="0"/>
              <a:pPr/>
              <a:t>3</a:t>
            </a:fld>
            <a:endParaRPr lang="en-US" noProof="0"/>
          </a:p>
        </p:txBody>
      </p:sp>
      <p:sp>
        <p:nvSpPr>
          <p:cNvPr id="6" name="Espace réservé du texte 5">
            <a:extLst>
              <a:ext uri="{FF2B5EF4-FFF2-40B4-BE49-F238E27FC236}">
                <a16:creationId xmlns:a16="http://schemas.microsoft.com/office/drawing/2014/main" id="{1B5CA595-77E3-CC5C-DCA4-AAE84D6FA802}"/>
              </a:ext>
            </a:extLst>
          </p:cNvPr>
          <p:cNvSpPr txBox="1">
            <a:spLocks/>
          </p:cNvSpPr>
          <p:nvPr/>
        </p:nvSpPr>
        <p:spPr>
          <a:xfrm>
            <a:off x="0" y="873303"/>
            <a:ext cx="7053872" cy="5342561"/>
          </a:xfrm>
          <a:prstGeom prst="rect">
            <a:avLst/>
          </a:prstGeom>
        </p:spPr>
        <p:txBody>
          <a:bodyPr/>
          <a:lst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solidFill>
                  <a:schemeClr val="accent1"/>
                </a:solidFill>
              </a:rPr>
              <a:t>Safety moment </a:t>
            </a:r>
            <a:r>
              <a:rPr lang="en-US" noProof="0"/>
              <a:t>performed during all key meeting to maintain high level of vigilance and share good practices</a:t>
            </a:r>
            <a:endParaRPr lang="en-US" sz="800" noProof="0"/>
          </a:p>
          <a:p>
            <a:r>
              <a:rPr lang="en-US" b="1" noProof="0">
                <a:solidFill>
                  <a:schemeClr val="accent1"/>
                </a:solidFill>
              </a:rPr>
              <a:t>Road safety and Drilling identified as key focus area</a:t>
            </a:r>
            <a:endParaRPr lang="en-US" b="1">
              <a:solidFill>
                <a:schemeClr val="accent1"/>
              </a:solidFill>
            </a:endParaRPr>
          </a:p>
          <a:p>
            <a:r>
              <a:rPr lang="en-US" b="1" noProof="0">
                <a:solidFill>
                  <a:schemeClr val="accent1"/>
                </a:solidFill>
              </a:rPr>
              <a:t>Road Safety</a:t>
            </a:r>
          </a:p>
          <a:p>
            <a:pPr lvl="1"/>
            <a:r>
              <a:rPr lang="en-US" sz="1600" u="sng" noProof="0">
                <a:solidFill>
                  <a:schemeClr val="accent1"/>
                </a:solidFill>
              </a:rPr>
              <a:t>TTE organized 3 days Road Safety Workshop in Abu Dhabi </a:t>
            </a:r>
            <a:r>
              <a:rPr lang="en-US" sz="1600" noProof="0"/>
              <a:t>in November (24-26)</a:t>
            </a:r>
          </a:p>
          <a:p>
            <a:pPr lvl="2"/>
            <a:r>
              <a:rPr lang="en-US" sz="1400" noProof="0"/>
              <a:t>Safe drive overview / Audit / Innovations</a:t>
            </a:r>
          </a:p>
          <a:p>
            <a:pPr lvl="2"/>
            <a:r>
              <a:rPr lang="en-US" sz="1400" noProof="0"/>
              <a:t>Land Transport management System / How to monitor road safety / Accident &amp; REX</a:t>
            </a:r>
          </a:p>
          <a:p>
            <a:pPr lvl="2"/>
            <a:r>
              <a:rPr lang="en-US" sz="1400" noProof="0"/>
              <a:t>Embedded equipment / Operational requirements</a:t>
            </a:r>
          </a:p>
          <a:p>
            <a:pPr lvl="1"/>
            <a:r>
              <a:rPr lang="en-US" sz="1600" u="sng">
                <a:solidFill>
                  <a:schemeClr val="accent1"/>
                </a:solidFill>
              </a:rPr>
              <a:t>AON participates to Yearly Road Safety Forum </a:t>
            </a:r>
            <a:r>
              <a:rPr lang="en-US" sz="1600"/>
              <a:t>organized by TTE HQ in France (2024) or Tunis (2025)</a:t>
            </a:r>
            <a:endParaRPr lang="en-US" sz="700"/>
          </a:p>
          <a:p>
            <a:r>
              <a:rPr lang="en-US" b="1">
                <a:solidFill>
                  <a:schemeClr val="accent1"/>
                </a:solidFill>
              </a:rPr>
              <a:t>Drilling Safety  </a:t>
            </a:r>
          </a:p>
          <a:p>
            <a:pPr lvl="1"/>
            <a:r>
              <a:rPr lang="en-US" sz="1600"/>
              <a:t>Cross-Fertilization being organized 23</a:t>
            </a:r>
            <a:r>
              <a:rPr lang="en-US" sz="1600" baseline="30000"/>
              <a:t>rd</a:t>
            </a:r>
            <a:r>
              <a:rPr lang="en-US" sz="1600"/>
              <a:t> October (Teams) &amp; in UAE mid November with TTE experts</a:t>
            </a:r>
          </a:p>
          <a:p>
            <a:r>
              <a:rPr lang="en-US" sz="1800" noProof="0">
                <a:solidFill>
                  <a:schemeClr val="accent1"/>
                </a:solidFill>
              </a:rPr>
              <a:t>Adopt the no BLAMING </a:t>
            </a:r>
            <a:r>
              <a:rPr lang="en-US" sz="1800" noProof="0"/>
              <a:t>culture </a:t>
            </a:r>
            <a:r>
              <a:rPr lang="en-US" sz="1800"/>
              <a:t>to recover unsafe actions and disseminate best practices</a:t>
            </a:r>
          </a:p>
        </p:txBody>
      </p:sp>
      <p:grpSp>
        <p:nvGrpSpPr>
          <p:cNvPr id="13" name="Group 12">
            <a:extLst>
              <a:ext uri="{FF2B5EF4-FFF2-40B4-BE49-F238E27FC236}">
                <a16:creationId xmlns:a16="http://schemas.microsoft.com/office/drawing/2014/main" id="{337F5D04-0B73-9570-BEE7-3CC6AE33CD22}"/>
              </a:ext>
            </a:extLst>
          </p:cNvPr>
          <p:cNvGrpSpPr/>
          <p:nvPr/>
        </p:nvGrpSpPr>
        <p:grpSpPr>
          <a:xfrm>
            <a:off x="7053873" y="1175132"/>
            <a:ext cx="5138127" cy="2171528"/>
            <a:chOff x="7053873" y="1157094"/>
            <a:chExt cx="5138127" cy="2171528"/>
          </a:xfrm>
        </p:grpSpPr>
        <p:pic>
          <p:nvPicPr>
            <p:cNvPr id="7" name="Picture 2">
              <a:extLst>
                <a:ext uri="{FF2B5EF4-FFF2-40B4-BE49-F238E27FC236}">
                  <a16:creationId xmlns:a16="http://schemas.microsoft.com/office/drawing/2014/main" id="{063817E2-3BA5-A095-B48D-EDA95DFE40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87" t="35668" r="33672" b="45222"/>
            <a:stretch/>
          </p:blipFill>
          <p:spPr bwMode="auto">
            <a:xfrm>
              <a:off x="8348088" y="1680039"/>
              <a:ext cx="3843912" cy="160972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FC9B9080-76A7-E4EA-0773-4F125FAD2A36}"/>
                </a:ext>
              </a:extLst>
            </p:cNvPr>
            <p:cNvPicPr>
              <a:picLocks noChangeAspect="1"/>
            </p:cNvPicPr>
            <p:nvPr/>
          </p:nvPicPr>
          <p:blipFill>
            <a:blip r:embed="rId4"/>
            <a:stretch>
              <a:fillRect/>
            </a:stretch>
          </p:blipFill>
          <p:spPr>
            <a:xfrm>
              <a:off x="7053873" y="1157094"/>
              <a:ext cx="1294216" cy="2171528"/>
            </a:xfrm>
            <a:prstGeom prst="rect">
              <a:avLst/>
            </a:prstGeom>
          </p:spPr>
        </p:pic>
        <p:pic>
          <p:nvPicPr>
            <p:cNvPr id="9" name="Image 8">
              <a:extLst>
                <a:ext uri="{FF2B5EF4-FFF2-40B4-BE49-F238E27FC236}">
                  <a16:creationId xmlns:a16="http://schemas.microsoft.com/office/drawing/2014/main" id="{61AE9969-895C-7EA1-228E-C30E30B85164}"/>
                </a:ext>
              </a:extLst>
            </p:cNvPr>
            <p:cNvPicPr>
              <a:picLocks noChangeAspect="1"/>
            </p:cNvPicPr>
            <p:nvPr/>
          </p:nvPicPr>
          <p:blipFill>
            <a:blip r:embed="rId5"/>
            <a:stretch>
              <a:fillRect/>
            </a:stretch>
          </p:blipFill>
          <p:spPr>
            <a:xfrm>
              <a:off x="8348087" y="1157094"/>
              <a:ext cx="3843913" cy="522945"/>
            </a:xfrm>
            <a:prstGeom prst="rect">
              <a:avLst/>
            </a:prstGeom>
          </p:spPr>
        </p:pic>
      </p:grpSp>
      <p:sp>
        <p:nvSpPr>
          <p:cNvPr id="10" name="Rectangle 9">
            <a:extLst>
              <a:ext uri="{FF2B5EF4-FFF2-40B4-BE49-F238E27FC236}">
                <a16:creationId xmlns:a16="http://schemas.microsoft.com/office/drawing/2014/main" id="{EE9AD024-FEB0-79CC-A817-9355B2FDD456}"/>
              </a:ext>
            </a:extLst>
          </p:cNvPr>
          <p:cNvSpPr/>
          <p:nvPr/>
        </p:nvSpPr>
        <p:spPr>
          <a:xfrm>
            <a:off x="7053873" y="1157094"/>
            <a:ext cx="5138127" cy="213267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FB8648A7-900C-D7AE-41E7-BF152A53297B}"/>
              </a:ext>
            </a:extLst>
          </p:cNvPr>
          <p:cNvPicPr>
            <a:picLocks noChangeAspect="1"/>
          </p:cNvPicPr>
          <p:nvPr/>
        </p:nvPicPr>
        <p:blipFill>
          <a:blip r:embed="rId6"/>
          <a:stretch>
            <a:fillRect/>
          </a:stretch>
        </p:blipFill>
        <p:spPr>
          <a:xfrm>
            <a:off x="7106423" y="3851567"/>
            <a:ext cx="5033025" cy="2029547"/>
          </a:xfrm>
          <a:prstGeom prst="rect">
            <a:avLst/>
          </a:prstGeom>
          <a:ln>
            <a:solidFill>
              <a:schemeClr val="bg1">
                <a:lumMod val="50000"/>
              </a:schemeClr>
            </a:solidFill>
          </a:ln>
        </p:spPr>
      </p:pic>
    </p:spTree>
    <p:extLst>
      <p:ext uri="{BB962C8B-B14F-4D97-AF65-F5344CB8AC3E}">
        <p14:creationId xmlns:p14="http://schemas.microsoft.com/office/powerpoint/2010/main" val="4107241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5A8ED-D745-2532-D38B-8C67B03802A9}"/>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6BEFB59B-8363-B3C9-5AA4-D60D98325232}"/>
              </a:ext>
            </a:extLst>
          </p:cNvPr>
          <p:cNvSpPr>
            <a:spLocks noGrp="1"/>
          </p:cNvSpPr>
          <p:nvPr>
            <p:ph type="title"/>
          </p:nvPr>
        </p:nvSpPr>
        <p:spPr>
          <a:xfrm>
            <a:off x="469879" y="167132"/>
            <a:ext cx="9720000" cy="549329"/>
          </a:xfrm>
        </p:spPr>
        <p:txBody>
          <a:bodyPr/>
          <a:lstStyle/>
          <a:p>
            <a:r>
              <a:rPr lang="en-US" noProof="0"/>
              <a:t>PC24 - Key Achievement &amp; Implementation</a:t>
            </a:r>
          </a:p>
        </p:txBody>
      </p:sp>
      <p:sp>
        <p:nvSpPr>
          <p:cNvPr id="3" name="Espace réservé du pied de page 2">
            <a:extLst>
              <a:ext uri="{FF2B5EF4-FFF2-40B4-BE49-F238E27FC236}">
                <a16:creationId xmlns:a16="http://schemas.microsoft.com/office/drawing/2014/main" id="{18A0DC61-B2D3-4C61-7EBF-D23A8690BFAE}"/>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8E5E170C-4DC5-0C36-E3C8-891AC45747DD}"/>
              </a:ext>
            </a:extLst>
          </p:cNvPr>
          <p:cNvSpPr>
            <a:spLocks noGrp="1"/>
          </p:cNvSpPr>
          <p:nvPr>
            <p:ph type="sldNum" sz="quarter" idx="16"/>
          </p:nvPr>
        </p:nvSpPr>
        <p:spPr/>
        <p:txBody>
          <a:bodyPr/>
          <a:lstStyle/>
          <a:p>
            <a:fld id="{975A587B-5814-4D9B-9598-FE9CB954CB01}" type="slidenum">
              <a:rPr lang="en-US" noProof="0" smtClean="0"/>
              <a:pPr/>
              <a:t>4</a:t>
            </a:fld>
            <a:endParaRPr lang="en-US" noProof="0"/>
          </a:p>
        </p:txBody>
      </p:sp>
      <p:sp>
        <p:nvSpPr>
          <p:cNvPr id="6" name="Espace réservé du texte 5">
            <a:extLst>
              <a:ext uri="{FF2B5EF4-FFF2-40B4-BE49-F238E27FC236}">
                <a16:creationId xmlns:a16="http://schemas.microsoft.com/office/drawing/2014/main" id="{E72D6A64-50F9-6985-648F-CC1DEE0B7B46}"/>
              </a:ext>
            </a:extLst>
          </p:cNvPr>
          <p:cNvSpPr txBox="1">
            <a:spLocks/>
          </p:cNvSpPr>
          <p:nvPr/>
        </p:nvSpPr>
        <p:spPr>
          <a:xfrm>
            <a:off x="0" y="913679"/>
            <a:ext cx="6421821" cy="4346393"/>
          </a:xfrm>
          <a:prstGeom prst="rect">
            <a:avLst/>
          </a:prstGeom>
        </p:spPr>
        <p:txBody>
          <a:bodyPr/>
          <a:lst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noProof="0"/>
              <a:t>9 Implemented</a:t>
            </a:r>
          </a:p>
          <a:p>
            <a:pPr lvl="1"/>
            <a:r>
              <a:rPr lang="en-US" sz="1400" noProof="0"/>
              <a:t>Full implementation of </a:t>
            </a:r>
            <a:r>
              <a:rPr lang="en-US" sz="1400"/>
              <a:t>s</a:t>
            </a:r>
            <a:r>
              <a:rPr lang="en-US" sz="1400" noProof="0" err="1"/>
              <a:t>upport</a:t>
            </a:r>
            <a:r>
              <a:rPr lang="en-US" sz="1400" noProof="0"/>
              <a:t> flare out / EOR: </a:t>
            </a:r>
            <a:r>
              <a:rPr lang="en-US" sz="1400" noProof="0" err="1"/>
              <a:t>Siwap</a:t>
            </a:r>
            <a:r>
              <a:rPr lang="en-US" sz="1400" noProof="0"/>
              <a:t> </a:t>
            </a:r>
            <a:r>
              <a:rPr lang="en-US" sz="1400" noProof="0" err="1"/>
              <a:t>Asab</a:t>
            </a:r>
            <a:r>
              <a:rPr lang="en-US" sz="1400" noProof="0"/>
              <a:t> KH2 / Full AON Team immersion / Support for gate approval</a:t>
            </a:r>
          </a:p>
          <a:p>
            <a:pPr lvl="1"/>
            <a:r>
              <a:rPr lang="en-US" sz="1400" noProof="0"/>
              <a:t>Partial implementation of de-risking of tight reservoirs / Support +15 </a:t>
            </a:r>
            <a:r>
              <a:rPr lang="en-US" sz="1400" noProof="0" err="1"/>
              <a:t>Mbp</a:t>
            </a:r>
            <a:r>
              <a:rPr lang="en-US" sz="1400" noProof="0"/>
              <a:t> mandate / Shah Water Shut off / EOR Sahil KH1 low salinity pilot / QW RF improvement</a:t>
            </a:r>
          </a:p>
          <a:p>
            <a:pPr marL="180000" lvl="1" indent="0">
              <a:buNone/>
            </a:pPr>
            <a:endParaRPr lang="en-US" sz="1400" noProof="0"/>
          </a:p>
          <a:p>
            <a:r>
              <a:rPr lang="en-US" sz="1600" b="1"/>
              <a:t>3 In </a:t>
            </a:r>
            <a:r>
              <a:rPr lang="en-US" sz="1600" b="1" noProof="0"/>
              <a:t>progress</a:t>
            </a:r>
          </a:p>
          <a:p>
            <a:pPr lvl="1"/>
            <a:r>
              <a:rPr lang="en-US" sz="1400" noProof="0"/>
              <a:t>Techno: Wide business case / Techno: Demeter / Sahil Lower completion</a:t>
            </a:r>
          </a:p>
          <a:p>
            <a:pPr marL="180000" lvl="1" indent="0">
              <a:buNone/>
            </a:pPr>
            <a:endParaRPr lang="en-US" sz="1400" noProof="0"/>
          </a:p>
          <a:p>
            <a:r>
              <a:rPr lang="en-US" sz="1600" b="1" noProof="0"/>
              <a:t>3 planned for next year</a:t>
            </a:r>
          </a:p>
          <a:p>
            <a:pPr lvl="1"/>
            <a:r>
              <a:rPr lang="en-US" sz="1400" noProof="0"/>
              <a:t>Integrated Asset Planning follow up (but secondee arrived in Sept-25) / </a:t>
            </a:r>
            <a:r>
              <a:rPr lang="en-US" sz="1400" noProof="0" err="1"/>
              <a:t>Asab</a:t>
            </a:r>
            <a:r>
              <a:rPr lang="en-US" sz="1400" noProof="0"/>
              <a:t> WAG / Secondment</a:t>
            </a:r>
          </a:p>
          <a:p>
            <a:pPr marL="180000" lvl="1" indent="0">
              <a:buNone/>
            </a:pPr>
            <a:endParaRPr lang="en-US" sz="1400" noProof="0"/>
          </a:p>
          <a:p>
            <a:r>
              <a:rPr lang="en-US" sz="1600" b="1" noProof="0"/>
              <a:t>1 not </a:t>
            </a:r>
            <a:r>
              <a:rPr lang="en-US" sz="1600" b="1"/>
              <a:t>applicable</a:t>
            </a:r>
            <a:endParaRPr lang="en-US" sz="1600" b="1" noProof="0"/>
          </a:p>
          <a:p>
            <a:pPr lvl="1"/>
            <a:r>
              <a:rPr lang="en-US" sz="1400" noProof="0"/>
              <a:t>Emulsion handling, alternative solution find by AON</a:t>
            </a:r>
          </a:p>
          <a:p>
            <a:endParaRPr lang="en-US" sz="1600" noProof="0"/>
          </a:p>
        </p:txBody>
      </p:sp>
      <p:sp>
        <p:nvSpPr>
          <p:cNvPr id="7" name="Rectangle : coins arrondis 6">
            <a:extLst>
              <a:ext uri="{FF2B5EF4-FFF2-40B4-BE49-F238E27FC236}">
                <a16:creationId xmlns:a16="http://schemas.microsoft.com/office/drawing/2014/main" id="{A4253DAF-366C-8102-5B66-F29AE232EBDF}"/>
              </a:ext>
            </a:extLst>
          </p:cNvPr>
          <p:cNvSpPr/>
          <p:nvPr/>
        </p:nvSpPr>
        <p:spPr>
          <a:xfrm>
            <a:off x="1153763" y="5568166"/>
            <a:ext cx="9884474" cy="57372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PC 2024 - Tracking implementation of previous years’ recommendations</a:t>
            </a:r>
          </a:p>
          <a:p>
            <a:pPr algn="ctr"/>
            <a:r>
              <a:rPr lang="en-US" sz="2000"/>
              <a:t>~80% fully/partially/in progress implemented</a:t>
            </a:r>
          </a:p>
        </p:txBody>
      </p:sp>
      <p:graphicFrame>
        <p:nvGraphicFramePr>
          <p:cNvPr id="2" name="Chart 2">
            <a:extLst>
              <a:ext uri="{FF2B5EF4-FFF2-40B4-BE49-F238E27FC236}">
                <a16:creationId xmlns:a16="http://schemas.microsoft.com/office/drawing/2014/main" id="{BF75C1ED-A98F-CDC1-5C3D-DA115372A150}"/>
              </a:ext>
            </a:extLst>
          </p:cNvPr>
          <p:cNvGraphicFramePr>
            <a:graphicFrameLocks/>
          </p:cNvGraphicFramePr>
          <p:nvPr>
            <p:extLst>
              <p:ext uri="{D42A27DB-BD31-4B8C-83A1-F6EECF244321}">
                <p14:modId xmlns:p14="http://schemas.microsoft.com/office/powerpoint/2010/main" val="3689109731"/>
              </p:ext>
            </p:extLst>
          </p:nvPr>
        </p:nvGraphicFramePr>
        <p:xfrm>
          <a:off x="6096000" y="1175133"/>
          <a:ext cx="6096000" cy="481617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65456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1"/>
          <p:cNvSpPr txBox="1"/>
          <p:nvPr/>
        </p:nvSpPr>
        <p:spPr>
          <a:xfrm>
            <a:off x="6312024" y="1461591"/>
            <a:ext cx="948144" cy="1000520"/>
          </a:xfrm>
          <a:prstGeom prst="rect">
            <a:avLst/>
          </a:prstGeom>
          <a:noFill/>
        </p:spPr>
        <p:txBody>
          <a:bodyPr wrap="square" lIns="0" tIns="0" rIns="0" bIns="0" rtlCol="0">
            <a:noAutofit/>
          </a:bodyPr>
          <a:lstStyle/>
          <a:p>
            <a:pPr algn="ctr">
              <a:spcBef>
                <a:spcPts val="800"/>
              </a:spcBef>
            </a:pPr>
            <a:r>
              <a:rPr lang="en-US" sz="4800" b="1">
                <a:solidFill>
                  <a:srgbClr val="0070C0"/>
                </a:solidFill>
                <a:latin typeface="+mj-lt"/>
              </a:rPr>
              <a:t>17</a:t>
            </a:r>
          </a:p>
        </p:txBody>
      </p:sp>
      <p:sp>
        <p:nvSpPr>
          <p:cNvPr id="79" name="TextBox 78"/>
          <p:cNvSpPr txBox="1"/>
          <p:nvPr/>
        </p:nvSpPr>
        <p:spPr>
          <a:xfrm>
            <a:off x="6312024" y="3818933"/>
            <a:ext cx="952115" cy="1000520"/>
          </a:xfrm>
          <a:prstGeom prst="rect">
            <a:avLst/>
          </a:prstGeom>
          <a:noFill/>
        </p:spPr>
        <p:txBody>
          <a:bodyPr wrap="square" lIns="0" tIns="0" rIns="0" bIns="0" rtlCol="0">
            <a:noAutofit/>
          </a:bodyPr>
          <a:lstStyle>
            <a:defPPr>
              <a:defRPr lang="fr-FR"/>
            </a:defPPr>
            <a:lvl1pPr algn="ctr">
              <a:spcBef>
                <a:spcPts val="800"/>
              </a:spcBef>
              <a:defRPr sz="4800" b="1">
                <a:solidFill>
                  <a:srgbClr val="0070C0"/>
                </a:solidFill>
                <a:latin typeface="+mj-lt"/>
              </a:defRPr>
            </a:lvl1pPr>
          </a:lstStyle>
          <a:p>
            <a:r>
              <a:rPr lang="en-US"/>
              <a:t>9</a:t>
            </a:r>
          </a:p>
        </p:txBody>
      </p:sp>
      <p:sp>
        <p:nvSpPr>
          <p:cNvPr id="10" name="TextBox 9"/>
          <p:cNvSpPr txBox="1"/>
          <p:nvPr/>
        </p:nvSpPr>
        <p:spPr>
          <a:xfrm>
            <a:off x="335365" y="1461591"/>
            <a:ext cx="1812247" cy="1000520"/>
          </a:xfrm>
          <a:prstGeom prst="rect">
            <a:avLst/>
          </a:prstGeom>
          <a:noFill/>
        </p:spPr>
        <p:txBody>
          <a:bodyPr wrap="square" lIns="0" tIns="0" rIns="0" bIns="0" rtlCol="0">
            <a:noAutofit/>
          </a:bodyPr>
          <a:lstStyle/>
          <a:p>
            <a:pPr algn="ctr">
              <a:spcBef>
                <a:spcPts val="800"/>
              </a:spcBef>
            </a:pPr>
            <a:r>
              <a:rPr lang="en-US" sz="4800" b="1">
                <a:solidFill>
                  <a:srgbClr val="0070C0"/>
                </a:solidFill>
                <a:latin typeface="+mj-lt"/>
              </a:rPr>
              <a:t>25</a:t>
            </a:r>
          </a:p>
        </p:txBody>
      </p:sp>
      <p:sp>
        <p:nvSpPr>
          <p:cNvPr id="11" name="TextBox 10"/>
          <p:cNvSpPr txBox="1"/>
          <p:nvPr/>
        </p:nvSpPr>
        <p:spPr>
          <a:xfrm>
            <a:off x="1866780" y="1693303"/>
            <a:ext cx="4112779" cy="2071207"/>
          </a:xfrm>
          <a:prstGeom prst="rect">
            <a:avLst/>
          </a:prstGeom>
          <a:noFill/>
        </p:spPr>
        <p:txBody>
          <a:bodyPr wrap="square" lIns="0" tIns="0" rIns="0" bIns="0" rtlCol="0">
            <a:noAutofit/>
          </a:bodyPr>
          <a:lstStyle>
            <a:defPPr>
              <a:defRPr lang="en-US"/>
            </a:defPPr>
            <a:lvl1pPr>
              <a:spcBef>
                <a:spcPts val="800"/>
              </a:spcBef>
              <a:defRPr sz="7200" b="1">
                <a:solidFill>
                  <a:schemeClr val="tx2"/>
                </a:solidFill>
              </a:defRPr>
            </a:lvl1pPr>
          </a:lstStyle>
          <a:p>
            <a:r>
              <a:rPr lang="en-US" sz="2000">
                <a:solidFill>
                  <a:srgbClr val="0070C0"/>
                </a:solidFill>
                <a:latin typeface="+mj-lt"/>
              </a:rPr>
              <a:t>In support </a:t>
            </a:r>
          </a:p>
          <a:p>
            <a:pPr marL="285744" indent="-285744">
              <a:buFont typeface="Wingdings" panose="05000000000000000000" pitchFamily="2" charset="2"/>
              <a:buChar char="§"/>
            </a:pPr>
            <a:r>
              <a:rPr lang="en-US" sz="1467" b="0">
                <a:solidFill>
                  <a:srgbClr val="4D5156"/>
                </a:solidFill>
                <a:latin typeface="+mj-lt"/>
              </a:rPr>
              <a:t>Asset Lead Support Group in HQ</a:t>
            </a:r>
          </a:p>
          <a:p>
            <a:pPr marL="285744" indent="-285744">
              <a:buFont typeface="Wingdings" panose="05000000000000000000" pitchFamily="2" charset="2"/>
              <a:buChar char="§"/>
            </a:pPr>
            <a:r>
              <a:rPr lang="en-US" sz="1467" b="0">
                <a:solidFill>
                  <a:srgbClr val="4D5156"/>
                </a:solidFill>
                <a:latin typeface="+mj-lt"/>
              </a:rPr>
              <a:t>Numerous specialists from TTE HQ lined up on all objectives: </a:t>
            </a:r>
            <a:br>
              <a:rPr lang="en-US" sz="1467" b="0">
                <a:solidFill>
                  <a:srgbClr val="4D5156"/>
                </a:solidFill>
                <a:latin typeface="+mj-lt"/>
              </a:rPr>
            </a:br>
            <a:r>
              <a:rPr lang="en-US" sz="1467" b="0">
                <a:solidFill>
                  <a:srgbClr val="4D5156"/>
                </a:solidFill>
                <a:latin typeface="+mj-lt"/>
              </a:rPr>
              <a:t>Best in class expertise in reservoir simulation, well performance, Corrosion/integrity, EOR.                      GHG reduction leaders, Digital factory managers, Operations Excellence</a:t>
            </a:r>
          </a:p>
        </p:txBody>
      </p:sp>
      <p:sp>
        <p:nvSpPr>
          <p:cNvPr id="80" name="TextBox 79"/>
          <p:cNvSpPr txBox="1"/>
          <p:nvPr/>
        </p:nvSpPr>
        <p:spPr>
          <a:xfrm>
            <a:off x="7260168" y="4027632"/>
            <a:ext cx="4792952" cy="1978088"/>
          </a:xfrm>
          <a:prstGeom prst="rect">
            <a:avLst/>
          </a:prstGeom>
          <a:noFill/>
        </p:spPr>
        <p:txBody>
          <a:bodyPr wrap="square" lIns="0" tIns="0" rIns="0" bIns="0" rtlCol="0">
            <a:noAutofit/>
          </a:bodyPr>
          <a:lstStyle>
            <a:defPPr>
              <a:defRPr lang="en-US"/>
            </a:defPPr>
            <a:lvl1pPr>
              <a:spcBef>
                <a:spcPts val="800"/>
              </a:spcBef>
              <a:defRPr sz="7200" b="1">
                <a:solidFill>
                  <a:schemeClr val="tx2"/>
                </a:solidFill>
              </a:defRPr>
            </a:lvl1pPr>
          </a:lstStyle>
          <a:p>
            <a:r>
              <a:rPr lang="en-GB" sz="2000">
                <a:solidFill>
                  <a:srgbClr val="0070C0"/>
                </a:solidFill>
                <a:latin typeface="+mj-lt"/>
              </a:rPr>
              <a:t>Technologies </a:t>
            </a:r>
          </a:p>
          <a:p>
            <a:pPr marL="285744" indent="-285744">
              <a:buFont typeface="Wingdings" panose="05000000000000000000" pitchFamily="2" charset="2"/>
              <a:buChar char="§"/>
            </a:pPr>
            <a:r>
              <a:rPr lang="en-GB" sz="1467" b="0">
                <a:solidFill>
                  <a:srgbClr val="4D5156"/>
                </a:solidFill>
                <a:latin typeface="+mj-lt"/>
              </a:rPr>
              <a:t>HSE: GRIF Safety</a:t>
            </a:r>
          </a:p>
          <a:p>
            <a:pPr marL="285744" indent="-285744">
              <a:buFont typeface="Wingdings" panose="05000000000000000000" pitchFamily="2" charset="2"/>
              <a:buChar char="§"/>
            </a:pPr>
            <a:r>
              <a:rPr lang="en-GB" sz="1467" b="0">
                <a:solidFill>
                  <a:srgbClr val="4D5156"/>
                </a:solidFill>
                <a:latin typeface="+mj-lt"/>
              </a:rPr>
              <a:t>G&amp;R: WISH</a:t>
            </a:r>
          </a:p>
          <a:p>
            <a:pPr marL="285744" indent="-285744">
              <a:buFont typeface="Wingdings" panose="05000000000000000000" pitchFamily="2" charset="2"/>
              <a:buChar char="§"/>
            </a:pPr>
            <a:r>
              <a:rPr lang="en-GB" sz="1467" b="0">
                <a:solidFill>
                  <a:srgbClr val="4D5156"/>
                </a:solidFill>
                <a:latin typeface="+mj-lt"/>
              </a:rPr>
              <a:t>Drilling: Laser Downhole Operations</a:t>
            </a:r>
          </a:p>
          <a:p>
            <a:pPr marL="285744" indent="-285744">
              <a:buFont typeface="Wingdings" panose="05000000000000000000" pitchFamily="2" charset="2"/>
              <a:buChar char="§"/>
            </a:pPr>
            <a:r>
              <a:rPr lang="en-GB" sz="1467" b="0">
                <a:solidFill>
                  <a:srgbClr val="4D5156"/>
                </a:solidFill>
                <a:latin typeface="+mj-lt"/>
              </a:rPr>
              <a:t>Ops: FCW / Pipeline Integrity Automation / Robots can read gauges values </a:t>
            </a:r>
          </a:p>
          <a:p>
            <a:pPr marL="285744" indent="-285744">
              <a:buFont typeface="Wingdings" panose="05000000000000000000" pitchFamily="2" charset="2"/>
              <a:buChar char="§"/>
            </a:pPr>
            <a:r>
              <a:rPr lang="en-GB" sz="1467" b="0">
                <a:solidFill>
                  <a:srgbClr val="4D5156"/>
                </a:solidFill>
                <a:latin typeface="+mj-lt"/>
              </a:rPr>
              <a:t>Planning: Phaser</a:t>
            </a:r>
          </a:p>
          <a:p>
            <a:pPr marL="285744" indent="-285744">
              <a:buFont typeface="Wingdings" panose="05000000000000000000" pitchFamily="2" charset="2"/>
              <a:buChar char="§"/>
            </a:pPr>
            <a:r>
              <a:rPr lang="en-GB" sz="1467" b="0">
                <a:solidFill>
                  <a:srgbClr val="4D5156"/>
                </a:solidFill>
                <a:latin typeface="+mj-lt"/>
              </a:rPr>
              <a:t>Digital: Prod./Planning/RM Dashboards / Digital Rock Physics</a:t>
            </a:r>
          </a:p>
        </p:txBody>
      </p:sp>
      <p:sp>
        <p:nvSpPr>
          <p:cNvPr id="83" name="TextBox 82"/>
          <p:cNvSpPr txBox="1"/>
          <p:nvPr/>
        </p:nvSpPr>
        <p:spPr>
          <a:xfrm>
            <a:off x="7260169" y="1693303"/>
            <a:ext cx="4792952" cy="1865460"/>
          </a:xfrm>
          <a:prstGeom prst="rect">
            <a:avLst/>
          </a:prstGeom>
          <a:noFill/>
        </p:spPr>
        <p:txBody>
          <a:bodyPr wrap="square" lIns="0" tIns="0" rIns="0" bIns="0" rtlCol="0">
            <a:noAutofit/>
          </a:bodyPr>
          <a:lstStyle>
            <a:defPPr>
              <a:defRPr lang="en-US"/>
            </a:defPPr>
            <a:lvl1pPr>
              <a:spcBef>
                <a:spcPts val="800"/>
              </a:spcBef>
              <a:defRPr sz="7200" b="1">
                <a:solidFill>
                  <a:schemeClr val="tx2"/>
                </a:solidFill>
              </a:defRPr>
            </a:lvl1pPr>
          </a:lstStyle>
          <a:p>
            <a:r>
              <a:rPr lang="en-US" sz="2000">
                <a:solidFill>
                  <a:srgbClr val="0070C0"/>
                </a:solidFill>
                <a:latin typeface="+mj-lt"/>
              </a:rPr>
              <a:t>PC Objectives</a:t>
            </a:r>
          </a:p>
          <a:p>
            <a:pPr marL="285744" indent="-285744">
              <a:buFont typeface="Wingdings" panose="05000000000000000000" pitchFamily="2" charset="2"/>
              <a:buChar char="§"/>
            </a:pPr>
            <a:r>
              <a:rPr lang="en-US" sz="1467" b="0">
                <a:solidFill>
                  <a:srgbClr val="4D5156"/>
                </a:solidFill>
                <a:latin typeface="+mj-lt"/>
              </a:rPr>
              <a:t>Frequent communication &amp; Workshops</a:t>
            </a:r>
          </a:p>
          <a:p>
            <a:pPr marL="285744" indent="-285744">
              <a:buFont typeface="Wingdings" panose="05000000000000000000" pitchFamily="2" charset="2"/>
              <a:buChar char="§"/>
            </a:pPr>
            <a:r>
              <a:rPr lang="en-US" sz="1467" b="0">
                <a:solidFill>
                  <a:srgbClr val="4D5156"/>
                </a:solidFill>
                <a:latin typeface="+mj-lt"/>
              </a:rPr>
              <a:t>All objectives defined and kicked off before end March</a:t>
            </a:r>
          </a:p>
          <a:p>
            <a:pPr marL="285744" indent="-285744">
              <a:buFont typeface="Wingdings" panose="05000000000000000000" pitchFamily="2" charset="2"/>
              <a:buChar char="§"/>
            </a:pPr>
            <a:r>
              <a:rPr lang="en-US" sz="1467" b="0">
                <a:solidFill>
                  <a:srgbClr val="4D5156"/>
                </a:solidFill>
                <a:latin typeface="+mj-lt"/>
              </a:rPr>
              <a:t>Strong interaction between focal points</a:t>
            </a:r>
          </a:p>
        </p:txBody>
      </p:sp>
      <p:sp>
        <p:nvSpPr>
          <p:cNvPr id="17" name="TextBox 16">
            <a:extLst>
              <a:ext uri="{FF2B5EF4-FFF2-40B4-BE49-F238E27FC236}">
                <a16:creationId xmlns:a16="http://schemas.microsoft.com/office/drawing/2014/main" id="{B78F4E2B-E303-4521-AB5D-7D6F603B2173}"/>
              </a:ext>
            </a:extLst>
          </p:cNvPr>
          <p:cNvSpPr txBox="1"/>
          <p:nvPr/>
        </p:nvSpPr>
        <p:spPr>
          <a:xfrm>
            <a:off x="54525" y="3818933"/>
            <a:ext cx="1812255" cy="1000520"/>
          </a:xfrm>
          <a:prstGeom prst="rect">
            <a:avLst/>
          </a:prstGeom>
          <a:noFill/>
        </p:spPr>
        <p:txBody>
          <a:bodyPr wrap="square" lIns="0" tIns="0" rIns="0" bIns="0" rtlCol="0">
            <a:noAutofit/>
          </a:bodyPr>
          <a:lstStyle/>
          <a:p>
            <a:pPr algn="ctr">
              <a:spcBef>
                <a:spcPts val="800"/>
              </a:spcBef>
            </a:pPr>
            <a:r>
              <a:rPr lang="en-US" sz="4800" b="1">
                <a:solidFill>
                  <a:srgbClr val="0070C0"/>
                </a:solidFill>
                <a:latin typeface="+mj-lt"/>
              </a:rPr>
              <a:t>200+</a:t>
            </a:r>
          </a:p>
        </p:txBody>
      </p:sp>
      <p:sp>
        <p:nvSpPr>
          <p:cNvPr id="18" name="TextBox 17">
            <a:extLst>
              <a:ext uri="{FF2B5EF4-FFF2-40B4-BE49-F238E27FC236}">
                <a16:creationId xmlns:a16="http://schemas.microsoft.com/office/drawing/2014/main" id="{C85C6EBA-E641-4385-BA41-9FE2923BA06B}"/>
              </a:ext>
            </a:extLst>
          </p:cNvPr>
          <p:cNvSpPr txBox="1"/>
          <p:nvPr/>
        </p:nvSpPr>
        <p:spPr>
          <a:xfrm>
            <a:off x="1866780" y="4034908"/>
            <a:ext cx="4013197" cy="2364429"/>
          </a:xfrm>
          <a:prstGeom prst="rect">
            <a:avLst/>
          </a:prstGeom>
          <a:noFill/>
        </p:spPr>
        <p:txBody>
          <a:bodyPr wrap="square" lIns="0" tIns="0" rIns="0" bIns="0" rtlCol="0">
            <a:noAutofit/>
          </a:bodyPr>
          <a:lstStyle>
            <a:defPPr>
              <a:defRPr lang="en-US"/>
            </a:defPPr>
            <a:lvl1pPr>
              <a:spcBef>
                <a:spcPts val="800"/>
              </a:spcBef>
              <a:defRPr sz="7200" b="1">
                <a:solidFill>
                  <a:schemeClr val="tx2"/>
                </a:solidFill>
              </a:defRPr>
            </a:lvl1pPr>
          </a:lstStyle>
          <a:p>
            <a:r>
              <a:rPr lang="en-US" sz="2000">
                <a:solidFill>
                  <a:srgbClr val="0070C0"/>
                </a:solidFill>
                <a:latin typeface="+mj-lt"/>
              </a:rPr>
              <a:t>People developed through</a:t>
            </a:r>
          </a:p>
          <a:p>
            <a:pPr marL="285744" indent="-285744">
              <a:buFont typeface="Wingdings" panose="05000000000000000000" pitchFamily="2" charset="2"/>
              <a:buChar char="§"/>
            </a:pPr>
            <a:r>
              <a:rPr lang="en-US" sz="1467" b="0">
                <a:solidFill>
                  <a:srgbClr val="4D5156"/>
                </a:solidFill>
                <a:latin typeface="+mj-lt"/>
              </a:rPr>
              <a:t>Full immersion trip to TotalEnergies Technical Excellence centers</a:t>
            </a:r>
          </a:p>
          <a:p>
            <a:pPr marL="285744" indent="-285744">
              <a:buFont typeface="Wingdings" panose="05000000000000000000" pitchFamily="2" charset="2"/>
              <a:buChar char="§"/>
            </a:pPr>
            <a:r>
              <a:rPr lang="en-US" sz="1467" b="0">
                <a:solidFill>
                  <a:srgbClr val="4D5156"/>
                </a:solidFill>
                <a:latin typeface="+mj-lt"/>
              </a:rPr>
              <a:t>14 advanced trainings: G&amp;R, Drilling, Prod. Opti. </a:t>
            </a:r>
          </a:p>
          <a:p>
            <a:pPr marL="285744" indent="-285744">
              <a:buFont typeface="Wingdings" panose="05000000000000000000" pitchFamily="2" charset="2"/>
              <a:buChar char="§"/>
            </a:pPr>
            <a:r>
              <a:rPr lang="en-US" sz="1467" b="0">
                <a:solidFill>
                  <a:srgbClr val="4D5156"/>
                </a:solidFill>
                <a:latin typeface="+mj-lt"/>
              </a:rPr>
              <a:t>14 knowledge sharing sessions: HSE, G&amp;R, Drilling, Production, Prod. Opti., Digital</a:t>
            </a:r>
          </a:p>
        </p:txBody>
      </p:sp>
      <p:sp>
        <p:nvSpPr>
          <p:cNvPr id="4" name="Titre 1">
            <a:extLst>
              <a:ext uri="{FF2B5EF4-FFF2-40B4-BE49-F238E27FC236}">
                <a16:creationId xmlns:a16="http://schemas.microsoft.com/office/drawing/2014/main" id="{CD02D8C1-5B8A-BA8C-B7E7-6178AD7F5ABF}"/>
              </a:ext>
            </a:extLst>
          </p:cNvPr>
          <p:cNvSpPr txBox="1">
            <a:spLocks/>
          </p:cNvSpPr>
          <p:nvPr/>
        </p:nvSpPr>
        <p:spPr>
          <a:xfrm>
            <a:off x="622279" y="319532"/>
            <a:ext cx="9720000" cy="1008000"/>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3000" kern="1200" cap="none" baseline="0">
                <a:solidFill>
                  <a:schemeClr val="tx2"/>
                </a:solidFill>
                <a:latin typeface="+mj-lt"/>
                <a:ea typeface="+mj-ea"/>
                <a:cs typeface="+mj-cs"/>
              </a:defRPr>
            </a:lvl1pPr>
          </a:lstStyle>
          <a:p>
            <a:r>
              <a:rPr lang="en-US"/>
              <a:t>ADNOC Onshore Asset Lead PC25 </a:t>
            </a:r>
          </a:p>
          <a:p>
            <a:r>
              <a:rPr lang="en-US"/>
              <a:t>Yearly Achievements</a:t>
            </a:r>
          </a:p>
        </p:txBody>
      </p:sp>
      <p:sp>
        <p:nvSpPr>
          <p:cNvPr id="2" name="Espace réservé du pied de page 1">
            <a:extLst>
              <a:ext uri="{FF2B5EF4-FFF2-40B4-BE49-F238E27FC236}">
                <a16:creationId xmlns:a16="http://schemas.microsoft.com/office/drawing/2014/main" id="{C7807986-166F-7AD7-01B5-06D902F2941E}"/>
              </a:ext>
            </a:extLst>
          </p:cNvPr>
          <p:cNvSpPr>
            <a:spLocks noGrp="1"/>
          </p:cNvSpPr>
          <p:nvPr>
            <p:ph type="ftr" sz="quarter" idx="15"/>
          </p:nvPr>
        </p:nvSpPr>
        <p:spPr/>
        <p:txBody>
          <a:bodyPr/>
          <a:lstStyle/>
          <a:p>
            <a:r>
              <a:rPr lang="nl-NL" noProof="0"/>
              <a:t>ADNOC Upstream - TotalEnergies - 06/10/2025</a:t>
            </a:r>
            <a:endParaRPr lang="en-US" noProof="0"/>
          </a:p>
        </p:txBody>
      </p:sp>
      <p:sp>
        <p:nvSpPr>
          <p:cNvPr id="3" name="Espace réservé du numéro de diapositive 2">
            <a:extLst>
              <a:ext uri="{FF2B5EF4-FFF2-40B4-BE49-F238E27FC236}">
                <a16:creationId xmlns:a16="http://schemas.microsoft.com/office/drawing/2014/main" id="{E11816AC-98AC-806F-DFC0-3093A8392E10}"/>
              </a:ext>
            </a:extLst>
          </p:cNvPr>
          <p:cNvSpPr>
            <a:spLocks noGrp="1"/>
          </p:cNvSpPr>
          <p:nvPr>
            <p:ph type="sldNum" sz="quarter" idx="16"/>
          </p:nvPr>
        </p:nvSpPr>
        <p:spPr/>
        <p:txBody>
          <a:bodyPr/>
          <a:lstStyle/>
          <a:p>
            <a:fld id="{975A587B-5814-4D9B-9598-FE9CB954CB01}" type="slidenum">
              <a:rPr lang="en-US" noProof="0" smtClean="0"/>
              <a:pPr/>
              <a:t>5</a:t>
            </a:fld>
            <a:endParaRPr lang="en-US" noProof="0"/>
          </a:p>
        </p:txBody>
      </p:sp>
    </p:spTree>
    <p:extLst>
      <p:ext uri="{BB962C8B-B14F-4D97-AF65-F5344CB8AC3E}">
        <p14:creationId xmlns:p14="http://schemas.microsoft.com/office/powerpoint/2010/main" val="349392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1D9C2A-3EAA-9220-E36E-77DC7800B7FE}"/>
              </a:ext>
            </a:extLst>
          </p:cNvPr>
          <p:cNvSpPr>
            <a:spLocks noGrp="1"/>
          </p:cNvSpPr>
          <p:nvPr>
            <p:ph type="title"/>
          </p:nvPr>
        </p:nvSpPr>
        <p:spPr/>
        <p:txBody>
          <a:bodyPr/>
          <a:lstStyle/>
          <a:p>
            <a:r>
              <a:rPr lang="en-US" noProof="0"/>
              <a:t>PC 2025 – Current progress</a:t>
            </a:r>
          </a:p>
        </p:txBody>
      </p:sp>
      <p:sp>
        <p:nvSpPr>
          <p:cNvPr id="3" name="Espace réservé du pied de page 2">
            <a:extLst>
              <a:ext uri="{FF2B5EF4-FFF2-40B4-BE49-F238E27FC236}">
                <a16:creationId xmlns:a16="http://schemas.microsoft.com/office/drawing/2014/main" id="{B85BDC18-2BF7-81F3-14A7-428336245A10}"/>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B1D4A3FD-4D5D-2A94-941F-62C673CF68B7}"/>
              </a:ext>
            </a:extLst>
          </p:cNvPr>
          <p:cNvSpPr>
            <a:spLocks noGrp="1"/>
          </p:cNvSpPr>
          <p:nvPr>
            <p:ph type="sldNum" sz="quarter" idx="16"/>
          </p:nvPr>
        </p:nvSpPr>
        <p:spPr/>
        <p:txBody>
          <a:bodyPr/>
          <a:lstStyle/>
          <a:p>
            <a:fld id="{975A587B-5814-4D9B-9598-FE9CB954CB01}" type="slidenum">
              <a:rPr lang="en-US" noProof="0" smtClean="0"/>
              <a:pPr/>
              <a:t>6</a:t>
            </a:fld>
            <a:endParaRPr lang="en-US" noProof="0"/>
          </a:p>
        </p:txBody>
      </p:sp>
      <p:sp>
        <p:nvSpPr>
          <p:cNvPr id="7" name="Rectangle : coins arrondis 6">
            <a:extLst>
              <a:ext uri="{FF2B5EF4-FFF2-40B4-BE49-F238E27FC236}">
                <a16:creationId xmlns:a16="http://schemas.microsoft.com/office/drawing/2014/main" id="{4CE367E0-412E-4F7E-B8E5-E891575573CD}"/>
              </a:ext>
            </a:extLst>
          </p:cNvPr>
          <p:cNvSpPr/>
          <p:nvPr/>
        </p:nvSpPr>
        <p:spPr>
          <a:xfrm>
            <a:off x="615462" y="5902879"/>
            <a:ext cx="10620385" cy="54710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t>Performance contract: good progress, all objectives will be finalized by year end</a:t>
            </a:r>
            <a:endParaRPr lang="en-US" sz="2000">
              <a:cs typeface="Arial"/>
            </a:endParaRPr>
          </a:p>
        </p:txBody>
      </p:sp>
      <p:pic>
        <p:nvPicPr>
          <p:cNvPr id="5" name="Image 4">
            <a:extLst>
              <a:ext uri="{FF2B5EF4-FFF2-40B4-BE49-F238E27FC236}">
                <a16:creationId xmlns:a16="http://schemas.microsoft.com/office/drawing/2014/main" id="{6712E94D-D671-CBFE-01E0-633786A77255}"/>
              </a:ext>
            </a:extLst>
          </p:cNvPr>
          <p:cNvPicPr>
            <a:picLocks noChangeAspect="1"/>
          </p:cNvPicPr>
          <p:nvPr/>
        </p:nvPicPr>
        <p:blipFill>
          <a:blip r:embed="rId2"/>
          <a:stretch>
            <a:fillRect/>
          </a:stretch>
        </p:blipFill>
        <p:spPr>
          <a:xfrm>
            <a:off x="219960" y="1360819"/>
            <a:ext cx="8473440" cy="4290060"/>
          </a:xfrm>
          <a:prstGeom prst="rect">
            <a:avLst/>
          </a:prstGeom>
        </p:spPr>
      </p:pic>
      <p:sp>
        <p:nvSpPr>
          <p:cNvPr id="9" name="Légende : encadrée 8">
            <a:extLst>
              <a:ext uri="{FF2B5EF4-FFF2-40B4-BE49-F238E27FC236}">
                <a16:creationId xmlns:a16="http://schemas.microsoft.com/office/drawing/2014/main" id="{2672D723-2203-5470-91FC-259638EB4F9A}"/>
              </a:ext>
            </a:extLst>
          </p:cNvPr>
          <p:cNvSpPr/>
          <p:nvPr/>
        </p:nvSpPr>
        <p:spPr>
          <a:xfrm>
            <a:off x="8947758" y="1590805"/>
            <a:ext cx="3156559" cy="400555"/>
          </a:xfrm>
          <a:prstGeom prst="borderCallout1">
            <a:avLst>
              <a:gd name="adj1" fmla="val 46224"/>
              <a:gd name="adj2" fmla="val 397"/>
              <a:gd name="adj3" fmla="val 120877"/>
              <a:gd name="adj4" fmla="val -34364"/>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13" name="ZoneTexte 12">
            <a:extLst>
              <a:ext uri="{FF2B5EF4-FFF2-40B4-BE49-F238E27FC236}">
                <a16:creationId xmlns:a16="http://schemas.microsoft.com/office/drawing/2014/main" id="{B40BDF83-5BAC-3C5B-6460-6FDAB60717F7}"/>
              </a:ext>
            </a:extLst>
          </p:cNvPr>
          <p:cNvSpPr txBox="1"/>
          <p:nvPr/>
        </p:nvSpPr>
        <p:spPr>
          <a:xfrm>
            <a:off x="8947758" y="1590805"/>
            <a:ext cx="3148686" cy="461665"/>
          </a:xfrm>
          <a:prstGeom prst="rect">
            <a:avLst/>
          </a:prstGeom>
          <a:noFill/>
        </p:spPr>
        <p:txBody>
          <a:bodyPr wrap="square" rtlCol="0">
            <a:spAutoFit/>
          </a:bodyPr>
          <a:lstStyle/>
          <a:p>
            <a:pPr algn="ctr"/>
            <a:r>
              <a:rPr lang="en-US" sz="1200"/>
              <a:t>7 OP removed </a:t>
            </a:r>
            <a:r>
              <a:rPr lang="en-US" sz="1200">
                <a:sym typeface="Wingdings" panose="05000000000000000000" pitchFamily="2" charset="2"/>
              </a:rPr>
              <a:t>without impacting production mandate (</a:t>
            </a:r>
            <a:r>
              <a:rPr lang="en-US" sz="1200" err="1">
                <a:sym typeface="Wingdings" panose="05000000000000000000" pitchFamily="2" charset="2"/>
              </a:rPr>
              <a:t>Asab</a:t>
            </a:r>
            <a:r>
              <a:rPr lang="en-US" sz="1200">
                <a:sym typeface="Wingdings" panose="05000000000000000000" pitchFamily="2" charset="2"/>
              </a:rPr>
              <a:t> KH-1)</a:t>
            </a:r>
            <a:endParaRPr lang="fr-FR" sz="1200"/>
          </a:p>
        </p:txBody>
      </p:sp>
      <p:sp>
        <p:nvSpPr>
          <p:cNvPr id="14" name="Légende : encadrée 13">
            <a:extLst>
              <a:ext uri="{FF2B5EF4-FFF2-40B4-BE49-F238E27FC236}">
                <a16:creationId xmlns:a16="http://schemas.microsoft.com/office/drawing/2014/main" id="{796EF29D-DBB9-2B25-6F92-121126701446}"/>
              </a:ext>
            </a:extLst>
          </p:cNvPr>
          <p:cNvSpPr/>
          <p:nvPr/>
        </p:nvSpPr>
        <p:spPr>
          <a:xfrm>
            <a:off x="8932012" y="3155384"/>
            <a:ext cx="3156559" cy="400555"/>
          </a:xfrm>
          <a:prstGeom prst="borderCallout1">
            <a:avLst>
              <a:gd name="adj1" fmla="val 46224"/>
              <a:gd name="adj2" fmla="val 397"/>
              <a:gd name="adj3" fmla="val -3833"/>
              <a:gd name="adj4" fmla="val -37314"/>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15" name="ZoneTexte 14">
            <a:extLst>
              <a:ext uri="{FF2B5EF4-FFF2-40B4-BE49-F238E27FC236}">
                <a16:creationId xmlns:a16="http://schemas.microsoft.com/office/drawing/2014/main" id="{3D4F82B0-E5E3-3E84-D1AE-2AECD6F1EE1B}"/>
              </a:ext>
            </a:extLst>
          </p:cNvPr>
          <p:cNvSpPr txBox="1"/>
          <p:nvPr/>
        </p:nvSpPr>
        <p:spPr>
          <a:xfrm>
            <a:off x="8955631" y="3144235"/>
            <a:ext cx="3148686" cy="461665"/>
          </a:xfrm>
          <a:prstGeom prst="rect">
            <a:avLst/>
          </a:prstGeom>
          <a:noFill/>
        </p:spPr>
        <p:txBody>
          <a:bodyPr wrap="square" rtlCol="0">
            <a:spAutoFit/>
          </a:bodyPr>
          <a:lstStyle/>
          <a:p>
            <a:pPr algn="ctr"/>
            <a:r>
              <a:rPr lang="en-US" sz="1200"/>
              <a:t>Plateau level to 160 (+10) Mbd, duration + 6 years, RF: +3%, more to come with infills</a:t>
            </a:r>
          </a:p>
        </p:txBody>
      </p:sp>
      <p:sp>
        <p:nvSpPr>
          <p:cNvPr id="19" name="Légende : encadrée 18">
            <a:extLst>
              <a:ext uri="{FF2B5EF4-FFF2-40B4-BE49-F238E27FC236}">
                <a16:creationId xmlns:a16="http://schemas.microsoft.com/office/drawing/2014/main" id="{CDCFF0A8-116B-819B-E2AC-100D089EB85C}"/>
              </a:ext>
            </a:extLst>
          </p:cNvPr>
          <p:cNvSpPr/>
          <p:nvPr/>
        </p:nvSpPr>
        <p:spPr>
          <a:xfrm>
            <a:off x="8947758" y="2311984"/>
            <a:ext cx="3156559" cy="400555"/>
          </a:xfrm>
          <a:prstGeom prst="borderCallout1">
            <a:avLst>
              <a:gd name="adj1" fmla="val 46224"/>
              <a:gd name="adj2" fmla="val 397"/>
              <a:gd name="adj3" fmla="val 72261"/>
              <a:gd name="adj4" fmla="val -37046"/>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20" name="ZoneTexte 19">
            <a:extLst>
              <a:ext uri="{FF2B5EF4-FFF2-40B4-BE49-F238E27FC236}">
                <a16:creationId xmlns:a16="http://schemas.microsoft.com/office/drawing/2014/main" id="{C7E8C158-5D20-E379-8171-20B7E249BFB5}"/>
              </a:ext>
            </a:extLst>
          </p:cNvPr>
          <p:cNvSpPr txBox="1"/>
          <p:nvPr/>
        </p:nvSpPr>
        <p:spPr>
          <a:xfrm>
            <a:off x="8947758" y="2311984"/>
            <a:ext cx="3148686" cy="461665"/>
          </a:xfrm>
          <a:prstGeom prst="rect">
            <a:avLst/>
          </a:prstGeom>
          <a:noFill/>
        </p:spPr>
        <p:txBody>
          <a:bodyPr wrap="square" rtlCol="0">
            <a:spAutoFit/>
          </a:bodyPr>
          <a:lstStyle/>
          <a:p>
            <a:pPr algn="ctr"/>
            <a:r>
              <a:rPr lang="en-US" sz="1200" err="1"/>
              <a:t>Asab</a:t>
            </a:r>
            <a:r>
              <a:rPr lang="en-US" sz="1200"/>
              <a:t> – Shuaiba-2: 30 Mbd could be achieved with less wells</a:t>
            </a:r>
          </a:p>
        </p:txBody>
      </p:sp>
      <p:sp>
        <p:nvSpPr>
          <p:cNvPr id="21" name="Légende : encadrée 20">
            <a:extLst>
              <a:ext uri="{FF2B5EF4-FFF2-40B4-BE49-F238E27FC236}">
                <a16:creationId xmlns:a16="http://schemas.microsoft.com/office/drawing/2014/main" id="{8B39669F-7E8D-02E6-BB44-9F6FDD2D769E}"/>
              </a:ext>
            </a:extLst>
          </p:cNvPr>
          <p:cNvSpPr/>
          <p:nvPr/>
        </p:nvSpPr>
        <p:spPr>
          <a:xfrm>
            <a:off x="8924139" y="3853975"/>
            <a:ext cx="3156559" cy="400555"/>
          </a:xfrm>
          <a:prstGeom prst="borderCallout1">
            <a:avLst>
              <a:gd name="adj1" fmla="val 46224"/>
              <a:gd name="adj2" fmla="val 397"/>
              <a:gd name="adj3" fmla="val 148356"/>
              <a:gd name="adj4" fmla="val -34795"/>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22" name="ZoneTexte 21">
            <a:extLst>
              <a:ext uri="{FF2B5EF4-FFF2-40B4-BE49-F238E27FC236}">
                <a16:creationId xmlns:a16="http://schemas.microsoft.com/office/drawing/2014/main" id="{467A1E6C-0D6F-6EEB-5C4D-53B3DD9B0EA9}"/>
              </a:ext>
            </a:extLst>
          </p:cNvPr>
          <p:cNvSpPr txBox="1"/>
          <p:nvPr/>
        </p:nvSpPr>
        <p:spPr>
          <a:xfrm>
            <a:off x="8947758" y="3842826"/>
            <a:ext cx="3148686" cy="461665"/>
          </a:xfrm>
          <a:prstGeom prst="rect">
            <a:avLst/>
          </a:prstGeom>
          <a:noFill/>
        </p:spPr>
        <p:txBody>
          <a:bodyPr wrap="square" rtlCol="0">
            <a:spAutoFit/>
          </a:bodyPr>
          <a:lstStyle/>
          <a:p>
            <a:pPr algn="ctr"/>
            <a:r>
              <a:rPr lang="en-US" sz="1200"/>
              <a:t>Received CEO approval for 1 secondee as Petroleum Architect</a:t>
            </a:r>
          </a:p>
        </p:txBody>
      </p:sp>
      <p:sp>
        <p:nvSpPr>
          <p:cNvPr id="23" name="Légende : encadrée 22">
            <a:extLst>
              <a:ext uri="{FF2B5EF4-FFF2-40B4-BE49-F238E27FC236}">
                <a16:creationId xmlns:a16="http://schemas.microsoft.com/office/drawing/2014/main" id="{22890A73-85A2-C48F-1777-5F2945551E23}"/>
              </a:ext>
            </a:extLst>
          </p:cNvPr>
          <p:cNvSpPr/>
          <p:nvPr/>
        </p:nvSpPr>
        <p:spPr>
          <a:xfrm>
            <a:off x="8900520" y="5065660"/>
            <a:ext cx="3156559" cy="400555"/>
          </a:xfrm>
          <a:prstGeom prst="borderCallout1">
            <a:avLst>
              <a:gd name="adj1" fmla="val 46224"/>
              <a:gd name="adj2" fmla="val 397"/>
              <a:gd name="adj3" fmla="val -3833"/>
              <a:gd name="adj4" fmla="val -37314"/>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24" name="ZoneTexte 23">
            <a:extLst>
              <a:ext uri="{FF2B5EF4-FFF2-40B4-BE49-F238E27FC236}">
                <a16:creationId xmlns:a16="http://schemas.microsoft.com/office/drawing/2014/main" id="{1F1AEC59-DAC0-4FAB-F540-4271674034DD}"/>
              </a:ext>
            </a:extLst>
          </p:cNvPr>
          <p:cNvSpPr txBox="1"/>
          <p:nvPr/>
        </p:nvSpPr>
        <p:spPr>
          <a:xfrm>
            <a:off x="8924139" y="5054511"/>
            <a:ext cx="3148686" cy="461665"/>
          </a:xfrm>
          <a:prstGeom prst="rect">
            <a:avLst/>
          </a:prstGeom>
          <a:noFill/>
        </p:spPr>
        <p:txBody>
          <a:bodyPr wrap="square" rtlCol="0">
            <a:spAutoFit/>
          </a:bodyPr>
          <a:lstStyle/>
          <a:p>
            <a:pPr algn="ctr"/>
            <a:r>
              <a:rPr lang="en-US" sz="1200"/>
              <a:t>LOM: 1-week WS in Abu Dhabi for road map definition – Debriefing 06/10</a:t>
            </a:r>
          </a:p>
        </p:txBody>
      </p:sp>
      <p:sp>
        <p:nvSpPr>
          <p:cNvPr id="25" name="Légende : encadrée 24">
            <a:extLst>
              <a:ext uri="{FF2B5EF4-FFF2-40B4-BE49-F238E27FC236}">
                <a16:creationId xmlns:a16="http://schemas.microsoft.com/office/drawing/2014/main" id="{27FF67FB-F6AF-1C01-1F10-4B5086D05536}"/>
              </a:ext>
            </a:extLst>
          </p:cNvPr>
          <p:cNvSpPr/>
          <p:nvPr/>
        </p:nvSpPr>
        <p:spPr>
          <a:xfrm>
            <a:off x="8924139" y="4471510"/>
            <a:ext cx="3156559" cy="400555"/>
          </a:xfrm>
          <a:prstGeom prst="borderCallout1">
            <a:avLst>
              <a:gd name="adj1" fmla="val 46224"/>
              <a:gd name="adj2" fmla="val 397"/>
              <a:gd name="adj3" fmla="val 82187"/>
              <a:gd name="adj4" fmla="val -37314"/>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26" name="ZoneTexte 25">
            <a:extLst>
              <a:ext uri="{FF2B5EF4-FFF2-40B4-BE49-F238E27FC236}">
                <a16:creationId xmlns:a16="http://schemas.microsoft.com/office/drawing/2014/main" id="{AF5DE76E-8056-2FC0-F44D-193B58A81D4D}"/>
              </a:ext>
            </a:extLst>
          </p:cNvPr>
          <p:cNvSpPr txBox="1"/>
          <p:nvPr/>
        </p:nvSpPr>
        <p:spPr>
          <a:xfrm>
            <a:off x="8947758" y="4460361"/>
            <a:ext cx="3148686" cy="461665"/>
          </a:xfrm>
          <a:prstGeom prst="rect">
            <a:avLst/>
          </a:prstGeom>
          <a:noFill/>
        </p:spPr>
        <p:txBody>
          <a:bodyPr wrap="square" rtlCol="0">
            <a:spAutoFit/>
          </a:bodyPr>
          <a:lstStyle/>
          <a:p>
            <a:pPr algn="ctr"/>
            <a:r>
              <a:rPr lang="en-US" sz="1200"/>
              <a:t>Methane Permanent Monitoring and Energy Efficiency: sharing knowledge sessions</a:t>
            </a:r>
          </a:p>
        </p:txBody>
      </p:sp>
    </p:spTree>
    <p:extLst>
      <p:ext uri="{BB962C8B-B14F-4D97-AF65-F5344CB8AC3E}">
        <p14:creationId xmlns:p14="http://schemas.microsoft.com/office/powerpoint/2010/main" val="1162632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4A15F3-6C99-4A92-4D8D-75E65B37D4A4}"/>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Slide Number Placeholder 3">
            <a:extLst>
              <a:ext uri="{FF2B5EF4-FFF2-40B4-BE49-F238E27FC236}">
                <a16:creationId xmlns:a16="http://schemas.microsoft.com/office/drawing/2014/main" id="{F146ABC9-8A0B-D554-F41C-98223B98C964}"/>
              </a:ext>
            </a:extLst>
          </p:cNvPr>
          <p:cNvSpPr>
            <a:spLocks noGrp="1"/>
          </p:cNvSpPr>
          <p:nvPr>
            <p:ph type="sldNum" sz="quarter" idx="16"/>
          </p:nvPr>
        </p:nvSpPr>
        <p:spPr/>
        <p:txBody>
          <a:bodyPr/>
          <a:lstStyle/>
          <a:p>
            <a:fld id="{975A587B-5814-4D9B-9598-FE9CB954CB01}" type="slidenum">
              <a:rPr lang="en-US" noProof="0" smtClean="0"/>
              <a:pPr/>
              <a:t>7</a:t>
            </a:fld>
            <a:endParaRPr lang="en-US" noProof="0"/>
          </a:p>
        </p:txBody>
      </p:sp>
      <p:pic>
        <p:nvPicPr>
          <p:cNvPr id="8" name="Picture 7">
            <a:extLst>
              <a:ext uri="{FF2B5EF4-FFF2-40B4-BE49-F238E27FC236}">
                <a16:creationId xmlns:a16="http://schemas.microsoft.com/office/drawing/2014/main" id="{B5A831F1-1665-7B07-9C48-F6A31E784913}"/>
              </a:ext>
            </a:extLst>
          </p:cNvPr>
          <p:cNvPicPr>
            <a:picLocks noChangeAspect="1"/>
          </p:cNvPicPr>
          <p:nvPr/>
        </p:nvPicPr>
        <p:blipFill>
          <a:blip r:embed="rId2"/>
          <a:stretch>
            <a:fillRect/>
          </a:stretch>
        </p:blipFill>
        <p:spPr>
          <a:xfrm>
            <a:off x="271569" y="1295912"/>
            <a:ext cx="10116620" cy="4266175"/>
          </a:xfrm>
          <a:prstGeom prst="rect">
            <a:avLst/>
          </a:prstGeom>
        </p:spPr>
      </p:pic>
      <p:sp>
        <p:nvSpPr>
          <p:cNvPr id="9" name="TextBox 8">
            <a:extLst>
              <a:ext uri="{FF2B5EF4-FFF2-40B4-BE49-F238E27FC236}">
                <a16:creationId xmlns:a16="http://schemas.microsoft.com/office/drawing/2014/main" id="{6945E0F8-13BA-AD9A-FA5C-2092916E356C}"/>
              </a:ext>
            </a:extLst>
          </p:cNvPr>
          <p:cNvSpPr txBox="1"/>
          <p:nvPr/>
        </p:nvSpPr>
        <p:spPr>
          <a:xfrm>
            <a:off x="1822680" y="996742"/>
            <a:ext cx="1561672" cy="276999"/>
          </a:xfrm>
          <a:prstGeom prst="rect">
            <a:avLst/>
          </a:prstGeom>
          <a:noFill/>
        </p:spPr>
        <p:txBody>
          <a:bodyPr wrap="square" rtlCol="0">
            <a:spAutoFit/>
          </a:bodyPr>
          <a:lstStyle/>
          <a:p>
            <a:pPr algn="l"/>
            <a:r>
              <a:rPr lang="en-US" sz="1200" b="1">
                <a:solidFill>
                  <a:schemeClr val="accent1"/>
                </a:solidFill>
              </a:rPr>
              <a:t>100% Achieved</a:t>
            </a:r>
            <a:endParaRPr lang="en-GB" sz="1200" b="1">
              <a:solidFill>
                <a:schemeClr val="accent1"/>
              </a:solidFill>
            </a:endParaRPr>
          </a:p>
        </p:txBody>
      </p:sp>
      <p:sp>
        <p:nvSpPr>
          <p:cNvPr id="10" name="Rectangle : coins arrondis 6">
            <a:extLst>
              <a:ext uri="{FF2B5EF4-FFF2-40B4-BE49-F238E27FC236}">
                <a16:creationId xmlns:a16="http://schemas.microsoft.com/office/drawing/2014/main" id="{6AACF5E4-F8C0-91F3-D82C-B852E8E2662F}"/>
              </a:ext>
            </a:extLst>
          </p:cNvPr>
          <p:cNvSpPr/>
          <p:nvPr/>
        </p:nvSpPr>
        <p:spPr>
          <a:xfrm>
            <a:off x="1" y="5606428"/>
            <a:ext cx="12191999" cy="84184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t>Good Progress of P5 South East Project / Optimization of Contractual strategy</a:t>
            </a:r>
            <a:r>
              <a:rPr lang="en-US" sz="1600">
                <a:sym typeface="Wingdings" panose="05000000000000000000" pitchFamily="2" charset="2"/>
              </a:rPr>
              <a:t> </a:t>
            </a:r>
            <a:r>
              <a:rPr lang="en-US" sz="1600" b="1">
                <a:sym typeface="Wingdings" panose="05000000000000000000" pitchFamily="2" charset="2"/>
              </a:rPr>
              <a:t>TTE proposal to split of </a:t>
            </a:r>
            <a:r>
              <a:rPr lang="en-US" sz="1600" b="1" err="1">
                <a:sym typeface="Wingdings" panose="05000000000000000000" pitchFamily="2" charset="2"/>
              </a:rPr>
              <a:t>EPCm</a:t>
            </a:r>
            <a:r>
              <a:rPr lang="en-US" sz="1600" b="1">
                <a:sym typeface="Wingdings" panose="05000000000000000000" pitchFamily="2" charset="2"/>
              </a:rPr>
              <a:t> in 2 phases </a:t>
            </a:r>
            <a:endParaRPr lang="en-US" sz="1600" b="1"/>
          </a:p>
          <a:p>
            <a:pPr algn="ctr"/>
            <a:r>
              <a:rPr lang="en-US" sz="1600" b="1"/>
              <a:t>Continuous support of Asset Lead (new compressor supplier, Contracts approval, 2025 Budget Variation Approval)</a:t>
            </a:r>
          </a:p>
        </p:txBody>
      </p:sp>
      <p:graphicFrame>
        <p:nvGraphicFramePr>
          <p:cNvPr id="11" name="Tableau 17">
            <a:extLst>
              <a:ext uri="{FF2B5EF4-FFF2-40B4-BE49-F238E27FC236}">
                <a16:creationId xmlns:a16="http://schemas.microsoft.com/office/drawing/2014/main" id="{0D888641-D8FC-B37E-8BEA-FCA51F93CB2B}"/>
              </a:ext>
            </a:extLst>
          </p:cNvPr>
          <p:cNvGraphicFramePr>
            <a:graphicFrameLocks noGrp="1"/>
          </p:cNvGraphicFramePr>
          <p:nvPr>
            <p:extLst>
              <p:ext uri="{D42A27DB-BD31-4B8C-83A1-F6EECF244321}">
                <p14:modId xmlns:p14="http://schemas.microsoft.com/office/powerpoint/2010/main" val="1356871348"/>
              </p:ext>
            </p:extLst>
          </p:nvPr>
        </p:nvGraphicFramePr>
        <p:xfrm>
          <a:off x="119743" y="1706"/>
          <a:ext cx="8325613" cy="1008000"/>
        </p:xfrm>
        <a:graphic>
          <a:graphicData uri="http://schemas.openxmlformats.org/drawingml/2006/table">
            <a:tbl>
              <a:tblPr>
                <a:tableStyleId>{5C22544A-7EE6-4342-B048-85BDC9FD1C3A}</a:tableStyleId>
              </a:tblPr>
              <a:tblGrid>
                <a:gridCol w="959044">
                  <a:extLst>
                    <a:ext uri="{9D8B030D-6E8A-4147-A177-3AD203B41FA5}">
                      <a16:colId xmlns:a16="http://schemas.microsoft.com/office/drawing/2014/main" val="3016792547"/>
                    </a:ext>
                  </a:extLst>
                </a:gridCol>
                <a:gridCol w="780835">
                  <a:extLst>
                    <a:ext uri="{9D8B030D-6E8A-4147-A177-3AD203B41FA5}">
                      <a16:colId xmlns:a16="http://schemas.microsoft.com/office/drawing/2014/main" val="2840594305"/>
                    </a:ext>
                  </a:extLst>
                </a:gridCol>
                <a:gridCol w="1062206">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12" name="Rectangle 11">
            <a:extLst>
              <a:ext uri="{FF2B5EF4-FFF2-40B4-BE49-F238E27FC236}">
                <a16:creationId xmlns:a16="http://schemas.microsoft.com/office/drawing/2014/main" id="{42AE76A1-D90F-B428-CEC1-2B72CDB42A7A}"/>
              </a:ext>
            </a:extLst>
          </p:cNvPr>
          <p:cNvSpPr/>
          <p:nvPr/>
        </p:nvSpPr>
        <p:spPr>
          <a:xfrm>
            <a:off x="1822680" y="0"/>
            <a:ext cx="1251175"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r>
              <a:rPr lang="en-US" sz="1600" b="1">
                <a:solidFill>
                  <a:srgbClr val="1FAAFF"/>
                </a:solidFill>
                <a:latin typeface="Aptos (Body)"/>
              </a:rPr>
              <a:t>Growth P5</a:t>
            </a:r>
            <a:endParaRPr lang="en-US" sz="1600" u="none" strike="noStrike">
              <a:solidFill>
                <a:schemeClr val="tx1"/>
              </a:solidFill>
              <a:effectLst/>
              <a:latin typeface="Aptos (Body)"/>
            </a:endParaRPr>
          </a:p>
        </p:txBody>
      </p:sp>
      <p:pic>
        <p:nvPicPr>
          <p:cNvPr id="13" name="Image 16">
            <a:extLst>
              <a:ext uri="{FF2B5EF4-FFF2-40B4-BE49-F238E27FC236}">
                <a16:creationId xmlns:a16="http://schemas.microsoft.com/office/drawing/2014/main" id="{587D41F4-0C45-BC0C-58DD-057791BBA3ED}"/>
              </a:ext>
            </a:extLst>
          </p:cNvPr>
          <p:cNvPicPr>
            <a:picLocks noChangeAspect="1"/>
          </p:cNvPicPr>
          <p:nvPr/>
        </p:nvPicPr>
        <p:blipFill>
          <a:blip r:embed="rId3"/>
          <a:stretch>
            <a:fillRect/>
          </a:stretch>
        </p:blipFill>
        <p:spPr>
          <a:xfrm>
            <a:off x="2044387" y="-181469"/>
            <a:ext cx="807760" cy="807760"/>
          </a:xfrm>
          <a:prstGeom prst="rect">
            <a:avLst/>
          </a:prstGeom>
        </p:spPr>
      </p:pic>
    </p:spTree>
    <p:extLst>
      <p:ext uri="{BB962C8B-B14F-4D97-AF65-F5344CB8AC3E}">
        <p14:creationId xmlns:p14="http://schemas.microsoft.com/office/powerpoint/2010/main" val="2994605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AF3964A1-41C0-A6C7-A722-3828F8C1CCEF}"/>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FE951439-B070-79F5-14DE-6BF139A62475}"/>
              </a:ext>
            </a:extLst>
          </p:cNvPr>
          <p:cNvSpPr>
            <a:spLocks noGrp="1"/>
          </p:cNvSpPr>
          <p:nvPr>
            <p:ph type="sldNum" sz="quarter" idx="16"/>
          </p:nvPr>
        </p:nvSpPr>
        <p:spPr/>
        <p:txBody>
          <a:bodyPr/>
          <a:lstStyle/>
          <a:p>
            <a:fld id="{975A587B-5814-4D9B-9598-FE9CB954CB01}" type="slidenum">
              <a:rPr lang="en-US" noProof="0" smtClean="0"/>
              <a:pPr/>
              <a:t>8</a:t>
            </a:fld>
            <a:endParaRPr lang="en-US" noProof="0"/>
          </a:p>
        </p:txBody>
      </p:sp>
      <p:sp>
        <p:nvSpPr>
          <p:cNvPr id="10" name="Rectangle : coins arrondis 9">
            <a:extLst>
              <a:ext uri="{FF2B5EF4-FFF2-40B4-BE49-F238E27FC236}">
                <a16:creationId xmlns:a16="http://schemas.microsoft.com/office/drawing/2014/main" id="{510775B1-76D2-2155-9B3C-DE9A2E6467AB}"/>
              </a:ext>
            </a:extLst>
          </p:cNvPr>
          <p:cNvSpPr/>
          <p:nvPr/>
        </p:nvSpPr>
        <p:spPr>
          <a:xfrm>
            <a:off x="864224" y="3986884"/>
            <a:ext cx="5405312" cy="1727053"/>
          </a:xfrm>
          <a:prstGeom prst="roundRect">
            <a:avLst/>
          </a:prstGeom>
          <a:gradFill flip="none" rotWithShape="1">
            <a:gsLst>
              <a:gs pos="0">
                <a:srgbClr val="1FAAFF">
                  <a:shade val="30000"/>
                  <a:satMod val="115000"/>
                </a:srgbClr>
              </a:gs>
              <a:gs pos="50000">
                <a:srgbClr val="1FAAFF">
                  <a:shade val="67500"/>
                  <a:satMod val="115000"/>
                </a:srgbClr>
              </a:gs>
              <a:gs pos="100000">
                <a:srgbClr val="1FAAFF">
                  <a:shade val="100000"/>
                  <a:satMod val="115000"/>
                </a:srgbClr>
              </a:gs>
            </a:gsLst>
            <a:path path="circle">
              <a:fillToRect t="100000" r="100000"/>
            </a:path>
            <a:tileRect l="-100000" b="-100000"/>
          </a:grad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spcBef>
                <a:spcPts val="600"/>
              </a:spcBef>
              <a:buFont typeface="Arial" panose="020B0604020202020204" pitchFamily="34" charset="0"/>
              <a:buChar char="•"/>
            </a:pPr>
            <a:endParaRPr lang="en-GB" sz="1200" b="1">
              <a:effectLst/>
              <a:ea typeface="Calibri" panose="020F0502020204030204" pitchFamily="34" charset="0"/>
            </a:endParaRPr>
          </a:p>
          <a:p>
            <a:pPr marL="171450" indent="-171450">
              <a:spcBef>
                <a:spcPts val="600"/>
              </a:spcBef>
              <a:buFont typeface="Arial" panose="020B0604020202020204" pitchFamily="34" charset="0"/>
              <a:buChar char="•"/>
            </a:pPr>
            <a:r>
              <a:rPr lang="en-GB" sz="1200" b="1">
                <a:effectLst/>
                <a:ea typeface="Calibri"/>
              </a:rPr>
              <a:t>Production higher than FSOPR </a:t>
            </a:r>
            <a:r>
              <a:rPr lang="en-GB" sz="1200">
                <a:effectLst/>
                <a:ea typeface="Calibri"/>
              </a:rPr>
              <a:t>during the first 3 quarters </a:t>
            </a:r>
            <a:endParaRPr lang="en-GB" sz="1200">
              <a:effectLst/>
              <a:ea typeface="Calibri"/>
              <a:cs typeface="Arial"/>
            </a:endParaRPr>
          </a:p>
          <a:p>
            <a:pPr>
              <a:spcBef>
                <a:spcPts val="600"/>
              </a:spcBef>
            </a:pPr>
            <a:r>
              <a:rPr lang="en-GB" sz="1200">
                <a:ea typeface="Calibri"/>
                <a:sym typeface="Wingdings" panose="05000000000000000000" pitchFamily="2" charset="2"/>
              </a:rPr>
              <a:t>    </a:t>
            </a:r>
            <a:r>
              <a:rPr lang="en-GB" sz="1200">
                <a:effectLst/>
                <a:ea typeface="Calibri"/>
                <a:sym typeface="Wingdings" panose="05000000000000000000" pitchFamily="2" charset="2"/>
              </a:rPr>
              <a:t> Challenging respect of VRR guidelines </a:t>
            </a:r>
            <a:r>
              <a:rPr lang="en-GB" sz="1200">
                <a:ea typeface="Calibri"/>
                <a:sym typeface="Wingdings" panose="05000000000000000000" pitchFamily="2" charset="2"/>
              </a:rPr>
              <a:t>due to high production targets in </a:t>
            </a:r>
            <a:r>
              <a:rPr lang="en-GB" sz="1200" err="1">
                <a:ea typeface="Calibri"/>
                <a:sym typeface="Wingdings" panose="05000000000000000000" pitchFamily="2" charset="2"/>
              </a:rPr>
              <a:t>Asab</a:t>
            </a:r>
            <a:r>
              <a:rPr lang="en-GB" sz="1200">
                <a:ea typeface="Calibri"/>
                <a:sym typeface="Wingdings" panose="05000000000000000000" pitchFamily="2" charset="2"/>
              </a:rPr>
              <a:t> and Sahil</a:t>
            </a:r>
            <a:endParaRPr lang="en-GB" sz="1200">
              <a:effectLst/>
              <a:ea typeface="Calibri"/>
            </a:endParaRPr>
          </a:p>
          <a:p>
            <a:pPr marL="171450" indent="-171450">
              <a:spcBef>
                <a:spcPts val="600"/>
              </a:spcBef>
              <a:buFont typeface="Arial" panose="020B0604020202020204" pitchFamily="34" charset="0"/>
              <a:buChar char="•"/>
            </a:pPr>
            <a:r>
              <a:rPr lang="en-GB" sz="1200">
                <a:ea typeface="Calibri"/>
              </a:rPr>
              <a:t>Challenges to produce FSOPR in </a:t>
            </a:r>
            <a:r>
              <a:rPr lang="en-GB" sz="1200" err="1">
                <a:ea typeface="Calibri"/>
              </a:rPr>
              <a:t>Qusahwira</a:t>
            </a:r>
            <a:r>
              <a:rPr lang="en-GB" sz="1200">
                <a:ea typeface="Calibri"/>
              </a:rPr>
              <a:t> and Shah:</a:t>
            </a:r>
            <a:endParaRPr lang="en-GB" sz="1200">
              <a:ea typeface="Calibri"/>
              <a:cs typeface="Arial"/>
            </a:endParaRPr>
          </a:p>
          <a:p>
            <a:pPr>
              <a:spcBef>
                <a:spcPts val="600"/>
              </a:spcBef>
            </a:pPr>
            <a:r>
              <a:rPr lang="en-GB" sz="1200">
                <a:effectLst/>
                <a:ea typeface="Calibri"/>
                <a:sym typeface="Wingdings" panose="05000000000000000000" pitchFamily="2" charset="2"/>
              </a:rPr>
              <a:t>    </a:t>
            </a:r>
            <a:r>
              <a:rPr lang="en-GB" sz="1200">
                <a:ea typeface="Calibri"/>
                <a:sym typeface="Wingdings" panose="05000000000000000000" pitchFamily="2" charset="2"/>
              </a:rPr>
              <a:t> QW: gas lift compressor availability limitation </a:t>
            </a:r>
            <a:endParaRPr lang="en-GB" sz="1200">
              <a:ea typeface="Calibri"/>
              <a:cs typeface="Arial"/>
            </a:endParaRPr>
          </a:p>
          <a:p>
            <a:pPr>
              <a:spcBef>
                <a:spcPts val="600"/>
              </a:spcBef>
            </a:pPr>
            <a:r>
              <a:rPr lang="en-GB" sz="1200">
                <a:ea typeface="Calibri"/>
                <a:sym typeface="Wingdings" panose="05000000000000000000" pitchFamily="2" charset="2"/>
              </a:rPr>
              <a:t>     Shah: water treatment &amp; disposal capacity increase delayed vs plan </a:t>
            </a:r>
            <a:endParaRPr lang="en-GB" sz="1200">
              <a:ea typeface="Calibri"/>
              <a:cs typeface="Arial"/>
            </a:endParaRPr>
          </a:p>
          <a:p>
            <a:pPr marL="171450" indent="-171450">
              <a:spcBef>
                <a:spcPts val="600"/>
              </a:spcBef>
              <a:buFont typeface="Arial" panose="020B0604020202020204" pitchFamily="34" charset="0"/>
              <a:buChar char="•"/>
            </a:pPr>
            <a:r>
              <a:rPr lang="en-GB" sz="1200">
                <a:ea typeface="Calibri"/>
                <a:sym typeface="Wingdings" panose="05000000000000000000" pitchFamily="2" charset="2"/>
              </a:rPr>
              <a:t>2024: production higher than FSOPR (+1 MBD)</a:t>
            </a:r>
            <a:endParaRPr lang="en-GB" sz="1200">
              <a:ea typeface="Calibri"/>
              <a:cs typeface="Arial"/>
            </a:endParaRPr>
          </a:p>
          <a:p>
            <a:pPr>
              <a:spcBef>
                <a:spcPts val="600"/>
              </a:spcBef>
            </a:pPr>
            <a:r>
              <a:rPr lang="en-GB" sz="1200">
                <a:ea typeface="Calibri"/>
                <a:sym typeface="Wingdings" panose="05000000000000000000" pitchFamily="2" charset="2"/>
              </a:rPr>
              <a:t>  </a:t>
            </a:r>
            <a:endParaRPr lang="en-GB" sz="1200">
              <a:ea typeface="Calibri"/>
            </a:endParaRPr>
          </a:p>
        </p:txBody>
      </p:sp>
      <p:sp>
        <p:nvSpPr>
          <p:cNvPr id="11" name="Rectangle : coins arrondis 10">
            <a:extLst>
              <a:ext uri="{FF2B5EF4-FFF2-40B4-BE49-F238E27FC236}">
                <a16:creationId xmlns:a16="http://schemas.microsoft.com/office/drawing/2014/main" id="{D2B49DAE-B03F-1410-6719-5CB5DFCB3013}"/>
              </a:ext>
            </a:extLst>
          </p:cNvPr>
          <p:cNvSpPr/>
          <p:nvPr/>
        </p:nvSpPr>
        <p:spPr>
          <a:xfrm>
            <a:off x="878010" y="1236700"/>
            <a:ext cx="5391525" cy="1991880"/>
          </a:xfrm>
          <a:prstGeom prst="roundRect">
            <a:avLst>
              <a:gd name="adj" fmla="val 7380"/>
            </a:avLst>
          </a:prstGeom>
          <a:no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rgbClr val="4533FF"/>
              </a:solidFill>
              <a:cs typeface="Arial"/>
            </a:endParaRPr>
          </a:p>
          <a:p>
            <a:pPr algn="ctr"/>
            <a:endParaRPr lang="fr-FR" sz="1600">
              <a:solidFill>
                <a:schemeClr val="tx1"/>
              </a:solidFill>
            </a:endParaRPr>
          </a:p>
          <a:p>
            <a:pPr algn="ctr"/>
            <a:endParaRPr lang="fr-FR" sz="1600">
              <a:solidFill>
                <a:schemeClr val="tx1"/>
              </a:solidFill>
            </a:endParaRPr>
          </a:p>
          <a:p>
            <a:pPr algn="ctr"/>
            <a:endParaRPr lang="fr-FR" sz="1600">
              <a:solidFill>
                <a:schemeClr val="tx1"/>
              </a:solidFill>
            </a:endParaRPr>
          </a:p>
        </p:txBody>
      </p:sp>
      <p:sp>
        <p:nvSpPr>
          <p:cNvPr id="12" name="Rectangle : coins arrondis 11">
            <a:extLst>
              <a:ext uri="{FF2B5EF4-FFF2-40B4-BE49-F238E27FC236}">
                <a16:creationId xmlns:a16="http://schemas.microsoft.com/office/drawing/2014/main" id="{AB097C95-5FC8-9171-CA97-7C3C9639EBBB}"/>
              </a:ext>
            </a:extLst>
          </p:cNvPr>
          <p:cNvSpPr/>
          <p:nvPr/>
        </p:nvSpPr>
        <p:spPr>
          <a:xfrm rot="16200000">
            <a:off x="31528" y="2080022"/>
            <a:ext cx="1908531" cy="221885"/>
          </a:xfrm>
          <a:prstGeom prst="roundRect">
            <a:avLst>
              <a:gd name="adj" fmla="val 50000"/>
            </a:avLst>
          </a:prstGeom>
          <a:gradFill flip="none" rotWithShape="1">
            <a:gsLst>
              <a:gs pos="0">
                <a:srgbClr val="1FAAFF">
                  <a:shade val="30000"/>
                  <a:satMod val="115000"/>
                </a:srgbClr>
              </a:gs>
              <a:gs pos="50000">
                <a:srgbClr val="1FAAFF">
                  <a:shade val="67500"/>
                  <a:satMod val="115000"/>
                </a:srgbClr>
              </a:gs>
              <a:gs pos="100000">
                <a:srgbClr val="1FAAFF">
                  <a:shade val="100000"/>
                  <a:satMod val="115000"/>
                </a:srgbClr>
              </a:gs>
            </a:gsLst>
            <a:path path="circle">
              <a:fillToRect t="100000" r="100000"/>
            </a:path>
            <a:tileRect l="-100000" b="-100000"/>
          </a:grad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ym typeface="Wingdings" panose="05000000000000000000" pitchFamily="2" charset="2"/>
              </a:rPr>
              <a:t>South-East</a:t>
            </a:r>
            <a:endParaRPr lang="en-US" sz="1100">
              <a:sym typeface="Wingdings" panose="05000000000000000000" pitchFamily="2" charset="2"/>
            </a:endParaRPr>
          </a:p>
        </p:txBody>
      </p:sp>
      <p:graphicFrame>
        <p:nvGraphicFramePr>
          <p:cNvPr id="13" name="Table 2">
            <a:extLst>
              <a:ext uri="{FF2B5EF4-FFF2-40B4-BE49-F238E27FC236}">
                <a16:creationId xmlns:a16="http://schemas.microsoft.com/office/drawing/2014/main" id="{45F99098-0341-A173-8B6D-C2766848B565}"/>
              </a:ext>
            </a:extLst>
          </p:cNvPr>
          <p:cNvGraphicFramePr>
            <a:graphicFrameLocks noGrp="1"/>
          </p:cNvGraphicFramePr>
          <p:nvPr>
            <p:extLst>
              <p:ext uri="{D42A27DB-BD31-4B8C-83A1-F6EECF244321}">
                <p14:modId xmlns:p14="http://schemas.microsoft.com/office/powerpoint/2010/main" val="3166641143"/>
              </p:ext>
            </p:extLst>
          </p:nvPr>
        </p:nvGraphicFramePr>
        <p:xfrm>
          <a:off x="874849" y="3149795"/>
          <a:ext cx="5391524" cy="839101"/>
        </p:xfrm>
        <a:graphic>
          <a:graphicData uri="http://schemas.openxmlformats.org/drawingml/2006/table">
            <a:tbl>
              <a:tblPr firstRow="1" firstCol="1" bandRow="1">
                <a:tableStyleId>{5C22544A-7EE6-4342-B048-85BDC9FD1C3A}</a:tableStyleId>
              </a:tblPr>
              <a:tblGrid>
                <a:gridCol w="1347881">
                  <a:extLst>
                    <a:ext uri="{9D8B030D-6E8A-4147-A177-3AD203B41FA5}">
                      <a16:colId xmlns:a16="http://schemas.microsoft.com/office/drawing/2014/main" val="2037159487"/>
                    </a:ext>
                  </a:extLst>
                </a:gridCol>
                <a:gridCol w="1347881">
                  <a:extLst>
                    <a:ext uri="{9D8B030D-6E8A-4147-A177-3AD203B41FA5}">
                      <a16:colId xmlns:a16="http://schemas.microsoft.com/office/drawing/2014/main" val="1062531464"/>
                    </a:ext>
                  </a:extLst>
                </a:gridCol>
                <a:gridCol w="1347881">
                  <a:extLst>
                    <a:ext uri="{9D8B030D-6E8A-4147-A177-3AD203B41FA5}">
                      <a16:colId xmlns:a16="http://schemas.microsoft.com/office/drawing/2014/main" val="414543834"/>
                    </a:ext>
                  </a:extLst>
                </a:gridCol>
                <a:gridCol w="1347881">
                  <a:extLst>
                    <a:ext uri="{9D8B030D-6E8A-4147-A177-3AD203B41FA5}">
                      <a16:colId xmlns:a16="http://schemas.microsoft.com/office/drawing/2014/main" val="2800537557"/>
                    </a:ext>
                  </a:extLst>
                </a:gridCol>
              </a:tblGrid>
              <a:tr h="532174">
                <a:tc>
                  <a:txBody>
                    <a:bodyPr/>
                    <a:lstStyle/>
                    <a:p>
                      <a:pPr algn="ctr" fontAlgn="ctr"/>
                      <a:r>
                        <a:rPr lang="en-US" sz="1300" u="none" strike="noStrike">
                          <a:effectLst/>
                        </a:rPr>
                        <a:t>Asset​</a:t>
                      </a:r>
                      <a:endParaRPr lang="en-US" sz="1300" b="1" i="0" u="none" strike="noStrike">
                        <a:solidFill>
                          <a:srgbClr val="FFFFFF"/>
                        </a:solidFill>
                        <a:effectLst/>
                        <a:latin typeface="Arial" panose="020B0604020202020204" pitchFamily="34" charset="0"/>
                      </a:endParaRPr>
                    </a:p>
                  </a:txBody>
                  <a:tcPr marL="8221" marR="8221" marT="8221" marB="0" anchor="ctr"/>
                </a:tc>
                <a:tc>
                  <a:txBody>
                    <a:bodyPr/>
                    <a:lstStyle/>
                    <a:p>
                      <a:pPr algn="ctr" fontAlgn="ctr"/>
                      <a:r>
                        <a:rPr lang="en-US" sz="1300" u="none" strike="noStrike">
                          <a:effectLst/>
                        </a:rPr>
                        <a:t>FSOPR ​ YTD</a:t>
                      </a:r>
                      <a:endParaRPr lang="en-US" sz="1300" b="1" i="0" u="none" strike="noStrike">
                        <a:solidFill>
                          <a:schemeClr val="tx1"/>
                        </a:solidFill>
                        <a:effectLst/>
                        <a:latin typeface="Arial" panose="020B0604020202020204" pitchFamily="34" charset="0"/>
                      </a:endParaRPr>
                    </a:p>
                  </a:txBody>
                  <a:tcPr marL="8221" marR="8221" marT="8221" marB="0" anchor="ctr"/>
                </a:tc>
                <a:tc>
                  <a:txBody>
                    <a:bodyPr/>
                    <a:lstStyle/>
                    <a:p>
                      <a:pPr algn="ctr" fontAlgn="ctr"/>
                      <a:r>
                        <a:rPr lang="en-US" sz="1300" u="none" strike="noStrike">
                          <a:effectLst/>
                        </a:rPr>
                        <a:t>Actual YTD​ </a:t>
                      </a:r>
                      <a:endParaRPr lang="en-US" sz="1300" u="none" strike="noStrike">
                        <a:solidFill>
                          <a:schemeClr val="tx1"/>
                        </a:solidFill>
                        <a:effectLst/>
                      </a:endParaRPr>
                    </a:p>
                    <a:p>
                      <a:pPr algn="ctr" fontAlgn="ctr"/>
                      <a:r>
                        <a:rPr lang="en-US" sz="1300" u="none" strike="noStrike">
                          <a:effectLst/>
                        </a:rPr>
                        <a:t>Production </a:t>
                      </a:r>
                      <a:endParaRPr lang="en-US" sz="1300" b="1" i="0" u="none" strike="noStrike">
                        <a:solidFill>
                          <a:srgbClr val="FFFFFF"/>
                        </a:solidFill>
                        <a:effectLst/>
                        <a:latin typeface="Arial" panose="020B0604020202020204" pitchFamily="34" charset="0"/>
                      </a:endParaRPr>
                    </a:p>
                  </a:txBody>
                  <a:tcPr marL="8221" marR="8221" marT="8221" marB="0" anchor="ctr"/>
                </a:tc>
                <a:tc>
                  <a:txBody>
                    <a:bodyPr/>
                    <a:lstStyle/>
                    <a:p>
                      <a:pPr algn="ctr" fontAlgn="ctr"/>
                      <a:r>
                        <a:rPr lang="en-GB" sz="1300" u="none" strike="noStrike">
                          <a:effectLst/>
                        </a:rPr>
                        <a:t>Variance</a:t>
                      </a:r>
                      <a:endParaRPr lang="en-GB" sz="1300" b="1" i="0" u="none" strike="noStrike">
                        <a:solidFill>
                          <a:srgbClr val="FFFFFF"/>
                        </a:solidFill>
                        <a:effectLst/>
                        <a:latin typeface="Arial" panose="020B0604020202020204" pitchFamily="34" charset="0"/>
                      </a:endParaRPr>
                    </a:p>
                  </a:txBody>
                  <a:tcPr marL="8221" marR="8221" marT="8221" marB="0" anchor="ctr"/>
                </a:tc>
                <a:extLst>
                  <a:ext uri="{0D108BD9-81ED-4DB2-BD59-A6C34878D82A}">
                    <a16:rowId xmlns:a16="http://schemas.microsoft.com/office/drawing/2014/main" val="1483999284"/>
                  </a:ext>
                </a:extLst>
              </a:tr>
              <a:tr h="306927">
                <a:tc>
                  <a:txBody>
                    <a:bodyPr/>
                    <a:lstStyle/>
                    <a:p>
                      <a:pPr algn="ctr" fontAlgn="ctr"/>
                      <a:r>
                        <a:rPr lang="en-US" sz="1300" u="none" strike="noStrike">
                          <a:effectLst/>
                        </a:rPr>
                        <a:t>South-East​</a:t>
                      </a:r>
                      <a:endParaRPr lang="en-US" sz="1300" b="0" i="0" u="none" strike="noStrike">
                        <a:solidFill>
                          <a:srgbClr val="374649"/>
                        </a:solidFill>
                        <a:effectLst/>
                        <a:latin typeface="Arial" panose="020B0604020202020204" pitchFamily="34" charset="0"/>
                      </a:endParaRPr>
                    </a:p>
                  </a:txBody>
                  <a:tcPr marL="73992" marR="8221" marT="8221" marB="49328" anchor="ctr"/>
                </a:tc>
                <a:tc>
                  <a:txBody>
                    <a:bodyPr/>
                    <a:lstStyle/>
                    <a:p>
                      <a:pPr algn="ctr" fontAlgn="ctr"/>
                      <a:r>
                        <a:rPr lang="en-US" sz="1300" b="0" i="0" u="none" strike="noStrike">
                          <a:solidFill>
                            <a:srgbClr val="374649"/>
                          </a:solidFill>
                          <a:effectLst/>
                          <a:latin typeface="Arial"/>
                        </a:rPr>
                        <a:t>657</a:t>
                      </a:r>
                    </a:p>
                  </a:txBody>
                  <a:tcPr marL="8221" marR="8221" marT="8221" marB="49328" anchor="ctr"/>
                </a:tc>
                <a:tc>
                  <a:txBody>
                    <a:bodyPr/>
                    <a:lstStyle/>
                    <a:p>
                      <a:pPr algn="ctr" fontAlgn="ctr"/>
                      <a:r>
                        <a:rPr lang="en-US" sz="1300" u="none" strike="noStrike">
                          <a:effectLst/>
                        </a:rPr>
                        <a:t>669</a:t>
                      </a:r>
                      <a:endParaRPr lang="en-US" sz="1300" b="0" i="0" u="none" strike="noStrike">
                        <a:solidFill>
                          <a:srgbClr val="374649"/>
                        </a:solidFill>
                        <a:effectLst/>
                        <a:latin typeface="Arial" panose="020B0604020202020204" pitchFamily="34" charset="0"/>
                      </a:endParaRPr>
                    </a:p>
                  </a:txBody>
                  <a:tcPr marL="8221" marR="8221" marT="8221" marB="49328" anchor="ctr"/>
                </a:tc>
                <a:tc>
                  <a:txBody>
                    <a:bodyPr/>
                    <a:lstStyle/>
                    <a:p>
                      <a:pPr algn="ctr"/>
                      <a:r>
                        <a:rPr lang="en-US" sz="1300" b="1" u="none" strike="noStrike">
                          <a:solidFill>
                            <a:srgbClr val="00B050"/>
                          </a:solidFill>
                          <a:effectLst/>
                        </a:rPr>
                        <a:t>+12</a:t>
                      </a:r>
                      <a:endParaRPr lang="en-GB" sz="1900" b="1">
                        <a:solidFill>
                          <a:srgbClr val="00B050"/>
                        </a:solidFill>
                      </a:endParaRPr>
                    </a:p>
                  </a:txBody>
                  <a:tcPr marL="8221" marR="8221" marT="8221" marB="49328" anchor="ctr"/>
                </a:tc>
                <a:extLst>
                  <a:ext uri="{0D108BD9-81ED-4DB2-BD59-A6C34878D82A}">
                    <a16:rowId xmlns:a16="http://schemas.microsoft.com/office/drawing/2014/main" val="3902465812"/>
                  </a:ext>
                </a:extLst>
              </a:tr>
            </a:tbl>
          </a:graphicData>
        </a:graphic>
      </p:graphicFrame>
      <p:sp>
        <p:nvSpPr>
          <p:cNvPr id="15" name="Rectangle : coins arrondis 27">
            <a:extLst>
              <a:ext uri="{FF2B5EF4-FFF2-40B4-BE49-F238E27FC236}">
                <a16:creationId xmlns:a16="http://schemas.microsoft.com/office/drawing/2014/main" id="{EEE5B388-F488-8577-0598-B24D522AA735}"/>
              </a:ext>
            </a:extLst>
          </p:cNvPr>
          <p:cNvSpPr/>
          <p:nvPr/>
        </p:nvSpPr>
        <p:spPr>
          <a:xfrm>
            <a:off x="7047712" y="2198625"/>
            <a:ext cx="4580018" cy="1323234"/>
          </a:xfrm>
          <a:prstGeom prst="roundRect">
            <a:avLst/>
          </a:prstGeom>
          <a:gradFill flip="none" rotWithShape="1">
            <a:gsLst>
              <a:gs pos="0">
                <a:srgbClr val="3B43FC">
                  <a:shade val="30000"/>
                  <a:satMod val="115000"/>
                </a:srgbClr>
              </a:gs>
              <a:gs pos="50000">
                <a:srgbClr val="3B43FC">
                  <a:shade val="67500"/>
                  <a:satMod val="115000"/>
                </a:srgbClr>
              </a:gs>
              <a:gs pos="100000">
                <a:srgbClr val="3B43FC">
                  <a:shade val="100000"/>
                  <a:satMod val="115000"/>
                </a:srgbClr>
              </a:gs>
            </a:gsLst>
            <a:lin ang="0" scaled="1"/>
            <a:tileRect/>
          </a:gradFill>
          <a:ln>
            <a:solidFill>
              <a:srgbClr val="3B43FC"/>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lgn="ctr">
              <a:defRPr/>
            </a:pPr>
            <a:endParaRPr lang="en-US" sz="1100" b="1">
              <a:solidFill>
                <a:schemeClr val="bg1"/>
              </a:solidFill>
            </a:endParaRPr>
          </a:p>
          <a:p>
            <a:pPr lvl="1" algn="ctr">
              <a:defRPr/>
            </a:pPr>
            <a:r>
              <a:rPr lang="en-US" sz="1400">
                <a:solidFill>
                  <a:schemeClr val="bg1"/>
                </a:solidFill>
              </a:rPr>
              <a:t>Identify additional potential for Shah/QW through AL methodology and automatic tool</a:t>
            </a:r>
            <a:endParaRPr lang="en-US" sz="1400">
              <a:solidFill>
                <a:schemeClr val="bg1"/>
              </a:solidFill>
              <a:cs typeface="Arial"/>
            </a:endParaRPr>
          </a:p>
          <a:p>
            <a:pPr marR="0" lvl="0" defTabSz="914400" rtl="0" eaLnBrk="1" fontAlgn="auto" latinLnBrk="0" hangingPunct="1">
              <a:lnSpc>
                <a:spcPct val="100000"/>
              </a:lnSpc>
              <a:spcBef>
                <a:spcPts val="0"/>
              </a:spcBef>
              <a:spcAft>
                <a:spcPts val="0"/>
              </a:spcAft>
              <a:buClrTx/>
              <a:buSzTx/>
              <a:tabLst/>
              <a:defRPr/>
            </a:pPr>
            <a:endParaRPr lang="en-US" sz="1200" b="1">
              <a:solidFill>
                <a:schemeClr val="bg1"/>
              </a:solidFill>
              <a:sym typeface="Wingdings" panose="05000000000000000000" pitchFamily="2" charset="2"/>
            </a:endParaRPr>
          </a:p>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F"/>
              <a:tabLst/>
              <a:defRPr/>
            </a:pPr>
            <a:r>
              <a:rPr lang="en-US" sz="1200" b="1">
                <a:solidFill>
                  <a:schemeClr val="bg1"/>
                </a:solidFill>
              </a:rPr>
              <a:t>Shah: 11 MBD of </a:t>
            </a:r>
            <a:r>
              <a:rPr lang="en-US" sz="1200" b="1" u="sng">
                <a:solidFill>
                  <a:schemeClr val="bg1"/>
                </a:solidFill>
              </a:rPr>
              <a:t>unconstrained potential identified </a:t>
            </a:r>
            <a:r>
              <a:rPr lang="en-US" sz="1200" b="1">
                <a:solidFill>
                  <a:schemeClr val="bg1"/>
                </a:solidFill>
                <a:sym typeface="Wingdings" panose="05000000000000000000" pitchFamily="2" charset="2"/>
              </a:rPr>
              <a:t> +2 MBD already achieved </a:t>
            </a:r>
            <a:endParaRPr lang="en-US" sz="1200" b="1">
              <a:solidFill>
                <a:schemeClr val="bg1"/>
              </a:solidFill>
            </a:endParaRPr>
          </a:p>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F"/>
              <a:tabLst/>
              <a:defRPr/>
            </a:pPr>
            <a:r>
              <a:rPr lang="en-US" sz="1200" b="1">
                <a:solidFill>
                  <a:schemeClr val="bg1"/>
                </a:solidFill>
              </a:rPr>
              <a:t>QW: 4 MBD of </a:t>
            </a:r>
            <a:r>
              <a:rPr lang="en-US" sz="1200" b="1" u="sng">
                <a:solidFill>
                  <a:schemeClr val="bg1"/>
                </a:solidFill>
              </a:rPr>
              <a:t>unconstrained potential identified </a:t>
            </a:r>
            <a:r>
              <a:rPr lang="en-US" sz="1200" b="1">
                <a:solidFill>
                  <a:schemeClr val="bg1"/>
                </a:solidFill>
                <a:sym typeface="Wingdings" panose="05000000000000000000" pitchFamily="2" charset="2"/>
              </a:rPr>
              <a:t> +3 MBD already achieved</a:t>
            </a:r>
            <a:endParaRPr lang="en-US" sz="1200" b="1">
              <a:solidFill>
                <a:schemeClr val="bg1"/>
              </a:solidFill>
            </a:endParaRPr>
          </a:p>
          <a:p>
            <a:pPr marL="171450" indent="-171450" algn="ctr">
              <a:spcBef>
                <a:spcPts val="300"/>
              </a:spcBef>
              <a:buFont typeface="Arial" panose="020B0604020202020204" pitchFamily="34" charset="0"/>
              <a:buChar char="•"/>
            </a:pPr>
            <a:endParaRPr lang="en-US" sz="1000" b="1">
              <a:solidFill>
                <a:schemeClr val="bg1"/>
              </a:solidFill>
              <a:sym typeface="Wingdings" panose="05000000000000000000" pitchFamily="2" charset="2"/>
            </a:endParaRPr>
          </a:p>
        </p:txBody>
      </p:sp>
      <p:sp>
        <p:nvSpPr>
          <p:cNvPr id="16" name="Rectangle : coins arrondis 17">
            <a:extLst>
              <a:ext uri="{FF2B5EF4-FFF2-40B4-BE49-F238E27FC236}">
                <a16:creationId xmlns:a16="http://schemas.microsoft.com/office/drawing/2014/main" id="{5248078D-CC97-8905-DE38-66706B65CFDC}"/>
              </a:ext>
            </a:extLst>
          </p:cNvPr>
          <p:cNvSpPr/>
          <p:nvPr/>
        </p:nvSpPr>
        <p:spPr>
          <a:xfrm>
            <a:off x="7047716" y="1197319"/>
            <a:ext cx="4580013" cy="1001306"/>
          </a:xfrm>
          <a:prstGeom prst="roundRect">
            <a:avLst/>
          </a:prstGeom>
          <a:solidFill>
            <a:srgbClr val="A5BAF5"/>
          </a:solidFill>
          <a:ln>
            <a:solidFill>
              <a:srgbClr val="2A33F5"/>
            </a:solidFill>
          </a:ln>
        </p:spPr>
        <p:style>
          <a:lnRef idx="2">
            <a:schemeClr val="accent1">
              <a:shade val="50000"/>
            </a:schemeClr>
          </a:lnRef>
          <a:fillRef idx="1">
            <a:schemeClr val="accent1"/>
          </a:fillRef>
          <a:effectRef idx="0">
            <a:schemeClr val="accent1"/>
          </a:effectRef>
          <a:fontRef idx="minor">
            <a:schemeClr val="lt1"/>
          </a:fontRef>
        </p:style>
        <p:txBody>
          <a:bodyPr lIns="7200" rIns="7200" rtlCol="0" anchor="ctr"/>
          <a:lstStyle/>
          <a:p>
            <a:pPr algn="ctr"/>
            <a:r>
              <a:rPr lang="en-US" sz="1600" b="1">
                <a:solidFill>
                  <a:srgbClr val="4533FF"/>
                </a:solidFill>
              </a:rPr>
              <a:t>FSOPR</a:t>
            </a:r>
            <a:r>
              <a:rPr lang="en-US" sz="1600">
                <a:solidFill>
                  <a:srgbClr val="4533FF"/>
                </a:solidFill>
              </a:rPr>
              <a:t>: support production growth</a:t>
            </a:r>
          </a:p>
          <a:p>
            <a:pPr lvl="1"/>
            <a:r>
              <a:rPr lang="en-US" sz="1400">
                <a:solidFill>
                  <a:schemeClr val="bg1"/>
                </a:solidFill>
              </a:rPr>
              <a:t>Asset Lead support to assure achieving 2025, 2026 and 2027 Business Plan FSOPR</a:t>
            </a:r>
          </a:p>
        </p:txBody>
      </p:sp>
      <p:pic>
        <p:nvPicPr>
          <p:cNvPr id="18" name="Image 14">
            <a:extLst>
              <a:ext uri="{FF2B5EF4-FFF2-40B4-BE49-F238E27FC236}">
                <a16:creationId xmlns:a16="http://schemas.microsoft.com/office/drawing/2014/main" id="{E664642D-EDE7-44E9-9FF0-E5830ED2AD7B}"/>
              </a:ext>
            </a:extLst>
          </p:cNvPr>
          <p:cNvPicPr>
            <a:picLocks noChangeAspect="1"/>
          </p:cNvPicPr>
          <p:nvPr/>
        </p:nvPicPr>
        <p:blipFill>
          <a:blip r:embed="rId2"/>
          <a:stretch>
            <a:fillRect/>
          </a:stretch>
        </p:blipFill>
        <p:spPr>
          <a:xfrm>
            <a:off x="6626294" y="2039379"/>
            <a:ext cx="940400" cy="935675"/>
          </a:xfrm>
          <a:prstGeom prst="rect">
            <a:avLst/>
          </a:prstGeom>
        </p:spPr>
      </p:pic>
      <p:graphicFrame>
        <p:nvGraphicFramePr>
          <p:cNvPr id="24" name="Tableau 23">
            <a:extLst>
              <a:ext uri="{FF2B5EF4-FFF2-40B4-BE49-F238E27FC236}">
                <a16:creationId xmlns:a16="http://schemas.microsoft.com/office/drawing/2014/main" id="{3634E087-30AD-7D89-B7EF-D4FA6E6C6617}"/>
              </a:ext>
            </a:extLst>
          </p:cNvPr>
          <p:cNvGraphicFramePr>
            <a:graphicFrameLocks noGrp="1"/>
          </p:cNvGraphicFramePr>
          <p:nvPr>
            <p:extLst>
              <p:ext uri="{D42A27DB-BD31-4B8C-83A1-F6EECF244321}">
                <p14:modId xmlns:p14="http://schemas.microsoft.com/office/powerpoint/2010/main" val="2644080540"/>
              </p:ext>
            </p:extLst>
          </p:nvPr>
        </p:nvGraphicFramePr>
        <p:xfrm>
          <a:off x="119743" y="11980"/>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algn="ctr" fontAlgn="ctr"/>
                      <a:r>
                        <a:rPr lang="en-US" sz="800" b="1" u="none" strike="noStrike">
                          <a:solidFill>
                            <a:srgbClr val="C4D2D8"/>
                          </a:solidFill>
                          <a:effectLst/>
                          <a:latin typeface="Aptos (Body)"/>
                        </a:rPr>
                        <a:t>Production</a:t>
                      </a:r>
                      <a:br>
                        <a:rPr lang="en-US" sz="800" u="none" strike="noStrike">
                          <a:solidFill>
                            <a:srgbClr val="C4D2D8"/>
                          </a:solidFill>
                          <a:effectLst/>
                          <a:latin typeface="Aptos (Body)"/>
                        </a:rPr>
                      </a:br>
                      <a:r>
                        <a:rPr lang="en-US" sz="800" u="none" strike="noStrike">
                          <a:solidFill>
                            <a:srgbClr val="C4D2D8"/>
                          </a:solidFill>
                          <a:effectLst/>
                          <a:latin typeface="Aptos (Body)"/>
                        </a:rPr>
                        <a:t>(adhering to the reservoir guidelines)</a:t>
                      </a:r>
                      <a:br>
                        <a:rPr lang="en-US" sz="800" u="none" strike="noStrike">
                          <a:solidFill>
                            <a:srgbClr val="C4D2D8"/>
                          </a:solidFill>
                          <a:effectLst/>
                          <a:latin typeface="Aptos (Body)"/>
                        </a:rPr>
                      </a:br>
                      <a:endParaRPr lang="en-US" sz="800" u="none" strike="noStrike">
                        <a:solidFill>
                          <a:srgbClr val="C4D2D8"/>
                        </a:solidFill>
                        <a:effectLst/>
                        <a:latin typeface="Aptos (Body)"/>
                      </a:endParaRPr>
                    </a:p>
                    <a:p>
                      <a:pPr algn="ctr" fontAlgn="ctr"/>
                      <a:endParaRPr lang="en-US" sz="800" b="1" u="none" strike="noStrike">
                        <a:solidFill>
                          <a:srgbClr val="C4D2D8"/>
                        </a:solidFill>
                        <a:effectLst/>
                        <a:latin typeface="Aptos (Body)"/>
                      </a:endParaRPr>
                    </a:p>
                    <a:p>
                      <a:pPr algn="ctr" fontAlgn="ctr"/>
                      <a:r>
                        <a:rPr lang="en-US" sz="800" b="1" u="none" strike="noStrike">
                          <a:solidFill>
                            <a:srgbClr val="C4D2D8"/>
                          </a:solidFill>
                          <a:effectLst/>
                          <a:latin typeface="Aptos (Body)"/>
                        </a:rPr>
                        <a:t>30%</a:t>
                      </a:r>
                      <a:endParaRPr lang="en-US" sz="800" b="1" i="0" u="none" strike="noStrike">
                        <a:solidFill>
                          <a:srgbClr val="C4D2D8"/>
                        </a:solidFill>
                        <a:effectLst/>
                        <a:latin typeface="Aptos (Body)"/>
                      </a:endParaRPr>
                    </a:p>
                    <a:p>
                      <a:pPr algn="ctr" fontAlgn="ctr"/>
                      <a:endParaRPr lang="en-US" sz="800" b="1" i="0" u="none" strike="noStrike">
                        <a:solidFill>
                          <a:srgbClr val="000000"/>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25" name="Rectangle 24">
            <a:extLst>
              <a:ext uri="{FF2B5EF4-FFF2-40B4-BE49-F238E27FC236}">
                <a16:creationId xmlns:a16="http://schemas.microsoft.com/office/drawing/2014/main" id="{D3D4A9DF-7246-3447-41B9-CE8A231F59DD}"/>
              </a:ext>
            </a:extLst>
          </p:cNvPr>
          <p:cNvSpPr/>
          <p:nvPr/>
        </p:nvSpPr>
        <p:spPr>
          <a:xfrm>
            <a:off x="122329" y="-1"/>
            <a:ext cx="1217423" cy="1019981"/>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2800" b="1" u="none" strike="noStrike">
              <a:solidFill>
                <a:schemeClr val="tx1"/>
              </a:solidFill>
              <a:effectLst/>
              <a:latin typeface="Aptos (Body)"/>
            </a:endParaRPr>
          </a:p>
          <a:p>
            <a:pPr algn="ctr" fontAlgn="ctr"/>
            <a:r>
              <a:rPr lang="en-US" sz="1600" b="1" u="none" strike="noStrike">
                <a:solidFill>
                  <a:srgbClr val="1FAAFF"/>
                </a:solidFill>
                <a:effectLst/>
                <a:latin typeface="Aptos (Body)"/>
              </a:rPr>
              <a:t>Production</a:t>
            </a:r>
            <a:br>
              <a:rPr lang="en-US" sz="1600" u="none" strike="noStrike">
                <a:solidFill>
                  <a:schemeClr val="tx1"/>
                </a:solidFill>
                <a:effectLst/>
                <a:latin typeface="Aptos (Body)"/>
              </a:rPr>
            </a:br>
            <a:endParaRPr lang="en-US" sz="1600" u="none" strike="noStrike">
              <a:solidFill>
                <a:schemeClr val="tx1"/>
              </a:solidFill>
              <a:effectLst/>
              <a:latin typeface="Aptos (Body)"/>
            </a:endParaRPr>
          </a:p>
        </p:txBody>
      </p:sp>
      <p:pic>
        <p:nvPicPr>
          <p:cNvPr id="8" name="Image 7">
            <a:extLst>
              <a:ext uri="{FF2B5EF4-FFF2-40B4-BE49-F238E27FC236}">
                <a16:creationId xmlns:a16="http://schemas.microsoft.com/office/drawing/2014/main" id="{15573862-9E37-70C9-1B83-A079A9110372}"/>
              </a:ext>
            </a:extLst>
          </p:cNvPr>
          <p:cNvPicPr>
            <a:picLocks noChangeAspect="1"/>
          </p:cNvPicPr>
          <p:nvPr/>
        </p:nvPicPr>
        <p:blipFill>
          <a:blip r:embed="rId3"/>
          <a:stretch>
            <a:fillRect/>
          </a:stretch>
        </p:blipFill>
        <p:spPr>
          <a:xfrm>
            <a:off x="307146" y="-216721"/>
            <a:ext cx="807760" cy="807760"/>
          </a:xfrm>
          <a:prstGeom prst="rect">
            <a:avLst/>
          </a:prstGeom>
        </p:spPr>
      </p:pic>
      <p:sp>
        <p:nvSpPr>
          <p:cNvPr id="26" name="Rectangle : coins arrondis 6">
            <a:extLst>
              <a:ext uri="{FF2B5EF4-FFF2-40B4-BE49-F238E27FC236}">
                <a16:creationId xmlns:a16="http://schemas.microsoft.com/office/drawing/2014/main" id="{92B01A74-238F-426F-4822-2EA1DDD057A1}"/>
              </a:ext>
            </a:extLst>
          </p:cNvPr>
          <p:cNvSpPr/>
          <p:nvPr/>
        </p:nvSpPr>
        <p:spPr>
          <a:xfrm>
            <a:off x="1154160" y="5865803"/>
            <a:ext cx="9884474" cy="57372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Strong performance of South-East supporting ADNOC high production</a:t>
            </a:r>
          </a:p>
        </p:txBody>
      </p:sp>
      <p:sp>
        <p:nvSpPr>
          <p:cNvPr id="7" name="TextBox 6">
            <a:extLst>
              <a:ext uri="{FF2B5EF4-FFF2-40B4-BE49-F238E27FC236}">
                <a16:creationId xmlns:a16="http://schemas.microsoft.com/office/drawing/2014/main" id="{D8D9AEA8-DBF8-DFDA-BFC3-CF5F1C4BA40B}"/>
              </a:ext>
            </a:extLst>
          </p:cNvPr>
          <p:cNvSpPr txBox="1"/>
          <p:nvPr/>
        </p:nvSpPr>
        <p:spPr>
          <a:xfrm>
            <a:off x="58617" y="1005563"/>
            <a:ext cx="1304818" cy="276999"/>
          </a:xfrm>
          <a:prstGeom prst="rect">
            <a:avLst/>
          </a:prstGeom>
          <a:noFill/>
        </p:spPr>
        <p:txBody>
          <a:bodyPr wrap="square" rtlCol="0">
            <a:spAutoFit/>
          </a:bodyPr>
          <a:lstStyle/>
          <a:p>
            <a:pPr algn="l"/>
            <a:r>
              <a:rPr lang="en-US" sz="1200" b="1">
                <a:solidFill>
                  <a:schemeClr val="accent1"/>
                </a:solidFill>
              </a:rPr>
              <a:t>100% Achieved</a:t>
            </a:r>
            <a:endParaRPr lang="en-GB" sz="1200" b="1">
              <a:solidFill>
                <a:schemeClr val="accent1"/>
              </a:solidFill>
            </a:endParaRPr>
          </a:p>
        </p:txBody>
      </p:sp>
      <p:pic>
        <p:nvPicPr>
          <p:cNvPr id="22" name="Picture 21">
            <a:extLst>
              <a:ext uri="{FF2B5EF4-FFF2-40B4-BE49-F238E27FC236}">
                <a16:creationId xmlns:a16="http://schemas.microsoft.com/office/drawing/2014/main" id="{204C1E0C-D302-4295-307E-3D69F9D20F1C}"/>
              </a:ext>
            </a:extLst>
          </p:cNvPr>
          <p:cNvPicPr>
            <a:picLocks noChangeAspect="1"/>
          </p:cNvPicPr>
          <p:nvPr/>
        </p:nvPicPr>
        <p:blipFill>
          <a:blip r:embed="rId4"/>
          <a:stretch>
            <a:fillRect/>
          </a:stretch>
        </p:blipFill>
        <p:spPr>
          <a:xfrm>
            <a:off x="1131857" y="1269363"/>
            <a:ext cx="5101035" cy="1864716"/>
          </a:xfrm>
          <a:prstGeom prst="rect">
            <a:avLst/>
          </a:prstGeom>
        </p:spPr>
      </p:pic>
      <p:grpSp>
        <p:nvGrpSpPr>
          <p:cNvPr id="14" name="Groupe 13">
            <a:extLst>
              <a:ext uri="{FF2B5EF4-FFF2-40B4-BE49-F238E27FC236}">
                <a16:creationId xmlns:a16="http://schemas.microsoft.com/office/drawing/2014/main" id="{C1C96C32-5878-6A43-495C-AC2BC34987FB}"/>
              </a:ext>
            </a:extLst>
          </p:cNvPr>
          <p:cNvGrpSpPr/>
          <p:nvPr/>
        </p:nvGrpSpPr>
        <p:grpSpPr>
          <a:xfrm>
            <a:off x="7096494" y="3633211"/>
            <a:ext cx="4580016" cy="2052215"/>
            <a:chOff x="7096494" y="3633211"/>
            <a:chExt cx="4580016" cy="2052215"/>
          </a:xfrm>
        </p:grpSpPr>
        <p:pic>
          <p:nvPicPr>
            <p:cNvPr id="20" name="Picture 3">
              <a:extLst>
                <a:ext uri="{FF2B5EF4-FFF2-40B4-BE49-F238E27FC236}">
                  <a16:creationId xmlns:a16="http://schemas.microsoft.com/office/drawing/2014/main" id="{C496BDD2-D215-488E-D92B-6912FCC9868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42" t="5547" r="2526" b="6823"/>
            <a:stretch/>
          </p:blipFill>
          <p:spPr bwMode="auto">
            <a:xfrm>
              <a:off x="7096494" y="3633211"/>
              <a:ext cx="4580016" cy="2052215"/>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3A866A67-0DC1-F239-E573-A25BF7BB75AF}"/>
                </a:ext>
              </a:extLst>
            </p:cNvPr>
            <p:cNvSpPr txBox="1"/>
            <p:nvPr/>
          </p:nvSpPr>
          <p:spPr>
            <a:xfrm>
              <a:off x="10210801" y="3681105"/>
              <a:ext cx="1285874" cy="400110"/>
            </a:xfrm>
            <a:prstGeom prst="rect">
              <a:avLst/>
            </a:prstGeom>
            <a:solidFill>
              <a:schemeClr val="bg1"/>
            </a:solidFill>
            <a:ln>
              <a:solidFill>
                <a:schemeClr val="tx1"/>
              </a:solidFill>
            </a:ln>
          </p:spPr>
          <p:txBody>
            <a:bodyPr wrap="square" rtlCol="0">
              <a:spAutoFit/>
            </a:bodyPr>
            <a:lstStyle/>
            <a:p>
              <a:pPr algn="l"/>
              <a:r>
                <a:rPr lang="fr-FR" sz="1000" b="1"/>
                <a:t>   </a:t>
              </a:r>
              <a:r>
                <a:rPr lang="fr-FR" sz="1000" b="1" err="1"/>
                <a:t>SH’s</a:t>
              </a:r>
              <a:r>
                <a:rPr lang="fr-FR" sz="1000" b="1"/>
                <a:t> GL Pb+100</a:t>
              </a:r>
            </a:p>
            <a:p>
              <a:pPr algn="l"/>
              <a:r>
                <a:rPr lang="fr-FR" sz="1000" b="1"/>
                <a:t>   Official TR</a:t>
              </a:r>
            </a:p>
          </p:txBody>
        </p:sp>
        <p:sp>
          <p:nvSpPr>
            <p:cNvPr id="5" name="Rectangle 4">
              <a:extLst>
                <a:ext uri="{FF2B5EF4-FFF2-40B4-BE49-F238E27FC236}">
                  <a16:creationId xmlns:a16="http://schemas.microsoft.com/office/drawing/2014/main" id="{9D8465AD-9063-C51F-7D28-5DC9DA54D6FD}"/>
                </a:ext>
              </a:extLst>
            </p:cNvPr>
            <p:cNvSpPr/>
            <p:nvPr/>
          </p:nvSpPr>
          <p:spPr>
            <a:xfrm>
              <a:off x="10253663" y="3781425"/>
              <a:ext cx="100012" cy="71438"/>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768FDE8E-EADD-0A3C-C3DA-8B6307FAD235}"/>
                </a:ext>
              </a:extLst>
            </p:cNvPr>
            <p:cNvSpPr/>
            <p:nvPr/>
          </p:nvSpPr>
          <p:spPr>
            <a:xfrm>
              <a:off x="10253663" y="3933962"/>
              <a:ext cx="100012" cy="71438"/>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Rectangle : coins arrondis 21">
            <a:extLst>
              <a:ext uri="{FF2B5EF4-FFF2-40B4-BE49-F238E27FC236}">
                <a16:creationId xmlns:a16="http://schemas.microsoft.com/office/drawing/2014/main" id="{C872367B-45AA-B300-FAA1-92938A3A56C3}"/>
              </a:ext>
            </a:extLst>
          </p:cNvPr>
          <p:cNvSpPr/>
          <p:nvPr/>
        </p:nvSpPr>
        <p:spPr>
          <a:xfrm>
            <a:off x="7047714" y="3553150"/>
            <a:ext cx="4580016" cy="2292948"/>
          </a:xfrm>
          <a:prstGeom prst="roundRect">
            <a:avLst>
              <a:gd name="adj" fmla="val 7380"/>
            </a:avLst>
          </a:prstGeom>
          <a:noFill/>
          <a:ln>
            <a:solidFill>
              <a:srgbClr val="2A33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rgbClr val="4533FF"/>
              </a:solidFill>
              <a:cs typeface="Arial"/>
            </a:endParaRPr>
          </a:p>
          <a:p>
            <a:pPr algn="ctr"/>
            <a:endParaRPr lang="fr-FR" sz="1600">
              <a:solidFill>
                <a:schemeClr val="tx1"/>
              </a:solidFill>
            </a:endParaRPr>
          </a:p>
          <a:p>
            <a:pPr algn="ctr"/>
            <a:endParaRPr lang="fr-FR" sz="1600">
              <a:solidFill>
                <a:schemeClr val="tx1"/>
              </a:solidFill>
            </a:endParaRPr>
          </a:p>
          <a:p>
            <a:pPr algn="ctr"/>
            <a:endParaRPr lang="fr-FR" sz="1600">
              <a:solidFill>
                <a:schemeClr val="tx1"/>
              </a:solidFill>
            </a:endParaRPr>
          </a:p>
        </p:txBody>
      </p:sp>
    </p:spTree>
    <p:extLst>
      <p:ext uri="{BB962C8B-B14F-4D97-AF65-F5344CB8AC3E}">
        <p14:creationId xmlns:p14="http://schemas.microsoft.com/office/powerpoint/2010/main" val="3120071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C1A50-5649-E352-F504-5AE1FAE3D2A7}"/>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D88BD9EC-0108-2F4A-C227-E1BDDB421CC5}"/>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27D81F5A-0121-05C7-3BCC-F46273BB29D5}"/>
              </a:ext>
            </a:extLst>
          </p:cNvPr>
          <p:cNvSpPr>
            <a:spLocks noGrp="1"/>
          </p:cNvSpPr>
          <p:nvPr>
            <p:ph type="sldNum" sz="quarter" idx="16"/>
          </p:nvPr>
        </p:nvSpPr>
        <p:spPr/>
        <p:txBody>
          <a:bodyPr/>
          <a:lstStyle/>
          <a:p>
            <a:fld id="{975A587B-5814-4D9B-9598-FE9CB954CB01}" type="slidenum">
              <a:rPr lang="en-US" noProof="0" smtClean="0"/>
              <a:pPr/>
              <a:t>9</a:t>
            </a:fld>
            <a:endParaRPr lang="en-US" noProof="0"/>
          </a:p>
        </p:txBody>
      </p:sp>
      <p:sp>
        <p:nvSpPr>
          <p:cNvPr id="22" name="Espace réservé du texte 21">
            <a:extLst>
              <a:ext uri="{FF2B5EF4-FFF2-40B4-BE49-F238E27FC236}">
                <a16:creationId xmlns:a16="http://schemas.microsoft.com/office/drawing/2014/main" id="{C3FE7D09-77E1-1CAA-850A-B6C7FBF34ECF}"/>
              </a:ext>
            </a:extLst>
          </p:cNvPr>
          <p:cNvSpPr>
            <a:spLocks noGrp="1"/>
          </p:cNvSpPr>
          <p:nvPr>
            <p:ph type="body" sz="quarter" idx="13"/>
          </p:nvPr>
        </p:nvSpPr>
        <p:spPr>
          <a:xfrm>
            <a:off x="8918645" y="1372351"/>
            <a:ext cx="3193526" cy="4099441"/>
          </a:xfrm>
        </p:spPr>
        <p:txBody>
          <a:bodyPr vert="horz" lIns="91440" tIns="45720" rIns="91440" bIns="45720" rtlCol="0" anchor="t">
            <a:noAutofit/>
          </a:bodyPr>
          <a:lstStyle/>
          <a:p>
            <a:pPr marL="179705" lvl="0" indent="-179705">
              <a:defRPr/>
            </a:pPr>
            <a:r>
              <a:rPr lang="en-US" b="1" u="sng"/>
              <a:t>DWS optimization </a:t>
            </a:r>
            <a:r>
              <a:rPr lang="en-US"/>
              <a:t>objective: align the production capacity with </a:t>
            </a:r>
            <a:r>
              <a:rPr lang="en-US" u="sng"/>
              <a:t>BP25-29 production mandate</a:t>
            </a:r>
            <a:endParaRPr lang="en-US" u="sng">
              <a:cs typeface="Arial"/>
            </a:endParaRPr>
          </a:p>
          <a:p>
            <a:pPr marL="179705" lvl="0" indent="-179705">
              <a:defRPr/>
            </a:pPr>
            <a:endParaRPr lang="en-US">
              <a:cs typeface="Arial" panose="020B0604020202020204"/>
            </a:endParaRPr>
          </a:p>
          <a:p>
            <a:pPr marL="179705" indent="-179705">
              <a:defRPr/>
            </a:pPr>
            <a:r>
              <a:rPr lang="en-US"/>
              <a:t>ASAB KH-1 DWS </a:t>
            </a:r>
            <a:r>
              <a:rPr lang="en-US">
                <a:solidFill>
                  <a:schemeClr val="accent1"/>
                </a:solidFill>
              </a:rPr>
              <a:t>optimization of 7 OP KH-1 C1 from DWS</a:t>
            </a:r>
            <a:endParaRPr lang="en-US">
              <a:solidFill>
                <a:schemeClr val="accent1"/>
              </a:solidFill>
              <a:cs typeface="Arial"/>
            </a:endParaRPr>
          </a:p>
          <a:p>
            <a:pPr marL="0" indent="0">
              <a:buNone/>
            </a:pPr>
            <a:endParaRPr lang="fr-FR"/>
          </a:p>
        </p:txBody>
      </p:sp>
      <p:sp>
        <p:nvSpPr>
          <p:cNvPr id="8" name="TextBox 4">
            <a:extLst>
              <a:ext uri="{FF2B5EF4-FFF2-40B4-BE49-F238E27FC236}">
                <a16:creationId xmlns:a16="http://schemas.microsoft.com/office/drawing/2014/main" id="{D66D5407-C160-F292-424F-6FDEBBF7AEC9}"/>
              </a:ext>
            </a:extLst>
          </p:cNvPr>
          <p:cNvSpPr txBox="1"/>
          <p:nvPr/>
        </p:nvSpPr>
        <p:spPr>
          <a:xfrm>
            <a:off x="371512" y="5068435"/>
            <a:ext cx="4207753" cy="738664"/>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Arial"/>
                <a:ea typeface="SimHei"/>
                <a:cs typeface="+mn-cs"/>
              </a:rPr>
              <a:t>Black line: </a:t>
            </a:r>
            <a:r>
              <a:rPr kumimoji="0" lang="en-US" sz="1050" b="0" i="0" u="none" strike="noStrike" kern="1200" cap="none" spc="0" normalizeH="0" baseline="0" noProof="0">
                <a:ln>
                  <a:noFill/>
                </a:ln>
                <a:solidFill>
                  <a:prstClr val="black"/>
                </a:solidFill>
                <a:effectLst/>
                <a:uLnTx/>
                <a:uFillTx/>
                <a:latin typeface="Arial"/>
                <a:ea typeface="SimHei"/>
                <a:cs typeface="+mn-cs"/>
              </a:rPr>
              <a:t>Production profile from BP25-29 which includes P4 and P5 and Base Case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lumMod val="65000"/>
                    <a:lumOff val="35000"/>
                  </a:prstClr>
                </a:solidFill>
                <a:effectLst/>
                <a:uLnTx/>
                <a:uFillTx/>
                <a:latin typeface="Arial"/>
                <a:ea typeface="SimHei"/>
                <a:cs typeface="+mn-cs"/>
              </a:rPr>
              <a:t>Grey column:</a:t>
            </a:r>
            <a:r>
              <a:rPr kumimoji="0" lang="en-US" sz="1050" b="1" i="0" u="none" strike="noStrike" kern="1200" cap="none" spc="0" normalizeH="0" baseline="0" noProof="0">
                <a:ln>
                  <a:noFill/>
                </a:ln>
                <a:solidFill>
                  <a:prstClr val="black"/>
                </a:solidFill>
                <a:effectLst/>
                <a:uLnTx/>
                <a:uFillTx/>
                <a:latin typeface="Arial"/>
                <a:ea typeface="SimHei"/>
                <a:cs typeface="+mn-cs"/>
              </a:rPr>
              <a:t> </a:t>
            </a:r>
            <a:r>
              <a:rPr kumimoji="0" lang="en-US" sz="1050" b="0" i="0" u="none" strike="noStrike" kern="1200" cap="none" spc="0" normalizeH="0" baseline="0" noProof="0">
                <a:ln>
                  <a:noFill/>
                </a:ln>
                <a:solidFill>
                  <a:prstClr val="black"/>
                </a:solidFill>
                <a:effectLst/>
                <a:uLnTx/>
                <a:uFillTx/>
                <a:latin typeface="Arial"/>
                <a:ea typeface="SimHei"/>
                <a:cs typeface="+mn-cs"/>
              </a:rPr>
              <a:t>Base case production BP25-29</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rial"/>
                <a:ea typeface="SimHei"/>
                <a:cs typeface="+mn-cs"/>
              </a:rPr>
              <a:t>Green column: </a:t>
            </a:r>
            <a:r>
              <a:rPr kumimoji="0" lang="en-US" sz="1050" b="0" i="0" u="none" strike="noStrike" kern="1200" cap="none" spc="0" normalizeH="0" baseline="0" noProof="0">
                <a:ln>
                  <a:noFill/>
                </a:ln>
                <a:solidFill>
                  <a:prstClr val="black"/>
                </a:solidFill>
                <a:effectLst/>
                <a:uLnTx/>
                <a:uFillTx/>
                <a:latin typeface="Arial"/>
                <a:ea typeface="SimHei"/>
                <a:cs typeface="+mn-cs"/>
              </a:rPr>
              <a:t>P4 and P5 production BP25-29</a:t>
            </a:r>
            <a:endParaRPr kumimoji="0" lang="en-AE" sz="1050" b="0" i="0" u="none" strike="noStrike" kern="1200" cap="none" spc="0" normalizeH="0" baseline="0" noProof="0">
              <a:ln>
                <a:noFill/>
              </a:ln>
              <a:solidFill>
                <a:prstClr val="black"/>
              </a:solidFill>
              <a:effectLst/>
              <a:uLnTx/>
              <a:uFillTx/>
              <a:latin typeface="Arial"/>
              <a:ea typeface="SimHei"/>
              <a:cs typeface="+mn-cs"/>
            </a:endParaRPr>
          </a:p>
        </p:txBody>
      </p:sp>
      <p:sp>
        <p:nvSpPr>
          <p:cNvPr id="10" name="TextBox 12">
            <a:extLst>
              <a:ext uri="{FF2B5EF4-FFF2-40B4-BE49-F238E27FC236}">
                <a16:creationId xmlns:a16="http://schemas.microsoft.com/office/drawing/2014/main" id="{391FF5C3-15A3-48E5-CBEE-E9B94C5DB17D}"/>
              </a:ext>
            </a:extLst>
          </p:cNvPr>
          <p:cNvSpPr txBox="1"/>
          <p:nvPr/>
        </p:nvSpPr>
        <p:spPr>
          <a:xfrm>
            <a:off x="1470350" y="1260164"/>
            <a:ext cx="1446687" cy="318100"/>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prstClr val="black"/>
                </a:solidFill>
                <a:effectLst/>
                <a:uLnTx/>
                <a:uFillTx/>
                <a:latin typeface="Arial"/>
                <a:ea typeface="SimHei"/>
                <a:cs typeface="+mn-cs"/>
              </a:rPr>
              <a:t>Original DWS</a:t>
            </a:r>
            <a:endParaRPr kumimoji="0" lang="fr-FR" sz="1467" b="1" i="0" u="none" strike="noStrike" kern="1200" cap="none" spc="0" normalizeH="0" baseline="0" noProof="0">
              <a:ln>
                <a:noFill/>
              </a:ln>
              <a:solidFill>
                <a:prstClr val="black"/>
              </a:solidFill>
              <a:effectLst/>
              <a:uLnTx/>
              <a:uFillTx/>
              <a:latin typeface="Arial"/>
              <a:ea typeface="SimHei"/>
              <a:cs typeface="+mn-cs"/>
            </a:endParaRPr>
          </a:p>
        </p:txBody>
      </p:sp>
      <p:sp>
        <p:nvSpPr>
          <p:cNvPr id="11" name="TextBox 13">
            <a:extLst>
              <a:ext uri="{FF2B5EF4-FFF2-40B4-BE49-F238E27FC236}">
                <a16:creationId xmlns:a16="http://schemas.microsoft.com/office/drawing/2014/main" id="{9FE0359D-DE39-B5A4-422E-AA9691E2B1B7}"/>
              </a:ext>
            </a:extLst>
          </p:cNvPr>
          <p:cNvSpPr txBox="1"/>
          <p:nvPr/>
        </p:nvSpPr>
        <p:spPr>
          <a:xfrm>
            <a:off x="5714332" y="955121"/>
            <a:ext cx="1868061" cy="318100"/>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prstClr val="black"/>
                </a:solidFill>
                <a:effectLst/>
                <a:uLnTx/>
                <a:uFillTx/>
                <a:latin typeface="Arial"/>
                <a:ea typeface="SimHei"/>
                <a:cs typeface="+mn-cs"/>
              </a:rPr>
              <a:t>Optimized DWS</a:t>
            </a:r>
            <a:endParaRPr kumimoji="0" lang="fr-FR" sz="1467" b="1" i="0" u="none" strike="noStrike" kern="1200" cap="none" spc="0" normalizeH="0" baseline="0" noProof="0">
              <a:ln>
                <a:noFill/>
              </a:ln>
              <a:solidFill>
                <a:prstClr val="black"/>
              </a:solidFill>
              <a:effectLst/>
              <a:uLnTx/>
              <a:uFillTx/>
              <a:latin typeface="Arial"/>
              <a:ea typeface="SimHei"/>
              <a:cs typeface="+mn-cs"/>
            </a:endParaRPr>
          </a:p>
        </p:txBody>
      </p:sp>
      <p:sp>
        <p:nvSpPr>
          <p:cNvPr id="12" name="Rectangle 11">
            <a:extLst>
              <a:ext uri="{FF2B5EF4-FFF2-40B4-BE49-F238E27FC236}">
                <a16:creationId xmlns:a16="http://schemas.microsoft.com/office/drawing/2014/main" id="{BCE3B643-07EC-71F1-EE3D-A23A2D33B469}"/>
              </a:ext>
            </a:extLst>
          </p:cNvPr>
          <p:cNvSpPr/>
          <p:nvPr/>
        </p:nvSpPr>
        <p:spPr>
          <a:xfrm>
            <a:off x="4770172" y="1017053"/>
            <a:ext cx="3957566" cy="4795412"/>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8110F70E-8C68-D6DC-3383-5A949CA3F090}"/>
              </a:ext>
            </a:extLst>
          </p:cNvPr>
          <p:cNvSpPr/>
          <p:nvPr/>
        </p:nvSpPr>
        <p:spPr>
          <a:xfrm>
            <a:off x="373678" y="1295070"/>
            <a:ext cx="3868948" cy="3792279"/>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9A7E539A-9C45-3B1D-BFCD-BD1A90687F8E}"/>
              </a:ext>
            </a:extLst>
          </p:cNvPr>
          <p:cNvSpPr/>
          <p:nvPr/>
        </p:nvSpPr>
        <p:spPr>
          <a:xfrm>
            <a:off x="615462" y="5863270"/>
            <a:ext cx="11139853" cy="58671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t>Asab</a:t>
            </a:r>
            <a:r>
              <a:rPr lang="en-US" sz="2000"/>
              <a:t> KH-1: 7 OP removed </a:t>
            </a:r>
            <a:r>
              <a:rPr lang="en-US" sz="2000">
                <a:sym typeface="Wingdings" panose="05000000000000000000" pitchFamily="2" charset="2"/>
              </a:rPr>
              <a:t>without impacting production mandate  Capex optimization</a:t>
            </a:r>
            <a:endParaRPr lang="en-US" sz="2000"/>
          </a:p>
          <a:p>
            <a:pPr algn="ctr"/>
            <a:r>
              <a:rPr lang="en-US" sz="2000"/>
              <a:t>TTE methodology &amp; guidelines transfer to Asset team for implementation on all fields</a:t>
            </a:r>
            <a:endParaRPr lang="en-US" sz="2000">
              <a:cs typeface="Arial"/>
            </a:endParaRPr>
          </a:p>
        </p:txBody>
      </p:sp>
      <p:sp>
        <p:nvSpPr>
          <p:cNvPr id="21" name="TextBox 9">
            <a:extLst>
              <a:ext uri="{FF2B5EF4-FFF2-40B4-BE49-F238E27FC236}">
                <a16:creationId xmlns:a16="http://schemas.microsoft.com/office/drawing/2014/main" id="{F838DE7E-9038-D6DF-CFA3-DDD2702AAC48}"/>
              </a:ext>
            </a:extLst>
          </p:cNvPr>
          <p:cNvSpPr txBox="1"/>
          <p:nvPr/>
        </p:nvSpPr>
        <p:spPr>
          <a:xfrm>
            <a:off x="7172809" y="3671832"/>
            <a:ext cx="1524000" cy="42075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754A"/>
                </a:solidFill>
                <a:effectLst/>
                <a:uLnTx/>
                <a:uFillTx/>
                <a:latin typeface="Arial"/>
                <a:ea typeface="SimHei"/>
                <a:cs typeface="+mn-cs"/>
              </a:rPr>
              <a:t>Green</a:t>
            </a:r>
            <a:r>
              <a:rPr kumimoji="0" lang="en-US" sz="1067" b="0" i="0" u="none" strike="noStrike" kern="1200" cap="none" spc="0" normalizeH="0" baseline="0" noProof="0">
                <a:ln>
                  <a:noFill/>
                </a:ln>
                <a:solidFill>
                  <a:prstClr val="black"/>
                </a:solidFill>
                <a:effectLst/>
                <a:uLnTx/>
                <a:uFillTx/>
                <a:latin typeface="Arial"/>
                <a:ea typeface="SimHei"/>
                <a:cs typeface="+mn-cs"/>
              </a:rPr>
              <a:t>: Producers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CC00CC"/>
                </a:solidFill>
                <a:effectLst/>
                <a:uLnTx/>
                <a:uFillTx/>
                <a:latin typeface="Arial"/>
                <a:ea typeface="SimHei"/>
                <a:cs typeface="+mn-cs"/>
              </a:rPr>
              <a:t>Purple: </a:t>
            </a:r>
            <a:r>
              <a:rPr kumimoji="0" lang="en-US" sz="1067" b="0" i="0" u="none" strike="noStrike" kern="1200" cap="none" spc="0" normalizeH="0" baseline="0" noProof="0">
                <a:ln>
                  <a:noFill/>
                </a:ln>
                <a:solidFill>
                  <a:prstClr val="black"/>
                </a:solidFill>
                <a:effectLst/>
                <a:uLnTx/>
                <a:uFillTx/>
                <a:latin typeface="Arial"/>
                <a:ea typeface="SimHei"/>
                <a:cs typeface="+mn-cs"/>
              </a:rPr>
              <a:t>Injectors </a:t>
            </a:r>
          </a:p>
        </p:txBody>
      </p:sp>
      <p:graphicFrame>
        <p:nvGraphicFramePr>
          <p:cNvPr id="18" name="Tableau 17">
            <a:extLst>
              <a:ext uri="{FF2B5EF4-FFF2-40B4-BE49-F238E27FC236}">
                <a16:creationId xmlns:a16="http://schemas.microsoft.com/office/drawing/2014/main" id="{325BB39E-3E19-C646-0D07-82964C9DAA4A}"/>
              </a:ext>
            </a:extLst>
          </p:cNvPr>
          <p:cNvGraphicFramePr>
            <a:graphicFrameLocks noGrp="1"/>
          </p:cNvGraphicFramePr>
          <p:nvPr>
            <p:extLst>
              <p:ext uri="{D42A27DB-BD31-4B8C-83A1-F6EECF244321}">
                <p14:modId xmlns:p14="http://schemas.microsoft.com/office/powerpoint/2010/main" val="1289552451"/>
              </p:ext>
            </p:extLst>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24" name="Rectangle 23">
            <a:extLst>
              <a:ext uri="{FF2B5EF4-FFF2-40B4-BE49-F238E27FC236}">
                <a16:creationId xmlns:a16="http://schemas.microsoft.com/office/drawing/2014/main" id="{C9F2FB10-FCE3-1462-21A8-E13B5E0EEA6B}"/>
              </a:ext>
            </a:extLst>
          </p:cNvPr>
          <p:cNvSpPr/>
          <p:nvPr/>
        </p:nvSpPr>
        <p:spPr>
          <a:xfrm>
            <a:off x="937221" y="0"/>
            <a:ext cx="1405288"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r>
              <a:rPr lang="en-US" sz="1600" b="1">
                <a:solidFill>
                  <a:srgbClr val="1FAAFF"/>
                </a:solidFill>
                <a:latin typeface="Aptos (Body)"/>
              </a:rPr>
              <a:t>Asset</a:t>
            </a:r>
          </a:p>
          <a:p>
            <a:pPr algn="ctr" fontAlgn="ctr"/>
            <a:r>
              <a:rPr lang="en-US" sz="1600" b="1" u="none" strike="noStrike">
                <a:solidFill>
                  <a:srgbClr val="1FAAFF"/>
                </a:solidFill>
                <a:effectLst/>
                <a:latin typeface="Aptos (Body)"/>
              </a:rPr>
              <a:t>Performance</a:t>
            </a:r>
            <a:endParaRPr lang="en-US" sz="1600" u="none" strike="noStrike">
              <a:solidFill>
                <a:schemeClr val="tx1"/>
              </a:solidFill>
              <a:effectLst/>
              <a:latin typeface="Aptos (Body)"/>
            </a:endParaRPr>
          </a:p>
        </p:txBody>
      </p:sp>
      <p:pic>
        <p:nvPicPr>
          <p:cNvPr id="17" name="Image 16">
            <a:extLst>
              <a:ext uri="{FF2B5EF4-FFF2-40B4-BE49-F238E27FC236}">
                <a16:creationId xmlns:a16="http://schemas.microsoft.com/office/drawing/2014/main" id="{37C6EF3B-3BB5-DE9C-C65A-32A2CBE6763C}"/>
              </a:ext>
            </a:extLst>
          </p:cNvPr>
          <p:cNvPicPr>
            <a:picLocks noChangeAspect="1"/>
          </p:cNvPicPr>
          <p:nvPr/>
        </p:nvPicPr>
        <p:blipFill>
          <a:blip r:embed="rId3"/>
          <a:stretch>
            <a:fillRect/>
          </a:stretch>
        </p:blipFill>
        <p:spPr>
          <a:xfrm>
            <a:off x="1235985" y="-303760"/>
            <a:ext cx="807760" cy="807760"/>
          </a:xfrm>
          <a:prstGeom prst="rect">
            <a:avLst/>
          </a:prstGeom>
        </p:spPr>
      </p:pic>
      <p:pic>
        <p:nvPicPr>
          <p:cNvPr id="5" name="Image 4">
            <a:extLst>
              <a:ext uri="{FF2B5EF4-FFF2-40B4-BE49-F238E27FC236}">
                <a16:creationId xmlns:a16="http://schemas.microsoft.com/office/drawing/2014/main" id="{7B1005A7-73A5-7C83-3992-4144054C7D3D}"/>
              </a:ext>
            </a:extLst>
          </p:cNvPr>
          <p:cNvPicPr>
            <a:picLocks noChangeAspect="1"/>
          </p:cNvPicPr>
          <p:nvPr/>
        </p:nvPicPr>
        <p:blipFill>
          <a:blip r:embed="rId4"/>
          <a:stretch>
            <a:fillRect/>
          </a:stretch>
        </p:blipFill>
        <p:spPr>
          <a:xfrm>
            <a:off x="465729" y="1514994"/>
            <a:ext cx="3757891" cy="3518752"/>
          </a:xfrm>
          <a:prstGeom prst="rect">
            <a:avLst/>
          </a:prstGeom>
        </p:spPr>
      </p:pic>
      <p:pic>
        <p:nvPicPr>
          <p:cNvPr id="9" name="Image 8">
            <a:extLst>
              <a:ext uri="{FF2B5EF4-FFF2-40B4-BE49-F238E27FC236}">
                <a16:creationId xmlns:a16="http://schemas.microsoft.com/office/drawing/2014/main" id="{0B97B17A-5539-F6DE-2E0A-F7B78F9F887F}"/>
              </a:ext>
            </a:extLst>
          </p:cNvPr>
          <p:cNvPicPr>
            <a:picLocks noChangeAspect="1"/>
          </p:cNvPicPr>
          <p:nvPr/>
        </p:nvPicPr>
        <p:blipFill>
          <a:blip r:embed="rId5"/>
          <a:stretch>
            <a:fillRect/>
          </a:stretch>
        </p:blipFill>
        <p:spPr>
          <a:xfrm>
            <a:off x="4820208" y="1261916"/>
            <a:ext cx="3876601" cy="3428336"/>
          </a:xfrm>
          <a:prstGeom prst="rect">
            <a:avLst/>
          </a:prstGeom>
        </p:spPr>
      </p:pic>
      <p:pic>
        <p:nvPicPr>
          <p:cNvPr id="6" name="Image 5">
            <a:extLst>
              <a:ext uri="{FF2B5EF4-FFF2-40B4-BE49-F238E27FC236}">
                <a16:creationId xmlns:a16="http://schemas.microsoft.com/office/drawing/2014/main" id="{7FEDDC37-DAFF-CCF2-A5FC-F54155C44E14}"/>
              </a:ext>
            </a:extLst>
          </p:cNvPr>
          <p:cNvPicPr>
            <a:picLocks noChangeAspect="1"/>
          </p:cNvPicPr>
          <p:nvPr/>
        </p:nvPicPr>
        <p:blipFill>
          <a:blip r:embed="rId6"/>
          <a:srcRect b="17380"/>
          <a:stretch>
            <a:fillRect/>
          </a:stretch>
        </p:blipFill>
        <p:spPr>
          <a:xfrm>
            <a:off x="4853134" y="4697599"/>
            <a:ext cx="3843675" cy="1068706"/>
          </a:xfrm>
          <a:prstGeom prst="rect">
            <a:avLst/>
          </a:prstGeom>
          <a:ln>
            <a:solidFill>
              <a:srgbClr val="C00000"/>
            </a:solidFill>
          </a:ln>
        </p:spPr>
      </p:pic>
      <p:sp>
        <p:nvSpPr>
          <p:cNvPr id="2" name="TextBox 1">
            <a:extLst>
              <a:ext uri="{FF2B5EF4-FFF2-40B4-BE49-F238E27FC236}">
                <a16:creationId xmlns:a16="http://schemas.microsoft.com/office/drawing/2014/main" id="{95600280-3EFF-23F0-E5DA-5F38C65683B0}"/>
              </a:ext>
            </a:extLst>
          </p:cNvPr>
          <p:cNvSpPr txBox="1"/>
          <p:nvPr/>
        </p:nvSpPr>
        <p:spPr>
          <a:xfrm>
            <a:off x="975275" y="994730"/>
            <a:ext cx="1304818" cy="276999"/>
          </a:xfrm>
          <a:prstGeom prst="rect">
            <a:avLst/>
          </a:prstGeom>
          <a:noFill/>
        </p:spPr>
        <p:txBody>
          <a:bodyPr wrap="square" rtlCol="0">
            <a:spAutoFit/>
          </a:bodyPr>
          <a:lstStyle/>
          <a:p>
            <a:pPr algn="l"/>
            <a:r>
              <a:rPr lang="en-US" sz="1200" b="1">
                <a:solidFill>
                  <a:schemeClr val="accent1"/>
                </a:solidFill>
              </a:rPr>
              <a:t>100% Achieved</a:t>
            </a:r>
            <a:endParaRPr lang="en-GB" sz="1200" b="1">
              <a:solidFill>
                <a:schemeClr val="accent1"/>
              </a:solidFill>
            </a:endParaRPr>
          </a:p>
        </p:txBody>
      </p:sp>
    </p:spTree>
    <p:extLst>
      <p:ext uri="{BB962C8B-B14F-4D97-AF65-F5344CB8AC3E}">
        <p14:creationId xmlns:p14="http://schemas.microsoft.com/office/powerpoint/2010/main" val="4139749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B60A6-171A-2A81-F244-ED5D93167D23}"/>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94313C20-9C3A-9D6E-5561-DD68DB925483}"/>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4BD6E48E-A9D8-288D-C6D8-1B393C3C19F6}"/>
              </a:ext>
            </a:extLst>
          </p:cNvPr>
          <p:cNvSpPr>
            <a:spLocks noGrp="1"/>
          </p:cNvSpPr>
          <p:nvPr>
            <p:ph type="sldNum" sz="quarter" idx="16"/>
          </p:nvPr>
        </p:nvSpPr>
        <p:spPr/>
        <p:txBody>
          <a:bodyPr/>
          <a:lstStyle/>
          <a:p>
            <a:fld id="{975A587B-5814-4D9B-9598-FE9CB954CB01}" type="slidenum">
              <a:rPr lang="en-US" noProof="0" smtClean="0"/>
              <a:pPr/>
              <a:t>10</a:t>
            </a:fld>
            <a:endParaRPr lang="en-US" noProof="0"/>
          </a:p>
        </p:txBody>
      </p:sp>
      <p:sp>
        <p:nvSpPr>
          <p:cNvPr id="22" name="Espace réservé du texte 21">
            <a:extLst>
              <a:ext uri="{FF2B5EF4-FFF2-40B4-BE49-F238E27FC236}">
                <a16:creationId xmlns:a16="http://schemas.microsoft.com/office/drawing/2014/main" id="{E2B3FE2E-6F03-F0EE-6716-B6E3A0BBCE66}"/>
              </a:ext>
            </a:extLst>
          </p:cNvPr>
          <p:cNvSpPr>
            <a:spLocks noGrp="1"/>
          </p:cNvSpPr>
          <p:nvPr>
            <p:ph type="body" sz="quarter" idx="13"/>
          </p:nvPr>
        </p:nvSpPr>
        <p:spPr>
          <a:xfrm>
            <a:off x="375683" y="1372351"/>
            <a:ext cx="8480217" cy="4618836"/>
          </a:xfrm>
        </p:spPr>
        <p:txBody>
          <a:bodyPr>
            <a:normAutofit/>
          </a:bodyPr>
          <a:lstStyle/>
          <a:p>
            <a:pPr marL="0" lvl="0" indent="0">
              <a:spcAft>
                <a:spcPts val="600"/>
              </a:spcAft>
              <a:buNone/>
              <a:defRPr/>
            </a:pPr>
            <a:r>
              <a:rPr lang="en-US" sz="1800" b="1" u="sng"/>
              <a:t>Asab – Shuaiba2 de-risking for P5 development</a:t>
            </a:r>
          </a:p>
          <a:p>
            <a:pPr lvl="0">
              <a:spcAft>
                <a:spcPts val="600"/>
              </a:spcAft>
              <a:defRPr/>
            </a:pPr>
            <a:r>
              <a:rPr lang="en-US" sz="1800">
                <a:solidFill>
                  <a:srgbClr val="00B0F0"/>
                </a:solidFill>
              </a:rPr>
              <a:t>Reservoir characterization </a:t>
            </a:r>
            <a:r>
              <a:rPr lang="en-US" sz="1800">
                <a:sym typeface="Wingdings" panose="05000000000000000000" pitchFamily="2" charset="2"/>
              </a:rPr>
              <a:t> </a:t>
            </a:r>
            <a:r>
              <a:rPr lang="en-US" sz="1800">
                <a:solidFill>
                  <a:srgbClr val="00B0F0"/>
                </a:solidFill>
                <a:sym typeface="Wingdings" panose="05000000000000000000" pitchFamily="2" charset="2"/>
              </a:rPr>
              <a:t>Confirmed fault communication </a:t>
            </a:r>
            <a:r>
              <a:rPr lang="en-US" sz="1800">
                <a:sym typeface="Wingdings" panose="05000000000000000000" pitchFamily="2" charset="2"/>
              </a:rPr>
              <a:t>SH-1/SH-2 &amp; better reservoir properties in central region  </a:t>
            </a:r>
          </a:p>
          <a:p>
            <a:pPr lvl="0">
              <a:spcAft>
                <a:spcPts val="600"/>
              </a:spcAft>
              <a:defRPr/>
            </a:pPr>
            <a:r>
              <a:rPr lang="en-US" sz="1800">
                <a:solidFill>
                  <a:srgbClr val="00B0F0"/>
                </a:solidFill>
              </a:rPr>
              <a:t>Well performance </a:t>
            </a:r>
            <a:r>
              <a:rPr lang="en-US" sz="1800">
                <a:sym typeface="Wingdings" panose="05000000000000000000" pitchFamily="2" charset="2"/>
              </a:rPr>
              <a:t> </a:t>
            </a:r>
            <a:r>
              <a:rPr lang="en-US" sz="1800">
                <a:solidFill>
                  <a:srgbClr val="00B0F0"/>
                </a:solidFill>
                <a:sym typeface="Wingdings" panose="05000000000000000000" pitchFamily="2" charset="2"/>
              </a:rPr>
              <a:t>Achieved 4 MBD </a:t>
            </a:r>
            <a:r>
              <a:rPr lang="en-US" sz="1800">
                <a:sym typeface="Wingdings" panose="05000000000000000000" pitchFamily="2" charset="2"/>
              </a:rPr>
              <a:t>(Q1-25)</a:t>
            </a:r>
          </a:p>
          <a:p>
            <a:pPr>
              <a:spcAft>
                <a:spcPts val="600"/>
              </a:spcAft>
              <a:defRPr/>
            </a:pPr>
            <a:r>
              <a:rPr lang="en-US" sz="1800">
                <a:solidFill>
                  <a:srgbClr val="00B0F0"/>
                </a:solidFill>
              </a:rPr>
              <a:t>Pressure Support </a:t>
            </a:r>
            <a:r>
              <a:rPr lang="en-US" sz="1800">
                <a:sym typeface="Wingdings" panose="05000000000000000000" pitchFamily="2" charset="2"/>
              </a:rPr>
              <a:t> </a:t>
            </a:r>
            <a:r>
              <a:rPr lang="en-US" sz="1800">
                <a:solidFill>
                  <a:srgbClr val="00B0F0"/>
                </a:solidFill>
              </a:rPr>
              <a:t>Validated dual injector configuration </a:t>
            </a:r>
            <a:r>
              <a:rPr lang="en-US" sz="1800"/>
              <a:t>in central part. Next validation in north &amp; south parts</a:t>
            </a:r>
          </a:p>
          <a:p>
            <a:pPr lvl="0">
              <a:spcAft>
                <a:spcPts val="600"/>
              </a:spcAft>
              <a:defRPr/>
            </a:pPr>
            <a:r>
              <a:rPr lang="en-US" sz="1800">
                <a:solidFill>
                  <a:srgbClr val="00B0F0"/>
                </a:solidFill>
              </a:rPr>
              <a:t>Technology Validation </a:t>
            </a:r>
            <a:r>
              <a:rPr lang="en-US" sz="1800">
                <a:sym typeface="Wingdings" panose="05000000000000000000" pitchFamily="2" charset="2"/>
              </a:rPr>
              <a:t> </a:t>
            </a:r>
            <a:r>
              <a:rPr lang="en-US" sz="1800">
                <a:solidFill>
                  <a:srgbClr val="00B0F0"/>
                </a:solidFill>
                <a:sym typeface="Wingdings" panose="05000000000000000000" pitchFamily="2" charset="2"/>
              </a:rPr>
              <a:t>Limited Entry Liner</a:t>
            </a:r>
            <a:r>
              <a:rPr lang="en-US" sz="1800">
                <a:sym typeface="Wingdings" panose="05000000000000000000" pitchFamily="2" charset="2"/>
              </a:rPr>
              <a:t> completions are optimum</a:t>
            </a:r>
          </a:p>
          <a:p>
            <a:pPr lvl="0">
              <a:spcAft>
                <a:spcPts val="600"/>
              </a:spcAft>
              <a:defRPr/>
            </a:pPr>
            <a:r>
              <a:rPr lang="en-US" sz="1800">
                <a:solidFill>
                  <a:srgbClr val="00B0F0"/>
                </a:solidFill>
              </a:rPr>
              <a:t>Drillalbility Constraints </a:t>
            </a:r>
            <a:r>
              <a:rPr lang="en-US" sz="1800">
                <a:sym typeface="Wingdings" panose="05000000000000000000" pitchFamily="2" charset="2"/>
              </a:rPr>
              <a:t> Shorted lateral (35% less) but delivering expected production. Asset lead to support asset in 2026 on drillalbility.</a:t>
            </a:r>
          </a:p>
          <a:p>
            <a:pPr>
              <a:spcAft>
                <a:spcPts val="600"/>
              </a:spcAft>
              <a:defRPr/>
            </a:pPr>
            <a:r>
              <a:rPr lang="en-US" sz="1800">
                <a:sym typeface="Wingdings" panose="05000000000000000000" pitchFamily="2" charset="2"/>
              </a:rPr>
              <a:t>No additional wells required in the BP period to achieve 30 Mbd compared to initial plan</a:t>
            </a:r>
          </a:p>
        </p:txBody>
      </p:sp>
      <p:sp>
        <p:nvSpPr>
          <p:cNvPr id="16" name="Rectangle : coins arrondis 15">
            <a:extLst>
              <a:ext uri="{FF2B5EF4-FFF2-40B4-BE49-F238E27FC236}">
                <a16:creationId xmlns:a16="http://schemas.microsoft.com/office/drawing/2014/main" id="{E8A12C60-D4E8-A402-AFDA-12B012F1D502}"/>
              </a:ext>
            </a:extLst>
          </p:cNvPr>
          <p:cNvSpPr/>
          <p:nvPr/>
        </p:nvSpPr>
        <p:spPr>
          <a:xfrm>
            <a:off x="58100" y="5631349"/>
            <a:ext cx="12072256" cy="818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t>Asab</a:t>
            </a:r>
            <a:r>
              <a:rPr lang="en-US" sz="2000"/>
              <a:t> – Shuaiba2: derisking scope almost completed (Core area).  </a:t>
            </a:r>
          </a:p>
          <a:p>
            <a:pPr algn="ctr"/>
            <a:r>
              <a:rPr lang="en-US" sz="2000">
                <a:sym typeface="Wingdings" panose="05000000000000000000" pitchFamily="2" charset="2"/>
              </a:rPr>
              <a:t>30 Mbd could be achieved with less wells or higher plateau could be achieved with same number of wells</a:t>
            </a:r>
            <a:endParaRPr lang="en-US" sz="2000"/>
          </a:p>
        </p:txBody>
      </p:sp>
      <p:pic>
        <p:nvPicPr>
          <p:cNvPr id="2" name="Image 1">
            <a:extLst>
              <a:ext uri="{FF2B5EF4-FFF2-40B4-BE49-F238E27FC236}">
                <a16:creationId xmlns:a16="http://schemas.microsoft.com/office/drawing/2014/main" id="{FD8346C3-1656-BFFE-E015-0065277DF609}"/>
              </a:ext>
            </a:extLst>
          </p:cNvPr>
          <p:cNvPicPr>
            <a:picLocks noChangeAspect="1"/>
          </p:cNvPicPr>
          <p:nvPr/>
        </p:nvPicPr>
        <p:blipFill>
          <a:blip r:embed="rId3"/>
          <a:stretch>
            <a:fillRect/>
          </a:stretch>
        </p:blipFill>
        <p:spPr>
          <a:xfrm>
            <a:off x="9110627" y="1267978"/>
            <a:ext cx="2944623" cy="3017782"/>
          </a:xfrm>
          <a:prstGeom prst="rect">
            <a:avLst/>
          </a:prstGeom>
        </p:spPr>
      </p:pic>
      <p:pic>
        <p:nvPicPr>
          <p:cNvPr id="8" name="Image 7">
            <a:extLst>
              <a:ext uri="{FF2B5EF4-FFF2-40B4-BE49-F238E27FC236}">
                <a16:creationId xmlns:a16="http://schemas.microsoft.com/office/drawing/2014/main" id="{03CA6C1F-9EB9-5A95-FED5-342A7021CCBA}"/>
              </a:ext>
            </a:extLst>
          </p:cNvPr>
          <p:cNvPicPr>
            <a:picLocks noChangeAspect="1"/>
          </p:cNvPicPr>
          <p:nvPr/>
        </p:nvPicPr>
        <p:blipFill>
          <a:blip r:embed="rId4"/>
          <a:srcRect t="36716" b="33121"/>
          <a:stretch>
            <a:fillRect/>
          </a:stretch>
        </p:blipFill>
        <p:spPr>
          <a:xfrm>
            <a:off x="9096984" y="4364954"/>
            <a:ext cx="2944623" cy="1266395"/>
          </a:xfrm>
          <a:prstGeom prst="rect">
            <a:avLst/>
          </a:prstGeom>
        </p:spPr>
      </p:pic>
      <p:sp>
        <p:nvSpPr>
          <p:cNvPr id="5" name="TextBox 4">
            <a:extLst>
              <a:ext uri="{FF2B5EF4-FFF2-40B4-BE49-F238E27FC236}">
                <a16:creationId xmlns:a16="http://schemas.microsoft.com/office/drawing/2014/main" id="{26D6DF69-48F1-383C-A120-6B548D0AAAAE}"/>
              </a:ext>
            </a:extLst>
          </p:cNvPr>
          <p:cNvSpPr txBox="1"/>
          <p:nvPr/>
        </p:nvSpPr>
        <p:spPr>
          <a:xfrm>
            <a:off x="1925420" y="996742"/>
            <a:ext cx="1561672" cy="276999"/>
          </a:xfrm>
          <a:prstGeom prst="rect">
            <a:avLst/>
          </a:prstGeom>
          <a:noFill/>
        </p:spPr>
        <p:txBody>
          <a:bodyPr wrap="square" rtlCol="0">
            <a:spAutoFit/>
          </a:bodyPr>
          <a:lstStyle/>
          <a:p>
            <a:pPr algn="l"/>
            <a:r>
              <a:rPr lang="en-US" sz="1200" b="1">
                <a:solidFill>
                  <a:schemeClr val="accent1"/>
                </a:solidFill>
              </a:rPr>
              <a:t>100% Achieved</a:t>
            </a:r>
            <a:endParaRPr lang="en-GB" sz="1200" b="1">
              <a:solidFill>
                <a:schemeClr val="accent1"/>
              </a:solidFill>
            </a:endParaRPr>
          </a:p>
        </p:txBody>
      </p:sp>
      <p:graphicFrame>
        <p:nvGraphicFramePr>
          <p:cNvPr id="6" name="Tableau 17">
            <a:extLst>
              <a:ext uri="{FF2B5EF4-FFF2-40B4-BE49-F238E27FC236}">
                <a16:creationId xmlns:a16="http://schemas.microsoft.com/office/drawing/2014/main" id="{E58744F7-B19C-715E-7D25-ADFA0D95EFE5}"/>
              </a:ext>
            </a:extLst>
          </p:cNvPr>
          <p:cNvGraphicFramePr>
            <a:graphicFrameLocks noGrp="1"/>
          </p:cNvGraphicFramePr>
          <p:nvPr>
            <p:extLst>
              <p:ext uri="{D42A27DB-BD31-4B8C-83A1-F6EECF244321}">
                <p14:modId xmlns:p14="http://schemas.microsoft.com/office/powerpoint/2010/main" val="338590357"/>
              </p:ext>
            </p:extLst>
          </p:nvPr>
        </p:nvGraphicFramePr>
        <p:xfrm>
          <a:off x="119743" y="1706"/>
          <a:ext cx="8325613" cy="1008000"/>
        </p:xfrm>
        <a:graphic>
          <a:graphicData uri="http://schemas.openxmlformats.org/drawingml/2006/table">
            <a:tbl>
              <a:tblPr>
                <a:tableStyleId>{5C22544A-7EE6-4342-B048-85BDC9FD1C3A}</a:tableStyleId>
              </a:tblPr>
              <a:tblGrid>
                <a:gridCol w="959044">
                  <a:extLst>
                    <a:ext uri="{9D8B030D-6E8A-4147-A177-3AD203B41FA5}">
                      <a16:colId xmlns:a16="http://schemas.microsoft.com/office/drawing/2014/main" val="3016792547"/>
                    </a:ext>
                  </a:extLst>
                </a:gridCol>
                <a:gridCol w="780835">
                  <a:extLst>
                    <a:ext uri="{9D8B030D-6E8A-4147-A177-3AD203B41FA5}">
                      <a16:colId xmlns:a16="http://schemas.microsoft.com/office/drawing/2014/main" val="2840594305"/>
                    </a:ext>
                  </a:extLst>
                </a:gridCol>
                <a:gridCol w="1062206">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7" name="Rectangle 6">
            <a:extLst>
              <a:ext uri="{FF2B5EF4-FFF2-40B4-BE49-F238E27FC236}">
                <a16:creationId xmlns:a16="http://schemas.microsoft.com/office/drawing/2014/main" id="{A439AAFA-58C2-FE1E-43FA-C986A25A2BAD}"/>
              </a:ext>
            </a:extLst>
          </p:cNvPr>
          <p:cNvSpPr/>
          <p:nvPr/>
        </p:nvSpPr>
        <p:spPr>
          <a:xfrm>
            <a:off x="1925420" y="0"/>
            <a:ext cx="1251175"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r>
              <a:rPr lang="en-US" sz="1600" b="1">
                <a:solidFill>
                  <a:srgbClr val="1FAAFF"/>
                </a:solidFill>
                <a:latin typeface="Aptos (Body)"/>
              </a:rPr>
              <a:t>Growth P5</a:t>
            </a:r>
            <a:endParaRPr lang="en-US" sz="1600" u="none" strike="noStrike">
              <a:solidFill>
                <a:schemeClr val="tx1"/>
              </a:solidFill>
              <a:effectLst/>
              <a:latin typeface="Aptos (Body)"/>
            </a:endParaRPr>
          </a:p>
        </p:txBody>
      </p:sp>
      <p:pic>
        <p:nvPicPr>
          <p:cNvPr id="12" name="Image 16">
            <a:extLst>
              <a:ext uri="{FF2B5EF4-FFF2-40B4-BE49-F238E27FC236}">
                <a16:creationId xmlns:a16="http://schemas.microsoft.com/office/drawing/2014/main" id="{60BC9C78-5F4A-884F-1399-47D31FABC775}"/>
              </a:ext>
            </a:extLst>
          </p:cNvPr>
          <p:cNvPicPr>
            <a:picLocks noChangeAspect="1"/>
          </p:cNvPicPr>
          <p:nvPr/>
        </p:nvPicPr>
        <p:blipFill>
          <a:blip r:embed="rId5"/>
          <a:stretch>
            <a:fillRect/>
          </a:stretch>
        </p:blipFill>
        <p:spPr>
          <a:xfrm>
            <a:off x="2147127" y="-181469"/>
            <a:ext cx="807760" cy="807760"/>
          </a:xfrm>
          <a:prstGeom prst="rect">
            <a:avLst/>
          </a:prstGeom>
        </p:spPr>
      </p:pic>
    </p:spTree>
    <p:extLst>
      <p:ext uri="{BB962C8B-B14F-4D97-AF65-F5344CB8AC3E}">
        <p14:creationId xmlns:p14="http://schemas.microsoft.com/office/powerpoint/2010/main" val="711972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BF86-9CC6-B8E7-CF47-8EFB34C9929E}"/>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4E1A82B-D02D-D69D-C563-234D8B1C8321}"/>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F7B508C5-3F84-E4FA-5419-4B47D49D2491}"/>
              </a:ext>
            </a:extLst>
          </p:cNvPr>
          <p:cNvSpPr>
            <a:spLocks noGrp="1"/>
          </p:cNvSpPr>
          <p:nvPr>
            <p:ph type="sldNum" sz="quarter" idx="16"/>
          </p:nvPr>
        </p:nvSpPr>
        <p:spPr/>
        <p:txBody>
          <a:bodyPr/>
          <a:lstStyle/>
          <a:p>
            <a:fld id="{975A587B-5814-4D9B-9598-FE9CB954CB01}" type="slidenum">
              <a:rPr lang="en-US" noProof="0" smtClean="0"/>
              <a:pPr/>
              <a:t>11</a:t>
            </a:fld>
            <a:endParaRPr lang="en-US" noProof="0"/>
          </a:p>
        </p:txBody>
      </p:sp>
      <p:sp>
        <p:nvSpPr>
          <p:cNvPr id="22" name="Espace réservé du texte 21">
            <a:extLst>
              <a:ext uri="{FF2B5EF4-FFF2-40B4-BE49-F238E27FC236}">
                <a16:creationId xmlns:a16="http://schemas.microsoft.com/office/drawing/2014/main" id="{7A1D10C7-0F4A-52A6-B4CA-6429124D9175}"/>
              </a:ext>
            </a:extLst>
          </p:cNvPr>
          <p:cNvSpPr>
            <a:spLocks noGrp="1"/>
          </p:cNvSpPr>
          <p:nvPr>
            <p:ph type="body" sz="quarter" idx="13"/>
          </p:nvPr>
        </p:nvSpPr>
        <p:spPr>
          <a:xfrm>
            <a:off x="219008" y="1264850"/>
            <a:ext cx="6235788" cy="4240755"/>
          </a:xfrm>
        </p:spPr>
        <p:txBody>
          <a:bodyPr/>
          <a:lstStyle/>
          <a:p>
            <a:pPr marL="0" lvl="0" indent="0">
              <a:buNone/>
              <a:defRPr/>
            </a:pPr>
            <a:r>
              <a:rPr lang="en-US" sz="1800" b="1" u="sng"/>
              <a:t>Sahil FDP optimization</a:t>
            </a:r>
          </a:p>
          <a:p>
            <a:pPr lvl="0">
              <a:spcAft>
                <a:spcPts val="600"/>
              </a:spcAft>
              <a:defRPr/>
            </a:pPr>
            <a:r>
              <a:rPr lang="en-US" sz="1500">
                <a:solidFill>
                  <a:schemeClr val="accent1"/>
                </a:solidFill>
              </a:rPr>
              <a:t>Define best scenario </a:t>
            </a:r>
            <a:r>
              <a:rPr lang="en-US" sz="1500"/>
              <a:t>while optimizing production constraints per reservoir level</a:t>
            </a:r>
          </a:p>
          <a:p>
            <a:pPr lvl="1">
              <a:spcBef>
                <a:spcPts val="0"/>
              </a:spcBef>
              <a:spcAft>
                <a:spcPts val="600"/>
              </a:spcAft>
              <a:defRPr/>
            </a:pPr>
            <a:r>
              <a:rPr lang="en-US" sz="1500"/>
              <a:t>2 stages plateau 135 </a:t>
            </a:r>
            <a:r>
              <a:rPr lang="en-US" sz="1500" err="1"/>
              <a:t>Mstb</a:t>
            </a:r>
            <a:r>
              <a:rPr lang="en-US" sz="1500"/>
              <a:t>/d (125 for UT) and 160 </a:t>
            </a:r>
            <a:r>
              <a:rPr lang="en-US" sz="1500" err="1"/>
              <a:t>Mstb</a:t>
            </a:r>
            <a:r>
              <a:rPr lang="en-US" sz="1500"/>
              <a:t>/d (UT only)</a:t>
            </a:r>
          </a:p>
          <a:p>
            <a:pPr lvl="0">
              <a:spcAft>
                <a:spcPts val="600"/>
              </a:spcAft>
              <a:defRPr/>
            </a:pPr>
            <a:r>
              <a:rPr lang="en-US" sz="1500">
                <a:solidFill>
                  <a:schemeClr val="accent1"/>
                </a:solidFill>
              </a:rPr>
              <a:t>WAG Cycle period assessed: 6 months cycle </a:t>
            </a:r>
            <a:r>
              <a:rPr lang="en-US" sz="1500"/>
              <a:t>confirmed to be the most optimum </a:t>
            </a:r>
          </a:p>
          <a:p>
            <a:pPr lvl="0">
              <a:spcAft>
                <a:spcPts val="600"/>
              </a:spcAft>
              <a:defRPr/>
            </a:pPr>
            <a:r>
              <a:rPr lang="en-US" sz="1500">
                <a:solidFill>
                  <a:schemeClr val="accent1"/>
                </a:solidFill>
              </a:rPr>
              <a:t>VRR target (1,3) maintained </a:t>
            </a:r>
            <a:r>
              <a:rPr lang="en-US" sz="1500">
                <a:solidFill>
                  <a:schemeClr val="accent1"/>
                </a:solidFill>
                <a:sym typeface="Wingdings" panose="05000000000000000000" pitchFamily="2" charset="2"/>
              </a:rPr>
              <a:t>in the short/mid term</a:t>
            </a:r>
            <a:r>
              <a:rPr lang="en-US" sz="1500">
                <a:sym typeface="Wingdings" panose="05000000000000000000" pitchFamily="2" charset="2"/>
              </a:rPr>
              <a:t>, long term improvement ongoing</a:t>
            </a:r>
            <a:endParaRPr lang="en-US" sz="1500"/>
          </a:p>
          <a:p>
            <a:pPr lvl="0">
              <a:spcAft>
                <a:spcPts val="600"/>
              </a:spcAft>
              <a:defRPr/>
            </a:pPr>
            <a:r>
              <a:rPr lang="en-US" sz="1500">
                <a:solidFill>
                  <a:schemeClr val="accent1"/>
                </a:solidFill>
              </a:rPr>
              <a:t>Water/gas </a:t>
            </a:r>
            <a:r>
              <a:rPr lang="en-US" sz="1500" err="1">
                <a:solidFill>
                  <a:schemeClr val="accent1"/>
                </a:solidFill>
              </a:rPr>
              <a:t>ShutOff</a:t>
            </a:r>
            <a:r>
              <a:rPr lang="en-US" sz="1500">
                <a:solidFill>
                  <a:schemeClr val="accent1"/>
                </a:solidFill>
              </a:rPr>
              <a:t> assessed </a:t>
            </a:r>
            <a:r>
              <a:rPr lang="en-US" sz="1500">
                <a:sym typeface="Wingdings" panose="05000000000000000000" pitchFamily="2" charset="2"/>
              </a:rPr>
              <a:t> </a:t>
            </a:r>
            <a:r>
              <a:rPr lang="en-US" sz="1500"/>
              <a:t>Best strategy: @ </a:t>
            </a:r>
            <a:r>
              <a:rPr lang="en-US" sz="1500">
                <a:solidFill>
                  <a:schemeClr val="accent1"/>
                </a:solidFill>
              </a:rPr>
              <a:t>95% </a:t>
            </a:r>
            <a:r>
              <a:rPr lang="en-US" sz="1500" err="1">
                <a:solidFill>
                  <a:schemeClr val="accent1"/>
                </a:solidFill>
              </a:rPr>
              <a:t>Wcut</a:t>
            </a:r>
            <a:r>
              <a:rPr lang="en-US" sz="1500">
                <a:solidFill>
                  <a:schemeClr val="accent1"/>
                </a:solidFill>
              </a:rPr>
              <a:t> </a:t>
            </a:r>
            <a:r>
              <a:rPr lang="en-US" sz="1500"/>
              <a:t>(up to 2y plateau). Gas shutoff no added value</a:t>
            </a:r>
          </a:p>
          <a:p>
            <a:pPr lvl="0">
              <a:spcAft>
                <a:spcPts val="600"/>
              </a:spcAft>
              <a:defRPr/>
            </a:pPr>
            <a:r>
              <a:rPr lang="en-US" sz="1500">
                <a:solidFill>
                  <a:schemeClr val="accent1"/>
                </a:solidFill>
              </a:rPr>
              <a:t>Gas lift optimization </a:t>
            </a:r>
            <a:r>
              <a:rPr lang="en-US" sz="1500">
                <a:sym typeface="Wingdings" panose="05000000000000000000" pitchFamily="2" charset="2"/>
              </a:rPr>
              <a:t> </a:t>
            </a:r>
            <a:r>
              <a:rPr lang="en-US" sz="1500">
                <a:solidFill>
                  <a:schemeClr val="accent1"/>
                </a:solidFill>
              </a:rPr>
              <a:t>implemented</a:t>
            </a:r>
            <a:r>
              <a:rPr lang="en-US" sz="1500"/>
              <a:t> </a:t>
            </a:r>
          </a:p>
          <a:p>
            <a:pPr lvl="0">
              <a:spcAft>
                <a:spcPts val="600"/>
              </a:spcAft>
              <a:defRPr/>
            </a:pPr>
            <a:r>
              <a:rPr lang="en-US" sz="1500">
                <a:solidFill>
                  <a:schemeClr val="accent1"/>
                </a:solidFill>
              </a:rPr>
              <a:t>Ongoing: drilling sequence and infill drilling optimization to maximize oil recovery and extend plateau</a:t>
            </a:r>
            <a:endParaRPr lang="fr-FR" sz="1500">
              <a:solidFill>
                <a:schemeClr val="accent1"/>
              </a:solidFill>
            </a:endParaRPr>
          </a:p>
        </p:txBody>
      </p:sp>
      <p:sp>
        <p:nvSpPr>
          <p:cNvPr id="16" name="Rectangle : coins arrondis 15">
            <a:extLst>
              <a:ext uri="{FF2B5EF4-FFF2-40B4-BE49-F238E27FC236}">
                <a16:creationId xmlns:a16="http://schemas.microsoft.com/office/drawing/2014/main" id="{0120F401-D261-91AC-8767-1A7D594D7301}"/>
              </a:ext>
            </a:extLst>
          </p:cNvPr>
          <p:cNvSpPr/>
          <p:nvPr/>
        </p:nvSpPr>
        <p:spPr>
          <a:xfrm>
            <a:off x="219008" y="5777345"/>
            <a:ext cx="11753984" cy="67263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Sahil FDP Optimization: Plateau level to 160 Mbd (+10 Mbd LT), duration + 6 years, RF: +3%. Potential further improvement with additional infills (in progress)</a:t>
            </a:r>
          </a:p>
        </p:txBody>
      </p:sp>
      <p:pic>
        <p:nvPicPr>
          <p:cNvPr id="6" name="Image 5">
            <a:extLst>
              <a:ext uri="{FF2B5EF4-FFF2-40B4-BE49-F238E27FC236}">
                <a16:creationId xmlns:a16="http://schemas.microsoft.com/office/drawing/2014/main" id="{B195C481-4F92-38FC-56F8-30FD1B689E9D}"/>
              </a:ext>
            </a:extLst>
          </p:cNvPr>
          <p:cNvPicPr>
            <a:picLocks noChangeAspect="1"/>
          </p:cNvPicPr>
          <p:nvPr/>
        </p:nvPicPr>
        <p:blipFill>
          <a:blip r:embed="rId3"/>
          <a:stretch>
            <a:fillRect/>
          </a:stretch>
        </p:blipFill>
        <p:spPr>
          <a:xfrm>
            <a:off x="6787116" y="982381"/>
            <a:ext cx="4509478" cy="3947060"/>
          </a:xfrm>
          <a:prstGeom prst="rect">
            <a:avLst/>
          </a:prstGeom>
        </p:spPr>
      </p:pic>
      <p:graphicFrame>
        <p:nvGraphicFramePr>
          <p:cNvPr id="7" name="Tableau 6">
            <a:extLst>
              <a:ext uri="{FF2B5EF4-FFF2-40B4-BE49-F238E27FC236}">
                <a16:creationId xmlns:a16="http://schemas.microsoft.com/office/drawing/2014/main" id="{4F0EEBB7-9425-C4E7-D3EB-3D17ED1B2BC9}"/>
              </a:ext>
            </a:extLst>
          </p:cNvPr>
          <p:cNvGraphicFramePr>
            <a:graphicFrameLocks noGrp="1"/>
          </p:cNvGraphicFramePr>
          <p:nvPr>
            <p:extLst>
              <p:ext uri="{D42A27DB-BD31-4B8C-83A1-F6EECF244321}">
                <p14:modId xmlns:p14="http://schemas.microsoft.com/office/powerpoint/2010/main" val="1044837327"/>
              </p:ext>
            </p:extLst>
          </p:nvPr>
        </p:nvGraphicFramePr>
        <p:xfrm>
          <a:off x="6611471" y="4470106"/>
          <a:ext cx="4573979" cy="1143000"/>
        </p:xfrm>
        <a:graphic>
          <a:graphicData uri="http://schemas.openxmlformats.org/drawingml/2006/table">
            <a:tbl>
              <a:tblPr/>
              <a:tblGrid>
                <a:gridCol w="772387">
                  <a:extLst>
                    <a:ext uri="{9D8B030D-6E8A-4147-A177-3AD203B41FA5}">
                      <a16:colId xmlns:a16="http://schemas.microsoft.com/office/drawing/2014/main" val="3327706143"/>
                    </a:ext>
                  </a:extLst>
                </a:gridCol>
                <a:gridCol w="1158580">
                  <a:extLst>
                    <a:ext uri="{9D8B030D-6E8A-4147-A177-3AD203B41FA5}">
                      <a16:colId xmlns:a16="http://schemas.microsoft.com/office/drawing/2014/main" val="2704436944"/>
                    </a:ext>
                  </a:extLst>
                </a:gridCol>
                <a:gridCol w="1098238">
                  <a:extLst>
                    <a:ext uri="{9D8B030D-6E8A-4147-A177-3AD203B41FA5}">
                      <a16:colId xmlns:a16="http://schemas.microsoft.com/office/drawing/2014/main" val="769359851"/>
                    </a:ext>
                  </a:extLst>
                </a:gridCol>
                <a:gridCol w="772387">
                  <a:extLst>
                    <a:ext uri="{9D8B030D-6E8A-4147-A177-3AD203B41FA5}">
                      <a16:colId xmlns:a16="http://schemas.microsoft.com/office/drawing/2014/main" val="79601486"/>
                    </a:ext>
                  </a:extLst>
                </a:gridCol>
                <a:gridCol w="772387">
                  <a:extLst>
                    <a:ext uri="{9D8B030D-6E8A-4147-A177-3AD203B41FA5}">
                      <a16:colId xmlns:a16="http://schemas.microsoft.com/office/drawing/2014/main" val="2249030945"/>
                    </a:ext>
                  </a:extLst>
                </a:gridCol>
              </a:tblGrid>
              <a:tr h="190500">
                <a:tc>
                  <a:txBody>
                    <a:bodyPr/>
                    <a:lstStyle/>
                    <a:p>
                      <a:pPr algn="l" fontAlgn="b">
                        <a:buNone/>
                      </a:pPr>
                      <a:endParaRPr lang="fr-FR"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a:solidFill>
                            <a:srgbClr val="000000"/>
                          </a:solidFill>
                          <a:effectLst/>
                          <a:latin typeface="Arial" panose="020B0604020202020204" pitchFamily="34" charset="0"/>
                          <a:cs typeface="Arial" panose="020B0604020202020204" pitchFamily="34" charset="0"/>
                        </a:rPr>
                        <a:t>PLATEAU RATE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a:solidFill>
                            <a:srgbClr val="000000"/>
                          </a:solidFill>
                          <a:effectLst/>
                          <a:latin typeface="Arial" panose="020B0604020202020204" pitchFamily="34" charset="0"/>
                          <a:cs typeface="Arial" panose="020B0604020202020204" pitchFamily="34" charset="0"/>
                        </a:rPr>
                        <a:t>PLATEAU END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a:solidFill>
                            <a:srgbClr val="000000"/>
                          </a:solidFill>
                          <a:effectLst/>
                          <a:latin typeface="Arial" panose="020B0604020202020204" pitchFamily="34" charset="0"/>
                          <a:cs typeface="Arial" panose="020B0604020202020204" pitchFamily="34" charset="0"/>
                        </a:rPr>
                        <a:t>CUMOIL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a:solidFill>
                            <a:srgbClr val="000000"/>
                          </a:solidFill>
                          <a:effectLst/>
                          <a:latin typeface="Arial" panose="020B0604020202020204" pitchFamily="34" charset="0"/>
                          <a:cs typeface="Arial" panose="020B0604020202020204" pitchFamily="34" charset="0"/>
                        </a:rPr>
                        <a:t>RF YE2054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35056293"/>
                  </a:ext>
                </a:extLst>
              </a:tr>
              <a:tr h="190500">
                <a:tc>
                  <a:txBody>
                    <a:bodyPr/>
                    <a:lstStyle/>
                    <a:p>
                      <a:pPr algn="l" fontAlgn="b">
                        <a:buNone/>
                      </a:pPr>
                      <a:r>
                        <a:rPr lang="fr-FR" sz="1100" b="1" i="0" u="none" strike="noStrike">
                          <a:solidFill>
                            <a:srgbClr val="000000"/>
                          </a:solidFill>
                          <a:effectLst/>
                          <a:latin typeface="Arial" panose="020B0604020202020204" pitchFamily="34" charset="0"/>
                          <a:cs typeface="Arial" panose="020B0604020202020204" pitchFamily="34" charset="0"/>
                        </a:rPr>
                        <a:t>CASE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err="1">
                          <a:solidFill>
                            <a:srgbClr val="000000"/>
                          </a:solidFill>
                          <a:effectLst/>
                          <a:latin typeface="Arial" panose="020B0604020202020204" pitchFamily="34" charset="0"/>
                          <a:cs typeface="Arial" panose="020B0604020202020204" pitchFamily="34" charset="0"/>
                        </a:rPr>
                        <a:t>Mstb</a:t>
                      </a:r>
                      <a:r>
                        <a:rPr lang="fr-FR" sz="1100" b="1" i="0" u="none" strike="noStrike">
                          <a:solidFill>
                            <a:srgbClr val="000000"/>
                          </a:solidFill>
                          <a:effectLst/>
                          <a:latin typeface="Arial" panose="020B0604020202020204" pitchFamily="34" charset="0"/>
                          <a:cs typeface="Arial" panose="020B060402020202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err="1">
                          <a:solidFill>
                            <a:srgbClr val="000000"/>
                          </a:solidFill>
                          <a:effectLst/>
                          <a:latin typeface="Arial" panose="020B0604020202020204" pitchFamily="34" charset="0"/>
                          <a:cs typeface="Arial" panose="020B0604020202020204" pitchFamily="34" charset="0"/>
                        </a:rPr>
                        <a:t>Year</a:t>
                      </a:r>
                      <a:endParaRPr lang="fr-FR" sz="11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err="1">
                          <a:solidFill>
                            <a:srgbClr val="000000"/>
                          </a:solidFill>
                          <a:effectLst/>
                          <a:latin typeface="Arial" panose="020B0604020202020204" pitchFamily="34" charset="0"/>
                          <a:cs typeface="Arial" panose="020B0604020202020204" pitchFamily="34" charset="0"/>
                        </a:rPr>
                        <a:t>MMstb</a:t>
                      </a:r>
                      <a:endParaRPr lang="fr-FR" sz="11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1" i="0" u="none" strike="noStrike">
                          <a:solidFill>
                            <a:srgbClr val="000000"/>
                          </a:solidFill>
                          <a:effectLst/>
                          <a:latin typeface="Arial" panose="020B0604020202020204" pitchFamily="34" charset="0"/>
                          <a:cs typeface="Arial" panose="020B060402020202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8331822"/>
                  </a:ext>
                </a:extLst>
              </a:tr>
              <a:tr h="190500">
                <a:tc>
                  <a:txBody>
                    <a:bodyPr/>
                    <a:lstStyle/>
                    <a:p>
                      <a:pPr algn="l" fontAlgn="b">
                        <a:buNone/>
                      </a:pPr>
                      <a:r>
                        <a:rPr lang="fr-FR" sz="1100" b="1" i="0" u="none" strike="noStrike">
                          <a:solidFill>
                            <a:srgbClr val="000000"/>
                          </a:solidFill>
                          <a:effectLst/>
                          <a:latin typeface="Arial" panose="020B0604020202020204" pitchFamily="34" charset="0"/>
                          <a:cs typeface="Arial" panose="020B0604020202020204" pitchFamily="34" charset="0"/>
                        </a:rPr>
                        <a:t>Current</a:t>
                      </a:r>
                      <a:endParaRPr lang="fr-FR" sz="1100" b="1" i="0" u="none" strike="noStrike" err="1">
                        <a:solidFill>
                          <a:srgbClr val="000000"/>
                        </a:solidFill>
                        <a:effectLst/>
                        <a:latin typeface="Arial" panose="020B0604020202020204" pitchFamily="34" charset="0"/>
                        <a:cs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2039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1902.5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4858867"/>
                  </a:ext>
                </a:extLst>
              </a:tr>
              <a:tr h="190500">
                <a:tc>
                  <a:txBody>
                    <a:bodyPr/>
                    <a:lstStyle/>
                    <a:p>
                      <a:pPr algn="l" fontAlgn="b">
                        <a:buNone/>
                      </a:pPr>
                      <a:r>
                        <a:rPr lang="fr-FR" sz="1100" b="1" i="0" u="none" strike="noStrike">
                          <a:solidFill>
                            <a:srgbClr val="000000"/>
                          </a:solidFill>
                          <a:effectLst/>
                          <a:highlight>
                            <a:srgbClr val="00FF00"/>
                          </a:highlight>
                          <a:latin typeface="Arial" panose="020B0604020202020204" pitchFamily="34" charset="0"/>
                          <a:cs typeface="Arial" panose="020B0604020202020204" pitchFamily="34" charset="0"/>
                        </a:rPr>
                        <a:t>OPT1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2044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1977.7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6472164"/>
                  </a:ext>
                </a:extLst>
              </a:tr>
              <a:tr h="190500">
                <a:tc>
                  <a:txBody>
                    <a:bodyPr/>
                    <a:lstStyle/>
                    <a:p>
                      <a:pPr algn="l" fontAlgn="b">
                        <a:buNone/>
                      </a:pPr>
                      <a:r>
                        <a:rPr lang="fr-FR" sz="1100" b="1" i="0" u="none" strike="noStrike">
                          <a:solidFill>
                            <a:srgbClr val="000000"/>
                          </a:solidFill>
                          <a:effectLst/>
                          <a:highlight>
                            <a:srgbClr val="FF00FF"/>
                          </a:highlight>
                          <a:latin typeface="Arial" panose="020B0604020202020204" pitchFamily="34" charset="0"/>
                          <a:cs typeface="Arial" panose="020B0604020202020204" pitchFamily="34" charset="0"/>
                        </a:rPr>
                        <a:t>OPT2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2042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1982.8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78144668"/>
                  </a:ext>
                </a:extLst>
              </a:tr>
              <a:tr h="190500">
                <a:tc>
                  <a:txBody>
                    <a:bodyPr/>
                    <a:lstStyle/>
                    <a:p>
                      <a:pPr algn="l" fontAlgn="b">
                        <a:buNone/>
                      </a:pPr>
                      <a:r>
                        <a:rPr lang="fr-FR" sz="1100" b="1" i="0" u="none" strike="noStrike">
                          <a:solidFill>
                            <a:srgbClr val="000000"/>
                          </a:solidFill>
                          <a:effectLst/>
                          <a:highlight>
                            <a:srgbClr val="FF0000"/>
                          </a:highlight>
                          <a:latin typeface="Arial" panose="020B0604020202020204" pitchFamily="34" charset="0"/>
                          <a:cs typeface="Arial" panose="020B0604020202020204" pitchFamily="34" charset="0"/>
                        </a:rPr>
                        <a:t>OPT3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160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2041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2003.9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rial" panose="020B0604020202020204" pitchFamily="34" charset="0"/>
                          <a:cs typeface="Arial" panose="020B0604020202020204" pitchFamily="34" charset="0"/>
                        </a:rPr>
                        <a:t>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64376489"/>
                  </a:ext>
                </a:extLst>
              </a:tr>
            </a:tbl>
          </a:graphicData>
        </a:graphic>
      </p:graphicFrame>
      <p:graphicFrame>
        <p:nvGraphicFramePr>
          <p:cNvPr id="11" name="Tableau 10">
            <a:extLst>
              <a:ext uri="{FF2B5EF4-FFF2-40B4-BE49-F238E27FC236}">
                <a16:creationId xmlns:a16="http://schemas.microsoft.com/office/drawing/2014/main" id="{B59A139C-6CCD-FB76-F9F0-C6E8FF1AB1D7}"/>
              </a:ext>
            </a:extLst>
          </p:cNvPr>
          <p:cNvGraphicFramePr>
            <a:graphicFrameLocks noGrp="1"/>
          </p:cNvGraphicFramePr>
          <p:nvPr>
            <p:extLst>
              <p:ext uri="{D42A27DB-BD31-4B8C-83A1-F6EECF244321}">
                <p14:modId xmlns:p14="http://schemas.microsoft.com/office/powerpoint/2010/main" val="1023354395"/>
              </p:ext>
            </p:extLst>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23" name="Rectangle 22">
            <a:extLst>
              <a:ext uri="{FF2B5EF4-FFF2-40B4-BE49-F238E27FC236}">
                <a16:creationId xmlns:a16="http://schemas.microsoft.com/office/drawing/2014/main" id="{0AAFC903-5B1F-008D-29E8-84122E8FD12E}"/>
              </a:ext>
            </a:extLst>
          </p:cNvPr>
          <p:cNvSpPr/>
          <p:nvPr/>
        </p:nvSpPr>
        <p:spPr>
          <a:xfrm>
            <a:off x="937221" y="0"/>
            <a:ext cx="1976398"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r>
              <a:rPr lang="en-US" sz="1600" b="1">
                <a:solidFill>
                  <a:srgbClr val="1FAAFF"/>
                </a:solidFill>
                <a:latin typeface="Aptos (Body)"/>
              </a:rPr>
              <a:t>Asset </a:t>
            </a:r>
            <a:r>
              <a:rPr lang="en-US" sz="1600" b="1" u="none" strike="noStrike">
                <a:solidFill>
                  <a:srgbClr val="1FAAFF"/>
                </a:solidFill>
                <a:effectLst/>
                <a:latin typeface="Aptos (Body)"/>
              </a:rPr>
              <a:t>Performance &amp; Growth (AiP5)</a:t>
            </a:r>
            <a:endParaRPr lang="en-US" sz="1600" u="none" strike="noStrike">
              <a:solidFill>
                <a:schemeClr val="tx1"/>
              </a:solidFill>
              <a:effectLst/>
              <a:latin typeface="Aptos (Body)"/>
            </a:endParaRPr>
          </a:p>
        </p:txBody>
      </p:sp>
      <p:pic>
        <p:nvPicPr>
          <p:cNvPr id="13" name="Image 12">
            <a:extLst>
              <a:ext uri="{FF2B5EF4-FFF2-40B4-BE49-F238E27FC236}">
                <a16:creationId xmlns:a16="http://schemas.microsoft.com/office/drawing/2014/main" id="{AD0824F7-BD82-F987-7F1B-2BBA0A08549F}"/>
              </a:ext>
            </a:extLst>
          </p:cNvPr>
          <p:cNvPicPr>
            <a:picLocks noChangeAspect="1"/>
          </p:cNvPicPr>
          <p:nvPr/>
        </p:nvPicPr>
        <p:blipFill>
          <a:blip r:embed="rId4"/>
          <a:stretch>
            <a:fillRect/>
          </a:stretch>
        </p:blipFill>
        <p:spPr>
          <a:xfrm>
            <a:off x="1529234" y="-256850"/>
            <a:ext cx="807760" cy="807760"/>
          </a:xfrm>
          <a:prstGeom prst="rect">
            <a:avLst/>
          </a:prstGeom>
        </p:spPr>
      </p:pic>
      <p:sp>
        <p:nvSpPr>
          <p:cNvPr id="2" name="TextBox 1">
            <a:extLst>
              <a:ext uri="{FF2B5EF4-FFF2-40B4-BE49-F238E27FC236}">
                <a16:creationId xmlns:a16="http://schemas.microsoft.com/office/drawing/2014/main" id="{9D5F40FB-9742-04ED-3E59-FCCAE1030475}"/>
              </a:ext>
            </a:extLst>
          </p:cNvPr>
          <p:cNvSpPr txBox="1"/>
          <p:nvPr/>
        </p:nvSpPr>
        <p:spPr>
          <a:xfrm>
            <a:off x="8054939" y="1264850"/>
            <a:ext cx="1777430" cy="307777"/>
          </a:xfrm>
          <a:prstGeom prst="rect">
            <a:avLst/>
          </a:prstGeom>
          <a:noFill/>
        </p:spPr>
        <p:txBody>
          <a:bodyPr wrap="square" rtlCol="0">
            <a:spAutoFit/>
          </a:bodyPr>
          <a:lstStyle/>
          <a:p>
            <a:pPr algn="l"/>
            <a:r>
              <a:rPr lang="en-US" sz="1400" b="1">
                <a:solidFill>
                  <a:schemeClr val="accent1"/>
                </a:solidFill>
              </a:rPr>
              <a:t>Upper Thamama</a:t>
            </a:r>
            <a:endParaRPr lang="en-GB" sz="1400" b="1">
              <a:solidFill>
                <a:schemeClr val="accent1"/>
              </a:solidFill>
            </a:endParaRPr>
          </a:p>
        </p:txBody>
      </p:sp>
    </p:spTree>
    <p:extLst>
      <p:ext uri="{BB962C8B-B14F-4D97-AF65-F5344CB8AC3E}">
        <p14:creationId xmlns:p14="http://schemas.microsoft.com/office/powerpoint/2010/main" val="4280418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020A9-5E2F-AED9-20FD-87D3C92405AE}"/>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3DF837A9-4FBE-9C21-9F7A-9ADBEC05EC49}"/>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37D418E4-9AB1-291A-6817-23799DFEF042}"/>
              </a:ext>
            </a:extLst>
          </p:cNvPr>
          <p:cNvSpPr>
            <a:spLocks noGrp="1"/>
          </p:cNvSpPr>
          <p:nvPr>
            <p:ph type="sldNum" sz="quarter" idx="16"/>
          </p:nvPr>
        </p:nvSpPr>
        <p:spPr/>
        <p:txBody>
          <a:bodyPr/>
          <a:lstStyle/>
          <a:p>
            <a:fld id="{975A587B-5814-4D9B-9598-FE9CB954CB01}" type="slidenum">
              <a:rPr lang="en-US" noProof="0" smtClean="0"/>
              <a:pPr/>
              <a:t>12</a:t>
            </a:fld>
            <a:endParaRPr lang="en-US" noProof="0"/>
          </a:p>
        </p:txBody>
      </p:sp>
      <p:sp>
        <p:nvSpPr>
          <p:cNvPr id="22" name="Espace réservé du texte 21">
            <a:extLst>
              <a:ext uri="{FF2B5EF4-FFF2-40B4-BE49-F238E27FC236}">
                <a16:creationId xmlns:a16="http://schemas.microsoft.com/office/drawing/2014/main" id="{82690F35-B3A6-5C1B-6A38-6BF6F3AB54B8}"/>
              </a:ext>
            </a:extLst>
          </p:cNvPr>
          <p:cNvSpPr>
            <a:spLocks noGrp="1"/>
          </p:cNvSpPr>
          <p:nvPr>
            <p:ph type="body" sz="quarter" idx="13"/>
          </p:nvPr>
        </p:nvSpPr>
        <p:spPr>
          <a:xfrm>
            <a:off x="375683" y="1372351"/>
            <a:ext cx="11346437" cy="4258998"/>
          </a:xfrm>
        </p:spPr>
        <p:txBody>
          <a:bodyPr vert="horz" lIns="91440" tIns="45720" rIns="91440" bIns="45720" rtlCol="0" anchor="t">
            <a:noAutofit/>
          </a:bodyPr>
          <a:lstStyle/>
          <a:p>
            <a:pPr marL="0" lvl="0" indent="0">
              <a:buNone/>
              <a:defRPr/>
            </a:pPr>
            <a:r>
              <a:rPr lang="en-US" sz="1800" b="1" u="sng"/>
              <a:t>QW</a:t>
            </a:r>
            <a:endParaRPr lang="en-US" sz="1800"/>
          </a:p>
          <a:p>
            <a:pPr marL="359410" lvl="1" indent="-179705">
              <a:defRPr/>
            </a:pPr>
            <a:r>
              <a:rPr lang="en-US" sz="1600">
                <a:solidFill>
                  <a:schemeClr val="accent1"/>
                </a:solidFill>
              </a:rPr>
              <a:t>Identification of additional </a:t>
            </a:r>
            <a:r>
              <a:rPr lang="en-US" sz="1600" u="sng">
                <a:solidFill>
                  <a:schemeClr val="accent1"/>
                </a:solidFill>
              </a:rPr>
              <a:t>unconstrained potential</a:t>
            </a:r>
            <a:r>
              <a:rPr lang="en-US" sz="1600">
                <a:solidFill>
                  <a:schemeClr val="accent1"/>
                </a:solidFill>
              </a:rPr>
              <a:t>: 13 wells </a:t>
            </a:r>
            <a:r>
              <a:rPr lang="en-US" sz="1600">
                <a:sym typeface="Wingdings" panose="05000000000000000000" pitchFamily="2" charset="2"/>
              </a:rPr>
              <a:t> </a:t>
            </a:r>
            <a:r>
              <a:rPr lang="en-US" sz="1600">
                <a:solidFill>
                  <a:schemeClr val="accent1"/>
                </a:solidFill>
                <a:sym typeface="Wingdings" panose="05000000000000000000" pitchFamily="2" charset="2"/>
              </a:rPr>
              <a:t>+ 4 Mbd</a:t>
            </a:r>
            <a:r>
              <a:rPr lang="en-US" sz="1600">
                <a:sym typeface="Wingdings" panose="05000000000000000000" pitchFamily="2" charset="2"/>
              </a:rPr>
              <a:t>. 2 Mbd already implemented, additional subject to gas lift  availability and water disposal injectivity improvement. </a:t>
            </a:r>
            <a:endParaRPr lang="en-US" sz="1600">
              <a:cs typeface="Arial"/>
            </a:endParaRPr>
          </a:p>
          <a:p>
            <a:pPr marL="359410" lvl="1" indent="-179705">
              <a:defRPr/>
            </a:pPr>
            <a:r>
              <a:rPr lang="en-US" sz="1600">
                <a:solidFill>
                  <a:schemeClr val="accent1"/>
                </a:solidFill>
                <a:sym typeface="Wingdings" panose="05000000000000000000" pitchFamily="2" charset="2"/>
              </a:rPr>
              <a:t>Full Control of Well implemented with positive results </a:t>
            </a:r>
            <a:r>
              <a:rPr lang="en-US" sz="1600">
                <a:sym typeface="Wingdings" panose="05000000000000000000" pitchFamily="2" charset="2"/>
              </a:rPr>
              <a:t> Faster gas-lift restart (x3 in some cases) and Smoother ESP restarts (less spikes in load)</a:t>
            </a:r>
            <a:endParaRPr lang="en-US" sz="1600">
              <a:cs typeface="Arial"/>
            </a:endParaRPr>
          </a:p>
          <a:p>
            <a:pPr marL="359410" lvl="1" indent="-179705">
              <a:defRPr/>
            </a:pPr>
            <a:r>
              <a:rPr lang="en-US" sz="1600">
                <a:solidFill>
                  <a:schemeClr val="accent1"/>
                </a:solidFill>
                <a:sym typeface="Wingdings" panose="05000000000000000000" pitchFamily="2" charset="2"/>
              </a:rPr>
              <a:t>Contributed to FSOPR Task Force</a:t>
            </a:r>
            <a:endParaRPr lang="en-US" sz="1600">
              <a:solidFill>
                <a:schemeClr val="accent1"/>
              </a:solidFill>
              <a:cs typeface="Arial"/>
            </a:endParaRPr>
          </a:p>
          <a:p>
            <a:pPr marL="359410" lvl="1" indent="-179705">
              <a:defRPr/>
            </a:pPr>
            <a:r>
              <a:rPr lang="en-US" sz="1600">
                <a:solidFill>
                  <a:schemeClr val="accent1"/>
                </a:solidFill>
                <a:sym typeface="Wingdings" panose="05000000000000000000" pitchFamily="2" charset="2"/>
              </a:rPr>
              <a:t>Transferred of methodology to implement Hydraulic Frac </a:t>
            </a:r>
            <a:r>
              <a:rPr lang="en-US" sz="1600">
                <a:sym typeface="Wingdings" panose="05000000000000000000" pitchFamily="2" charset="2"/>
              </a:rPr>
              <a:t>in SH-5 reservoir model</a:t>
            </a:r>
            <a:endParaRPr lang="en-US" sz="1600">
              <a:cs typeface="Arial"/>
            </a:endParaRPr>
          </a:p>
          <a:p>
            <a:pPr marL="359410" lvl="1" indent="-179705">
              <a:defRPr/>
            </a:pPr>
            <a:endParaRPr lang="en-US" sz="1600">
              <a:cs typeface="Arial"/>
            </a:endParaRPr>
          </a:p>
          <a:p>
            <a:pPr marL="0" lvl="0" indent="0">
              <a:buNone/>
              <a:defRPr/>
            </a:pPr>
            <a:r>
              <a:rPr lang="en-US" sz="1800" b="1" u="sng"/>
              <a:t>Shah</a:t>
            </a:r>
            <a:endParaRPr lang="en-US" sz="1800"/>
          </a:p>
          <a:p>
            <a:pPr marL="359410" lvl="1" indent="-179705">
              <a:defRPr/>
            </a:pPr>
            <a:r>
              <a:rPr lang="en-US" sz="1600">
                <a:solidFill>
                  <a:schemeClr val="accent1"/>
                </a:solidFill>
                <a:sym typeface="Wingdings" panose="05000000000000000000" pitchFamily="2" charset="2"/>
              </a:rPr>
              <a:t>Identification of additional </a:t>
            </a:r>
            <a:r>
              <a:rPr lang="en-US" sz="1600" u="sng">
                <a:solidFill>
                  <a:schemeClr val="accent1"/>
                </a:solidFill>
                <a:sym typeface="Wingdings" panose="05000000000000000000" pitchFamily="2" charset="2"/>
              </a:rPr>
              <a:t>unconstrained potential</a:t>
            </a:r>
            <a:r>
              <a:rPr lang="en-US" sz="1600">
                <a:solidFill>
                  <a:schemeClr val="accent1"/>
                </a:solidFill>
                <a:sym typeface="Wingdings" panose="05000000000000000000" pitchFamily="2" charset="2"/>
              </a:rPr>
              <a:t>: 26</a:t>
            </a:r>
            <a:r>
              <a:rPr lang="en-US" sz="1600">
                <a:solidFill>
                  <a:schemeClr val="accent1"/>
                </a:solidFill>
              </a:rPr>
              <a:t> wells </a:t>
            </a:r>
            <a:r>
              <a:rPr lang="en-US" sz="1600">
                <a:sym typeface="Wingdings" panose="05000000000000000000" pitchFamily="2" charset="2"/>
              </a:rPr>
              <a:t> + </a:t>
            </a:r>
            <a:r>
              <a:rPr lang="en-US" sz="1600">
                <a:solidFill>
                  <a:schemeClr val="accent1"/>
                </a:solidFill>
                <a:sym typeface="Wingdings" panose="05000000000000000000" pitchFamily="2" charset="2"/>
              </a:rPr>
              <a:t>11 Mbd. </a:t>
            </a:r>
            <a:r>
              <a:rPr lang="en-US" sz="1600">
                <a:sym typeface="Wingdings" panose="05000000000000000000" pitchFamily="2" charset="2"/>
              </a:rPr>
              <a:t>3 Mbd already implemented (8 wells), additional subject to resolution of water treatment issues (water tank + water disposal) and reservoir management optimization</a:t>
            </a:r>
            <a:endParaRPr lang="en-US" sz="1600">
              <a:cs typeface="Arial"/>
            </a:endParaRPr>
          </a:p>
          <a:p>
            <a:pPr marL="359410" lvl="1" indent="-179705">
              <a:defRPr/>
            </a:pPr>
            <a:r>
              <a:rPr lang="en-US" sz="1600">
                <a:solidFill>
                  <a:schemeClr val="accent1"/>
                </a:solidFill>
                <a:sym typeface="Wingdings" panose="05000000000000000000" pitchFamily="2" charset="2"/>
              </a:rPr>
              <a:t>Pilot</a:t>
            </a:r>
            <a:r>
              <a:rPr lang="en-US" sz="1600">
                <a:sym typeface="Wingdings" panose="05000000000000000000" pitchFamily="2" charset="2"/>
              </a:rPr>
              <a:t> </a:t>
            </a:r>
            <a:r>
              <a:rPr lang="en-US" sz="1600">
                <a:solidFill>
                  <a:schemeClr val="accent1"/>
                </a:solidFill>
                <a:sym typeface="Wingdings" panose="05000000000000000000" pitchFamily="2" charset="2"/>
              </a:rPr>
              <a:t>follow up and AL supports the acceleration of the full field water injection</a:t>
            </a:r>
            <a:r>
              <a:rPr lang="en-US" sz="1600">
                <a:sym typeface="Wingdings" panose="05000000000000000000" pitchFamily="2" charset="2"/>
              </a:rPr>
              <a:t>, key performance </a:t>
            </a:r>
            <a:endParaRPr lang="en-US" sz="1600">
              <a:cs typeface="Arial"/>
            </a:endParaRPr>
          </a:p>
          <a:p>
            <a:pPr marL="359410" lvl="1" indent="-179705">
              <a:defRPr/>
            </a:pPr>
            <a:r>
              <a:rPr lang="en-US" sz="1600">
                <a:solidFill>
                  <a:schemeClr val="accent1"/>
                </a:solidFill>
                <a:sym typeface="Wingdings" panose="05000000000000000000" pitchFamily="2" charset="2"/>
              </a:rPr>
              <a:t>Support new model </a:t>
            </a:r>
            <a:r>
              <a:rPr lang="en-US" sz="1600">
                <a:sym typeface="Wingdings" panose="05000000000000000000" pitchFamily="2" charset="2"/>
              </a:rPr>
              <a:t>(SCAL review and alignment with field measurement)</a:t>
            </a:r>
            <a:endParaRPr lang="en-US" sz="1600">
              <a:cs typeface="Arial"/>
            </a:endParaRPr>
          </a:p>
        </p:txBody>
      </p:sp>
      <p:sp>
        <p:nvSpPr>
          <p:cNvPr id="16" name="Rectangle : coins arrondis 15">
            <a:extLst>
              <a:ext uri="{FF2B5EF4-FFF2-40B4-BE49-F238E27FC236}">
                <a16:creationId xmlns:a16="http://schemas.microsoft.com/office/drawing/2014/main" id="{4021155C-F811-07BA-619A-F5A2D24E83B0}"/>
              </a:ext>
            </a:extLst>
          </p:cNvPr>
          <p:cNvSpPr/>
          <p:nvPr/>
        </p:nvSpPr>
        <p:spPr>
          <a:xfrm>
            <a:off x="469879" y="5883349"/>
            <a:ext cx="11204670" cy="566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Added value: + 2 Mbd &amp; 3 Mbd materialized respectively on QW &amp; Shah</a:t>
            </a:r>
          </a:p>
        </p:txBody>
      </p:sp>
      <p:graphicFrame>
        <p:nvGraphicFramePr>
          <p:cNvPr id="9" name="Tableau 8">
            <a:extLst>
              <a:ext uri="{FF2B5EF4-FFF2-40B4-BE49-F238E27FC236}">
                <a16:creationId xmlns:a16="http://schemas.microsoft.com/office/drawing/2014/main" id="{C116E029-CDDF-2F63-C9B1-BFB5805F7109}"/>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10" name="Rectangle 9">
            <a:extLst>
              <a:ext uri="{FF2B5EF4-FFF2-40B4-BE49-F238E27FC236}">
                <a16:creationId xmlns:a16="http://schemas.microsoft.com/office/drawing/2014/main" id="{E6D75A76-D51E-5CD6-0983-9BEB56BD7ECE}"/>
              </a:ext>
            </a:extLst>
          </p:cNvPr>
          <p:cNvSpPr/>
          <p:nvPr/>
        </p:nvSpPr>
        <p:spPr>
          <a:xfrm>
            <a:off x="937221" y="0"/>
            <a:ext cx="1976398"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r>
              <a:rPr lang="en-US" sz="1600" b="1">
                <a:solidFill>
                  <a:srgbClr val="1FAAFF"/>
                </a:solidFill>
                <a:latin typeface="Aptos (Body)"/>
              </a:rPr>
              <a:t>Asset </a:t>
            </a:r>
            <a:r>
              <a:rPr lang="en-US" sz="1600" b="1" u="none" strike="noStrike">
                <a:solidFill>
                  <a:srgbClr val="1FAAFF"/>
                </a:solidFill>
                <a:effectLst/>
                <a:latin typeface="Aptos (Body)"/>
              </a:rPr>
              <a:t>Performance &amp; Growth (AiP5)</a:t>
            </a:r>
            <a:endParaRPr lang="en-US" sz="1600" u="none" strike="noStrike">
              <a:solidFill>
                <a:schemeClr val="tx1"/>
              </a:solidFill>
              <a:effectLst/>
              <a:latin typeface="Aptos (Body)"/>
            </a:endParaRPr>
          </a:p>
        </p:txBody>
      </p:sp>
      <p:pic>
        <p:nvPicPr>
          <p:cNvPr id="11" name="Image 10">
            <a:extLst>
              <a:ext uri="{FF2B5EF4-FFF2-40B4-BE49-F238E27FC236}">
                <a16:creationId xmlns:a16="http://schemas.microsoft.com/office/drawing/2014/main" id="{58821A85-BB76-A65F-504D-5C3B5651EFBF}"/>
              </a:ext>
            </a:extLst>
          </p:cNvPr>
          <p:cNvPicPr>
            <a:picLocks noChangeAspect="1"/>
          </p:cNvPicPr>
          <p:nvPr/>
        </p:nvPicPr>
        <p:blipFill>
          <a:blip r:embed="rId3"/>
          <a:stretch>
            <a:fillRect/>
          </a:stretch>
        </p:blipFill>
        <p:spPr>
          <a:xfrm>
            <a:off x="1529234" y="-256850"/>
            <a:ext cx="807760" cy="807760"/>
          </a:xfrm>
          <a:prstGeom prst="rect">
            <a:avLst/>
          </a:prstGeom>
        </p:spPr>
      </p:pic>
    </p:spTree>
    <p:extLst>
      <p:ext uri="{BB962C8B-B14F-4D97-AF65-F5344CB8AC3E}">
        <p14:creationId xmlns:p14="http://schemas.microsoft.com/office/powerpoint/2010/main" val="2565590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6F289-7330-FB56-0897-C0EB95F419C0}"/>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82F4BDE-D7C0-CEDA-6DD3-3EF698D083BC}"/>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10817EDE-B811-009F-CEE9-940D128745A1}"/>
              </a:ext>
            </a:extLst>
          </p:cNvPr>
          <p:cNvSpPr>
            <a:spLocks noGrp="1"/>
          </p:cNvSpPr>
          <p:nvPr>
            <p:ph type="sldNum" sz="quarter" idx="16"/>
          </p:nvPr>
        </p:nvSpPr>
        <p:spPr/>
        <p:txBody>
          <a:bodyPr/>
          <a:lstStyle/>
          <a:p>
            <a:fld id="{975A587B-5814-4D9B-9598-FE9CB954CB01}" type="slidenum">
              <a:rPr lang="en-US" noProof="0" smtClean="0"/>
              <a:pPr/>
              <a:t>13</a:t>
            </a:fld>
            <a:endParaRPr lang="en-US" noProof="0"/>
          </a:p>
        </p:txBody>
      </p:sp>
      <p:sp>
        <p:nvSpPr>
          <p:cNvPr id="16" name="Rectangle : coins arrondis 15">
            <a:extLst>
              <a:ext uri="{FF2B5EF4-FFF2-40B4-BE49-F238E27FC236}">
                <a16:creationId xmlns:a16="http://schemas.microsoft.com/office/drawing/2014/main" id="{8FFA5DAA-7A2A-F19B-8D7A-7D4C95A94774}"/>
              </a:ext>
            </a:extLst>
          </p:cNvPr>
          <p:cNvSpPr/>
          <p:nvPr/>
        </p:nvSpPr>
        <p:spPr>
          <a:xfrm>
            <a:off x="457490" y="5782315"/>
            <a:ext cx="11628198" cy="566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Continuous support provided to mature EOR development. SIWAP is very promising while EOR-CO2 projects remain very challenging especially in already developed reservoirs</a:t>
            </a:r>
          </a:p>
        </p:txBody>
      </p:sp>
      <p:graphicFrame>
        <p:nvGraphicFramePr>
          <p:cNvPr id="7" name="Tableau 6">
            <a:extLst>
              <a:ext uri="{FF2B5EF4-FFF2-40B4-BE49-F238E27FC236}">
                <a16:creationId xmlns:a16="http://schemas.microsoft.com/office/drawing/2014/main" id="{E9EF5ED3-3817-B338-E245-F053251E3D09}"/>
              </a:ext>
            </a:extLst>
          </p:cNvPr>
          <p:cNvGraphicFramePr>
            <a:graphicFrameLocks noGrp="1"/>
          </p:cNvGraphicFramePr>
          <p:nvPr>
            <p:extLst>
              <p:ext uri="{D42A27DB-BD31-4B8C-83A1-F6EECF244321}">
                <p14:modId xmlns:p14="http://schemas.microsoft.com/office/powerpoint/2010/main" val="1071876390"/>
              </p:ext>
            </p:extLst>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8" name="Rectangle 7">
            <a:extLst>
              <a:ext uri="{FF2B5EF4-FFF2-40B4-BE49-F238E27FC236}">
                <a16:creationId xmlns:a16="http://schemas.microsoft.com/office/drawing/2014/main" id="{C9949945-8154-318C-65F0-A27553343830}"/>
              </a:ext>
            </a:extLst>
          </p:cNvPr>
          <p:cNvSpPr/>
          <p:nvPr/>
        </p:nvSpPr>
        <p:spPr>
          <a:xfrm>
            <a:off x="2885417" y="0"/>
            <a:ext cx="807760"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600" b="1">
                <a:solidFill>
                  <a:srgbClr val="1FAAFF"/>
                </a:solidFill>
                <a:latin typeface="Aptos (Body)"/>
              </a:rPr>
              <a:t>EOR</a:t>
            </a:r>
            <a:endParaRPr lang="en-US" sz="1600" u="none" strike="noStrike">
              <a:solidFill>
                <a:schemeClr val="tx1"/>
              </a:solidFill>
              <a:effectLst/>
              <a:latin typeface="Aptos (Body)"/>
            </a:endParaRPr>
          </a:p>
        </p:txBody>
      </p:sp>
      <p:pic>
        <p:nvPicPr>
          <p:cNvPr id="9" name="Image 8">
            <a:extLst>
              <a:ext uri="{FF2B5EF4-FFF2-40B4-BE49-F238E27FC236}">
                <a16:creationId xmlns:a16="http://schemas.microsoft.com/office/drawing/2014/main" id="{E3B1703E-CDB0-1D36-1018-416E529E2CAB}"/>
              </a:ext>
            </a:extLst>
          </p:cNvPr>
          <p:cNvPicPr>
            <a:picLocks noChangeAspect="1"/>
          </p:cNvPicPr>
          <p:nvPr/>
        </p:nvPicPr>
        <p:blipFill>
          <a:blip r:embed="rId3"/>
          <a:stretch>
            <a:fillRect/>
          </a:stretch>
        </p:blipFill>
        <p:spPr>
          <a:xfrm>
            <a:off x="2885417" y="-256850"/>
            <a:ext cx="807760" cy="807760"/>
          </a:xfrm>
          <a:prstGeom prst="rect">
            <a:avLst/>
          </a:prstGeom>
        </p:spPr>
      </p:pic>
      <p:sp>
        <p:nvSpPr>
          <p:cNvPr id="2" name="Rectangle 1">
            <a:extLst>
              <a:ext uri="{FF2B5EF4-FFF2-40B4-BE49-F238E27FC236}">
                <a16:creationId xmlns:a16="http://schemas.microsoft.com/office/drawing/2014/main" id="{8E950FAB-7CE2-E607-6241-4A49535906C5}"/>
              </a:ext>
            </a:extLst>
          </p:cNvPr>
          <p:cNvSpPr/>
          <p:nvPr/>
        </p:nvSpPr>
        <p:spPr>
          <a:xfrm>
            <a:off x="-33315" y="2218019"/>
            <a:ext cx="1207655" cy="1169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 coins arrondis 4">
            <a:extLst>
              <a:ext uri="{FF2B5EF4-FFF2-40B4-BE49-F238E27FC236}">
                <a16:creationId xmlns:a16="http://schemas.microsoft.com/office/drawing/2014/main" id="{501F2C68-480E-753C-2F71-DC03A1F90059}"/>
              </a:ext>
            </a:extLst>
          </p:cNvPr>
          <p:cNvSpPr/>
          <p:nvPr/>
        </p:nvSpPr>
        <p:spPr>
          <a:xfrm>
            <a:off x="131355" y="1264850"/>
            <a:ext cx="2877659" cy="4159513"/>
          </a:xfrm>
          <a:prstGeom prst="roundRect">
            <a:avLst/>
          </a:prstGeom>
          <a:solidFill>
            <a:srgbClr val="A5BAF5"/>
          </a:solidFill>
          <a:ln>
            <a:solidFill>
              <a:srgbClr val="3B43FC"/>
            </a:solidFill>
          </a:ln>
        </p:spPr>
        <p:style>
          <a:lnRef idx="2">
            <a:schemeClr val="accent1">
              <a:shade val="50000"/>
            </a:schemeClr>
          </a:lnRef>
          <a:fillRef idx="1">
            <a:schemeClr val="accent1"/>
          </a:fillRef>
          <a:effectRef idx="0">
            <a:schemeClr val="accent1"/>
          </a:effectRef>
          <a:fontRef idx="minor">
            <a:schemeClr val="lt1"/>
          </a:fontRef>
        </p:style>
        <p:txBody>
          <a:bodyPr lIns="18000" tIns="45720" rIns="1800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err="1">
                <a:ln>
                  <a:noFill/>
                </a:ln>
                <a:solidFill>
                  <a:srgbClr val="4533FF"/>
                </a:solidFill>
                <a:effectLst/>
                <a:uLnTx/>
                <a:uFillTx/>
                <a:latin typeface="Arial" panose="020B0604020202020204"/>
                <a:ea typeface="+mn-ea"/>
                <a:cs typeface="Arial"/>
              </a:rPr>
              <a:t>Asab</a:t>
            </a:r>
            <a:r>
              <a:rPr kumimoji="0" lang="fr-FR" b="1" i="0" u="none" strike="noStrike" kern="1200" cap="none" spc="0" normalizeH="0" baseline="0" noProof="0">
                <a:ln>
                  <a:noFill/>
                </a:ln>
                <a:solidFill>
                  <a:srgbClr val="4533FF"/>
                </a:solidFill>
                <a:effectLst/>
                <a:uLnTx/>
                <a:uFillTx/>
                <a:latin typeface="Arial" panose="020B0604020202020204"/>
                <a:ea typeface="+mn-ea"/>
                <a:cs typeface="Arial"/>
              </a:rPr>
              <a:t> Sh1/Kh1 WAG CO</a:t>
            </a:r>
            <a:r>
              <a:rPr kumimoji="0" lang="fr-FR" b="1" i="0" u="none" strike="noStrike" kern="1200" cap="none" spc="0" normalizeH="0" baseline="-25000" noProof="0">
                <a:ln>
                  <a:noFill/>
                </a:ln>
                <a:solidFill>
                  <a:srgbClr val="4533FF"/>
                </a:solidFill>
                <a:effectLst/>
                <a:uLnTx/>
                <a:uFillTx/>
                <a:latin typeface="Arial" panose="020B0604020202020204"/>
                <a:ea typeface="+mn-ea"/>
                <a:cs typeface="Arial"/>
              </a:rPr>
              <a:t>2 </a:t>
            </a:r>
            <a:r>
              <a:rPr kumimoji="0" lang="fr-FR" b="1" i="0" u="none" strike="noStrike" kern="1200" cap="none" spc="0" normalizeH="0" baseline="0" noProof="0">
                <a:ln>
                  <a:noFill/>
                </a:ln>
                <a:solidFill>
                  <a:srgbClr val="4533FF"/>
                </a:solidFill>
                <a:effectLst/>
                <a:uLnTx/>
                <a:uFillTx/>
                <a:latin typeface="Arial" panose="020B0604020202020204"/>
                <a:ea typeface="+mn-ea"/>
                <a:cs typeface="Arial"/>
              </a:rPr>
              <a:t>optimisation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374649"/>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374649"/>
                </a:solidFill>
                <a:effectLst/>
                <a:uLnTx/>
                <a:uFillTx/>
                <a:latin typeface="Arial" panose="020B0604020202020204"/>
                <a:ea typeface="+mn-ea"/>
                <a:cs typeface="+mn-cs"/>
              </a:rPr>
              <a:t>Support asset optimizing CAPEX by analyzing multiple gas recycle scenarios (in progress)</a:t>
            </a:r>
            <a:endParaRPr kumimoji="0" lang="fr-FR" b="0" i="0" u="none" strike="noStrike" kern="1200" cap="none" spc="0" normalizeH="0" baseline="0" noProof="0">
              <a:ln>
                <a:noFill/>
              </a:ln>
              <a:solidFill>
                <a:srgbClr val="374649"/>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374649"/>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374649"/>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374649"/>
              </a:solidFill>
              <a:effectLst/>
              <a:uLnTx/>
              <a:uFillTx/>
              <a:latin typeface="Arial" panose="020B0604020202020204"/>
              <a:ea typeface="+mn-ea"/>
              <a:cs typeface="+mn-cs"/>
            </a:endParaRPr>
          </a:p>
        </p:txBody>
      </p:sp>
      <p:sp>
        <p:nvSpPr>
          <p:cNvPr id="6" name="Rectangle : coins arrondis 5">
            <a:extLst>
              <a:ext uri="{FF2B5EF4-FFF2-40B4-BE49-F238E27FC236}">
                <a16:creationId xmlns:a16="http://schemas.microsoft.com/office/drawing/2014/main" id="{D56E11AC-8C96-51E0-CC14-35E943E3CE81}"/>
              </a:ext>
            </a:extLst>
          </p:cNvPr>
          <p:cNvSpPr/>
          <p:nvPr/>
        </p:nvSpPr>
        <p:spPr>
          <a:xfrm>
            <a:off x="131355" y="3639420"/>
            <a:ext cx="2877659" cy="1991927"/>
          </a:xfrm>
          <a:prstGeom prst="roundRect">
            <a:avLst/>
          </a:prstGeom>
          <a:gradFill flip="none" rotWithShape="1">
            <a:gsLst>
              <a:gs pos="0">
                <a:srgbClr val="3B43FC">
                  <a:shade val="30000"/>
                  <a:satMod val="115000"/>
                </a:srgbClr>
              </a:gs>
              <a:gs pos="50000">
                <a:srgbClr val="3B43FC">
                  <a:shade val="67500"/>
                  <a:satMod val="115000"/>
                </a:srgbClr>
              </a:gs>
              <a:gs pos="100000">
                <a:srgbClr val="3B43FC">
                  <a:shade val="100000"/>
                  <a:satMod val="115000"/>
                </a:srgbClr>
              </a:gs>
            </a:gsLst>
            <a:lin ang="0" scaled="1"/>
            <a:tileRect/>
          </a:gradFill>
          <a:ln>
            <a:solidFill>
              <a:srgbClr val="3B43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mn-ea"/>
                <a:cs typeface="+mn-cs"/>
                <a:sym typeface="Wingdings" panose="05000000000000000000" pitchFamily="2" charset="2"/>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panose="020B0604020202020204"/>
                <a:ea typeface="+mn-ea"/>
                <a:cs typeface="Arial"/>
              </a:rPr>
              <a:t>     +240 MMSTB resources &amp; CO2 storage</a:t>
            </a:r>
            <a:r>
              <a:rPr kumimoji="0" lang="en-US" sz="2000" b="0" i="0" u="none" strike="noStrike" kern="1200" cap="none" spc="0" normalizeH="0" baseline="0" noProof="0">
                <a:ln>
                  <a:noFill/>
                </a:ln>
                <a:solidFill>
                  <a:srgbClr val="FFFFFF"/>
                </a:solidFill>
                <a:effectLst/>
                <a:uLnTx/>
                <a:uFillTx/>
                <a:latin typeface="Arial" panose="020B06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FFFF"/>
                </a:solidFill>
                <a:effectLst/>
                <a:uLnTx/>
                <a:uFillTx/>
                <a:latin typeface="Arial" panose="020B0604020202020204"/>
                <a:ea typeface="+mn-ea"/>
                <a:cs typeface="+mn-cs"/>
              </a:rPr>
              <a:t> (Obj.: surface costs reduction</a:t>
            </a:r>
            <a:r>
              <a:rPr lang="en-US">
                <a:solidFill>
                  <a:srgbClr val="FFFFFF"/>
                </a:solidFill>
                <a:latin typeface="Arial" panose="020B0604020202020204"/>
              </a:rPr>
              <a:t> and  </a:t>
            </a:r>
            <a:r>
              <a:rPr kumimoji="0" lang="en-US" b="0" i="0" u="none" strike="noStrike" kern="1200" cap="none" spc="0" normalizeH="0" baseline="0" noProof="0">
                <a:ln>
                  <a:noFill/>
                </a:ln>
                <a:solidFill>
                  <a:srgbClr val="FFFFFF"/>
                </a:solidFill>
                <a:effectLst/>
                <a:uLnTx/>
                <a:uFillTx/>
                <a:latin typeface="Arial" panose="020B0604020202020204"/>
                <a:ea typeface="+mn-ea"/>
                <a:cs typeface="+mn-cs"/>
              </a:rPr>
              <a:t>Subsurface optimization)</a:t>
            </a:r>
            <a:endParaRPr kumimoji="0" lang="en-US" b="0" i="0" u="none" strike="noStrike" kern="1200" cap="none" spc="0" normalizeH="0" baseline="0" noProof="0">
              <a:ln>
                <a:noFill/>
              </a:ln>
              <a:solidFill>
                <a:srgbClr val="FFFFFF"/>
              </a:solidFill>
              <a:effectLst/>
              <a:uLnTx/>
              <a:uFillTx/>
              <a:latin typeface="Arial" panose="020B0604020202020204"/>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 coins arrondis 9">
            <a:extLst>
              <a:ext uri="{FF2B5EF4-FFF2-40B4-BE49-F238E27FC236}">
                <a16:creationId xmlns:a16="http://schemas.microsoft.com/office/drawing/2014/main" id="{E1F8FB64-F248-5BF7-BC22-C8D84FA4B6F5}"/>
              </a:ext>
            </a:extLst>
          </p:cNvPr>
          <p:cNvSpPr/>
          <p:nvPr/>
        </p:nvSpPr>
        <p:spPr>
          <a:xfrm>
            <a:off x="3151337" y="1268262"/>
            <a:ext cx="2908488" cy="4253180"/>
          </a:xfrm>
          <a:prstGeom prst="roundRect">
            <a:avLst/>
          </a:prstGeom>
          <a:solidFill>
            <a:srgbClr val="A5BAF5"/>
          </a:solidFill>
          <a:ln>
            <a:solidFill>
              <a:srgbClr val="3B43FC"/>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err="1">
                <a:ln>
                  <a:noFill/>
                </a:ln>
                <a:solidFill>
                  <a:srgbClr val="4533FF"/>
                </a:solidFill>
                <a:effectLst/>
                <a:uLnTx/>
                <a:uFillTx/>
                <a:latin typeface="Arial" panose="020B0604020202020204"/>
                <a:ea typeface="+mn-ea"/>
                <a:cs typeface="Arial"/>
              </a:rPr>
              <a:t>Asab</a:t>
            </a:r>
            <a:r>
              <a:rPr kumimoji="0" lang="fr-FR" b="1" i="0" u="none" strike="noStrike" kern="1200" cap="none" spc="0" normalizeH="0" baseline="0" noProof="0">
                <a:ln>
                  <a:noFill/>
                </a:ln>
                <a:solidFill>
                  <a:srgbClr val="4533FF"/>
                </a:solidFill>
                <a:effectLst/>
                <a:uLnTx/>
                <a:uFillTx/>
                <a:latin typeface="Arial" panose="020B0604020202020204"/>
                <a:ea typeface="+mn-ea"/>
                <a:cs typeface="Arial"/>
              </a:rPr>
              <a:t> Kh2 SIWAP pilot: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374649"/>
                </a:solidFill>
                <a:effectLst/>
                <a:uLnTx/>
                <a:uFillTx/>
                <a:latin typeface="Arial" panose="020B0604020202020204"/>
                <a:ea typeface="+mn-ea"/>
                <a:cs typeface="Arial"/>
              </a:rPr>
              <a:t>Successful Pilot ongoing since </a:t>
            </a:r>
            <a:r>
              <a:rPr lang="en-US">
                <a:solidFill>
                  <a:srgbClr val="374649"/>
                </a:solidFill>
                <a:latin typeface="Arial" panose="020B0604020202020204"/>
                <a:cs typeface="Arial"/>
              </a:rPr>
              <a:t>F</a:t>
            </a:r>
            <a:r>
              <a:rPr kumimoji="0" lang="en-US" b="0" i="0" u="none" strike="noStrike" kern="1200" cap="none" spc="0" normalizeH="0" baseline="0" noProof="0" err="1">
                <a:ln>
                  <a:noFill/>
                </a:ln>
                <a:solidFill>
                  <a:srgbClr val="374649"/>
                </a:solidFill>
                <a:effectLst/>
                <a:uLnTx/>
                <a:uFillTx/>
                <a:latin typeface="Arial" panose="020B0604020202020204"/>
                <a:ea typeface="+mn-ea"/>
                <a:cs typeface="Arial"/>
              </a:rPr>
              <a:t>eb</a:t>
            </a:r>
            <a:r>
              <a:rPr kumimoji="0" lang="en-US" b="0" i="0" u="none" strike="noStrike" kern="1200" cap="none" spc="0" normalizeH="0" baseline="0" noProof="0">
                <a:ln>
                  <a:noFill/>
                </a:ln>
                <a:solidFill>
                  <a:srgbClr val="374649"/>
                </a:solidFill>
                <a:effectLst/>
                <a:uLnTx/>
                <a:uFillTx/>
                <a:latin typeface="Arial" panose="020B0604020202020204"/>
                <a:ea typeface="+mn-ea"/>
                <a:cs typeface="Arial"/>
              </a:rPr>
              <a:t>. Support to start-up and follow-up. Model updated to HM pilot and simulate FF SIWAP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srgbClr val="374649"/>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srgbClr val="374649"/>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srgbClr val="374649"/>
              </a:solidFill>
              <a:effectLst/>
              <a:uLnTx/>
              <a:uFillTx/>
              <a:latin typeface="Arial" panose="020B0604020202020204"/>
              <a:ea typeface="+mn-ea"/>
              <a:cs typeface="+mn-cs"/>
            </a:endParaRPr>
          </a:p>
        </p:txBody>
      </p:sp>
      <p:sp>
        <p:nvSpPr>
          <p:cNvPr id="11" name="Rectangle : coins arrondis 10">
            <a:extLst>
              <a:ext uri="{FF2B5EF4-FFF2-40B4-BE49-F238E27FC236}">
                <a16:creationId xmlns:a16="http://schemas.microsoft.com/office/drawing/2014/main" id="{6374A7C7-FA2E-8A5C-FB33-0D59DC4057AC}"/>
              </a:ext>
            </a:extLst>
          </p:cNvPr>
          <p:cNvSpPr/>
          <p:nvPr/>
        </p:nvSpPr>
        <p:spPr>
          <a:xfrm>
            <a:off x="3144334" y="3652068"/>
            <a:ext cx="2908488" cy="1979279"/>
          </a:xfrm>
          <a:prstGeom prst="roundRect">
            <a:avLst/>
          </a:prstGeom>
          <a:gradFill flip="none" rotWithShape="1">
            <a:gsLst>
              <a:gs pos="0">
                <a:srgbClr val="3B43FC">
                  <a:shade val="30000"/>
                  <a:satMod val="115000"/>
                </a:srgbClr>
              </a:gs>
              <a:gs pos="50000">
                <a:srgbClr val="3B43FC">
                  <a:shade val="67500"/>
                  <a:satMod val="115000"/>
                </a:srgbClr>
              </a:gs>
              <a:gs pos="100000">
                <a:srgbClr val="3B43FC">
                  <a:shade val="100000"/>
                  <a:satMod val="115000"/>
                </a:srgbClr>
              </a:gs>
            </a:gsLst>
            <a:lin ang="0" scaled="1"/>
            <a:tileRect/>
          </a:gradFill>
          <a:ln>
            <a:solidFill>
              <a:srgbClr val="3B43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Arial" panose="020B0604020202020204"/>
                <a:ea typeface="+mn-ea"/>
                <a:cs typeface="+mn-cs"/>
                <a:sym typeface="Wingdings" panose="05000000000000000000" pitchFamily="2" charset="2"/>
              </a:rPr>
              <a:t> </a:t>
            </a:r>
            <a:r>
              <a:rPr kumimoji="0" lang="en-US" sz="2000" b="0" i="0" u="none" strike="noStrike" kern="1200" cap="none" spc="0" normalizeH="0" baseline="0" noProof="0">
                <a:ln>
                  <a:noFill/>
                </a:ln>
                <a:solidFill>
                  <a:srgbClr val="FFFFFF"/>
                </a:solidFill>
                <a:effectLst/>
                <a:uLnTx/>
                <a:uFillTx/>
                <a:latin typeface="Arial" panose="020B0604020202020204"/>
                <a:ea typeface="+mn-ea"/>
                <a:cs typeface="+mn-cs"/>
                <a:sym typeface="Wingdings" panose="05000000000000000000" pitchFamily="2" charset="2"/>
              </a:rPr>
              <a:t>F</a:t>
            </a:r>
            <a:r>
              <a:rPr kumimoji="0" lang="en-US" sz="2000" b="0" i="0" u="none" strike="noStrike" kern="1200" cap="none" spc="0" normalizeH="0" baseline="0" noProof="0">
                <a:ln>
                  <a:noFill/>
                </a:ln>
                <a:solidFill>
                  <a:srgbClr val="FFFFFF"/>
                </a:solidFill>
                <a:effectLst/>
                <a:uLnTx/>
                <a:uFillTx/>
                <a:latin typeface="Arial" panose="020B0604020202020204"/>
                <a:ea typeface="+mn-ea"/>
                <a:cs typeface="+mn-cs"/>
              </a:rPr>
              <a:t>ull field Gate-0 preparation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mn-ea"/>
                <a:cs typeface="+mn-cs"/>
              </a:rPr>
              <a:t>+</a:t>
            </a:r>
            <a:r>
              <a:rPr kumimoji="0" lang="en-US" sz="2000" b="1" i="0" u="none" strike="noStrike" kern="1200" cap="none" spc="0" normalizeH="0" baseline="0" noProof="0">
                <a:ln>
                  <a:noFill/>
                </a:ln>
                <a:solidFill>
                  <a:srgbClr val="FFFFFF"/>
                </a:solidFill>
                <a:effectLst/>
                <a:uLnTx/>
                <a:uFillTx/>
                <a:latin typeface="Arial" panose="020B0604020202020204"/>
                <a:ea typeface="+mn-ea"/>
                <a:cs typeface="Arial"/>
              </a:rPr>
              <a:t>200 MMSTB</a:t>
            </a:r>
            <a:endParaRPr kumimoji="0" lang="fr-FR"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2" name="Image 11">
            <a:extLst>
              <a:ext uri="{FF2B5EF4-FFF2-40B4-BE49-F238E27FC236}">
                <a16:creationId xmlns:a16="http://schemas.microsoft.com/office/drawing/2014/main" id="{364138A2-0CA1-C557-9DCE-1F9DE8C85547}"/>
              </a:ext>
            </a:extLst>
          </p:cNvPr>
          <p:cNvPicPr>
            <a:picLocks noChangeAspect="1"/>
          </p:cNvPicPr>
          <p:nvPr/>
        </p:nvPicPr>
        <p:blipFill>
          <a:blip r:embed="rId4"/>
          <a:stretch>
            <a:fillRect/>
          </a:stretch>
        </p:blipFill>
        <p:spPr>
          <a:xfrm>
            <a:off x="2881044" y="3652069"/>
            <a:ext cx="604440" cy="740856"/>
          </a:xfrm>
          <a:prstGeom prst="rect">
            <a:avLst/>
          </a:prstGeom>
        </p:spPr>
      </p:pic>
      <p:pic>
        <p:nvPicPr>
          <p:cNvPr id="13" name="Image 12">
            <a:extLst>
              <a:ext uri="{FF2B5EF4-FFF2-40B4-BE49-F238E27FC236}">
                <a16:creationId xmlns:a16="http://schemas.microsoft.com/office/drawing/2014/main" id="{2A23AE2A-6896-19EC-9B93-9F6452360B25}"/>
              </a:ext>
            </a:extLst>
          </p:cNvPr>
          <p:cNvPicPr>
            <a:picLocks noChangeAspect="1"/>
          </p:cNvPicPr>
          <p:nvPr/>
        </p:nvPicPr>
        <p:blipFill>
          <a:blip r:embed="rId4"/>
          <a:stretch>
            <a:fillRect/>
          </a:stretch>
        </p:blipFill>
        <p:spPr>
          <a:xfrm>
            <a:off x="-100426" y="3464940"/>
            <a:ext cx="625867" cy="622722"/>
          </a:xfrm>
          <a:prstGeom prst="rect">
            <a:avLst/>
          </a:prstGeom>
        </p:spPr>
      </p:pic>
      <p:pic>
        <p:nvPicPr>
          <p:cNvPr id="14" name="Image 13">
            <a:extLst>
              <a:ext uri="{FF2B5EF4-FFF2-40B4-BE49-F238E27FC236}">
                <a16:creationId xmlns:a16="http://schemas.microsoft.com/office/drawing/2014/main" id="{4072B5A1-2E29-C7F8-6AF8-2C1A5846947C}"/>
              </a:ext>
            </a:extLst>
          </p:cNvPr>
          <p:cNvPicPr>
            <a:picLocks noChangeAspect="1"/>
          </p:cNvPicPr>
          <p:nvPr/>
        </p:nvPicPr>
        <p:blipFill>
          <a:blip r:embed="rId5"/>
          <a:stretch>
            <a:fillRect/>
          </a:stretch>
        </p:blipFill>
        <p:spPr>
          <a:xfrm>
            <a:off x="-102007" y="4302861"/>
            <a:ext cx="625868" cy="625868"/>
          </a:xfrm>
          <a:prstGeom prst="rect">
            <a:avLst/>
          </a:prstGeom>
        </p:spPr>
      </p:pic>
      <p:pic>
        <p:nvPicPr>
          <p:cNvPr id="15" name="Image 14">
            <a:extLst>
              <a:ext uri="{FF2B5EF4-FFF2-40B4-BE49-F238E27FC236}">
                <a16:creationId xmlns:a16="http://schemas.microsoft.com/office/drawing/2014/main" id="{7012860D-FDF4-628A-6F00-F00ADFBBD5EA}"/>
              </a:ext>
            </a:extLst>
          </p:cNvPr>
          <p:cNvPicPr>
            <a:picLocks noChangeAspect="1"/>
          </p:cNvPicPr>
          <p:nvPr/>
        </p:nvPicPr>
        <p:blipFill>
          <a:blip r:embed="rId6"/>
          <a:stretch>
            <a:fillRect/>
          </a:stretch>
        </p:blipFill>
        <p:spPr>
          <a:xfrm>
            <a:off x="-107431" y="3904242"/>
            <a:ext cx="625869" cy="625869"/>
          </a:xfrm>
          <a:prstGeom prst="rect">
            <a:avLst/>
          </a:prstGeom>
        </p:spPr>
      </p:pic>
      <p:pic>
        <p:nvPicPr>
          <p:cNvPr id="18" name="Image 17">
            <a:extLst>
              <a:ext uri="{FF2B5EF4-FFF2-40B4-BE49-F238E27FC236}">
                <a16:creationId xmlns:a16="http://schemas.microsoft.com/office/drawing/2014/main" id="{D5FFBFC4-7DDC-1E5F-0E07-FDDA1F00AF2D}"/>
              </a:ext>
            </a:extLst>
          </p:cNvPr>
          <p:cNvPicPr>
            <a:picLocks noChangeAspect="1"/>
          </p:cNvPicPr>
          <p:nvPr/>
        </p:nvPicPr>
        <p:blipFill>
          <a:blip r:embed="rId5"/>
          <a:stretch>
            <a:fillRect/>
          </a:stretch>
        </p:blipFill>
        <p:spPr>
          <a:xfrm>
            <a:off x="2924531" y="4169101"/>
            <a:ext cx="508060" cy="625868"/>
          </a:xfrm>
          <a:prstGeom prst="rect">
            <a:avLst/>
          </a:prstGeom>
        </p:spPr>
      </p:pic>
      <p:sp>
        <p:nvSpPr>
          <p:cNvPr id="19" name="ZoneTexte 18">
            <a:extLst>
              <a:ext uri="{FF2B5EF4-FFF2-40B4-BE49-F238E27FC236}">
                <a16:creationId xmlns:a16="http://schemas.microsoft.com/office/drawing/2014/main" id="{36F57E9D-FB4F-E4C8-6A10-9C36A1014725}"/>
              </a:ext>
            </a:extLst>
          </p:cNvPr>
          <p:cNvSpPr txBox="1"/>
          <p:nvPr/>
        </p:nvSpPr>
        <p:spPr>
          <a:xfrm>
            <a:off x="3485484" y="5599353"/>
            <a:ext cx="195009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74649"/>
                </a:solidFill>
                <a:effectLst/>
                <a:uLnTx/>
                <a:uFillTx/>
                <a:latin typeface="Arial" panose="020B0604020202020204"/>
                <a:ea typeface="+mn-ea"/>
                <a:cs typeface="+mn-cs"/>
              </a:rPr>
              <a:t>To be captured in BP26-30</a:t>
            </a:r>
          </a:p>
        </p:txBody>
      </p:sp>
      <p:pic>
        <p:nvPicPr>
          <p:cNvPr id="17" name="Picture 9">
            <a:extLst>
              <a:ext uri="{FF2B5EF4-FFF2-40B4-BE49-F238E27FC236}">
                <a16:creationId xmlns:a16="http://schemas.microsoft.com/office/drawing/2014/main" id="{7D1FE9E4-4C36-BB8A-EE64-D08E259937B0}"/>
              </a:ext>
            </a:extLst>
          </p:cNvPr>
          <p:cNvPicPr>
            <a:picLocks noChangeAspect="1"/>
          </p:cNvPicPr>
          <p:nvPr/>
        </p:nvPicPr>
        <p:blipFill>
          <a:blip r:embed="rId7"/>
          <a:stretch>
            <a:fillRect/>
          </a:stretch>
        </p:blipFill>
        <p:spPr>
          <a:xfrm>
            <a:off x="6202148" y="1287931"/>
            <a:ext cx="5747214" cy="1663695"/>
          </a:xfrm>
          <a:prstGeom prst="rect">
            <a:avLst/>
          </a:prstGeom>
        </p:spPr>
      </p:pic>
      <p:pic>
        <p:nvPicPr>
          <p:cNvPr id="20" name="Picture 6">
            <a:extLst>
              <a:ext uri="{FF2B5EF4-FFF2-40B4-BE49-F238E27FC236}">
                <a16:creationId xmlns:a16="http://schemas.microsoft.com/office/drawing/2014/main" id="{2251C2CF-6EF4-F699-3FA3-CF0B88837126}"/>
              </a:ext>
            </a:extLst>
          </p:cNvPr>
          <p:cNvPicPr>
            <a:picLocks noChangeAspect="1"/>
          </p:cNvPicPr>
          <p:nvPr/>
        </p:nvPicPr>
        <p:blipFill>
          <a:blip r:embed="rId8"/>
          <a:stretch>
            <a:fillRect/>
          </a:stretch>
        </p:blipFill>
        <p:spPr>
          <a:xfrm>
            <a:off x="6202148" y="2951626"/>
            <a:ext cx="3478565" cy="1976207"/>
          </a:xfrm>
          <a:prstGeom prst="rect">
            <a:avLst/>
          </a:prstGeom>
        </p:spPr>
      </p:pic>
      <p:pic>
        <p:nvPicPr>
          <p:cNvPr id="21" name="Picture 7">
            <a:extLst>
              <a:ext uri="{FF2B5EF4-FFF2-40B4-BE49-F238E27FC236}">
                <a16:creationId xmlns:a16="http://schemas.microsoft.com/office/drawing/2014/main" id="{E86FDE52-86F5-D7D9-8CEA-19E0023109C9}"/>
              </a:ext>
            </a:extLst>
          </p:cNvPr>
          <p:cNvPicPr>
            <a:picLocks noChangeAspect="1"/>
          </p:cNvPicPr>
          <p:nvPr/>
        </p:nvPicPr>
        <p:blipFill>
          <a:blip r:embed="rId9"/>
          <a:stretch>
            <a:fillRect/>
          </a:stretch>
        </p:blipFill>
        <p:spPr>
          <a:xfrm>
            <a:off x="9680713" y="2955685"/>
            <a:ext cx="2404975" cy="1818677"/>
          </a:xfrm>
          <a:prstGeom prst="rect">
            <a:avLst/>
          </a:prstGeom>
        </p:spPr>
      </p:pic>
      <p:pic>
        <p:nvPicPr>
          <p:cNvPr id="22" name="Picture 11">
            <a:extLst>
              <a:ext uri="{FF2B5EF4-FFF2-40B4-BE49-F238E27FC236}">
                <a16:creationId xmlns:a16="http://schemas.microsoft.com/office/drawing/2014/main" id="{47D8CAB1-D807-B4CD-EFE1-57BBC91DDFED}"/>
              </a:ext>
            </a:extLst>
          </p:cNvPr>
          <p:cNvPicPr>
            <a:picLocks noChangeAspect="1"/>
          </p:cNvPicPr>
          <p:nvPr/>
        </p:nvPicPr>
        <p:blipFill>
          <a:blip r:embed="rId10"/>
          <a:stretch>
            <a:fillRect/>
          </a:stretch>
        </p:blipFill>
        <p:spPr>
          <a:xfrm>
            <a:off x="10681574" y="4197862"/>
            <a:ext cx="1117299" cy="1459942"/>
          </a:xfrm>
          <a:prstGeom prst="rect">
            <a:avLst/>
          </a:prstGeom>
        </p:spPr>
      </p:pic>
      <p:sp>
        <p:nvSpPr>
          <p:cNvPr id="24" name="ZoneTexte 23">
            <a:extLst>
              <a:ext uri="{FF2B5EF4-FFF2-40B4-BE49-F238E27FC236}">
                <a16:creationId xmlns:a16="http://schemas.microsoft.com/office/drawing/2014/main" id="{94B629E5-4C94-40D0-CAD0-E1F6880D53E1}"/>
              </a:ext>
            </a:extLst>
          </p:cNvPr>
          <p:cNvSpPr txBox="1"/>
          <p:nvPr/>
        </p:nvSpPr>
        <p:spPr>
          <a:xfrm>
            <a:off x="6110006" y="4999907"/>
            <a:ext cx="4578571" cy="830997"/>
          </a:xfrm>
          <a:prstGeom prst="rect">
            <a:avLst/>
          </a:prstGeom>
          <a:noFill/>
        </p:spPr>
        <p:txBody>
          <a:bodyPr wrap="square">
            <a:spAutoFit/>
          </a:bodyPr>
          <a:lstStyle/>
          <a:p>
            <a:pPr algn="ctr"/>
            <a:r>
              <a:rPr lang="en-US" sz="1600">
                <a:cs typeface="Arial"/>
              </a:rPr>
              <a:t>Reach target concentration (2100 ppm) and injection flowrate 4000 bpd. Excellent water and polymer solution quality</a:t>
            </a:r>
          </a:p>
        </p:txBody>
      </p:sp>
    </p:spTree>
    <p:extLst>
      <p:ext uri="{BB962C8B-B14F-4D97-AF65-F5344CB8AC3E}">
        <p14:creationId xmlns:p14="http://schemas.microsoft.com/office/powerpoint/2010/main" val="306083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DDAD8-CD50-43FD-6BE2-897333984E84}"/>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C32E338B-6852-DE05-1C41-7EFE199AFEBE}"/>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E370C0E6-8149-1E6C-D61B-7660D475C204}"/>
              </a:ext>
            </a:extLst>
          </p:cNvPr>
          <p:cNvSpPr>
            <a:spLocks noGrp="1"/>
          </p:cNvSpPr>
          <p:nvPr>
            <p:ph type="sldNum" sz="quarter" idx="16"/>
          </p:nvPr>
        </p:nvSpPr>
        <p:spPr/>
        <p:txBody>
          <a:bodyPr/>
          <a:lstStyle/>
          <a:p>
            <a:fld id="{975A587B-5814-4D9B-9598-FE9CB954CB01}" type="slidenum">
              <a:rPr lang="en-US" noProof="0" smtClean="0"/>
              <a:pPr/>
              <a:t>14</a:t>
            </a:fld>
            <a:endParaRPr lang="en-US" noProof="0"/>
          </a:p>
        </p:txBody>
      </p:sp>
      <p:sp>
        <p:nvSpPr>
          <p:cNvPr id="16" name="Rectangle : coins arrondis 15">
            <a:extLst>
              <a:ext uri="{FF2B5EF4-FFF2-40B4-BE49-F238E27FC236}">
                <a16:creationId xmlns:a16="http://schemas.microsoft.com/office/drawing/2014/main" id="{6C5AF051-B29D-8ACD-C252-318B6FECE770}"/>
              </a:ext>
            </a:extLst>
          </p:cNvPr>
          <p:cNvSpPr/>
          <p:nvPr/>
        </p:nvSpPr>
        <p:spPr>
          <a:xfrm>
            <a:off x="469879" y="5883349"/>
            <a:ext cx="11204670" cy="566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LOM 7 pillars proposed to be developed </a:t>
            </a:r>
            <a:r>
              <a:rPr lang="en-US" sz="2000">
                <a:sym typeface="Wingdings" panose="05000000000000000000" pitchFamily="2" charset="2"/>
              </a:rPr>
              <a:t> Expected gain up to 1</a:t>
            </a:r>
            <a:r>
              <a:rPr lang="en-US" sz="2000"/>
              <a:t>0% OPEX Reduction </a:t>
            </a:r>
          </a:p>
          <a:p>
            <a:pPr algn="ctr"/>
            <a:r>
              <a:rPr lang="en-US" sz="2000"/>
              <a:t>Integrity / Corrosion continuous support provided</a:t>
            </a:r>
          </a:p>
        </p:txBody>
      </p:sp>
      <p:graphicFrame>
        <p:nvGraphicFramePr>
          <p:cNvPr id="2" name="Diagram 4">
            <a:extLst>
              <a:ext uri="{FF2B5EF4-FFF2-40B4-BE49-F238E27FC236}">
                <a16:creationId xmlns:a16="http://schemas.microsoft.com/office/drawing/2014/main" id="{9DCF5C28-5D7C-EE76-F001-094DAE4FBA65}"/>
              </a:ext>
            </a:extLst>
          </p:cNvPr>
          <p:cNvGraphicFramePr/>
          <p:nvPr>
            <p:extLst>
              <p:ext uri="{D42A27DB-BD31-4B8C-83A1-F6EECF244321}">
                <p14:modId xmlns:p14="http://schemas.microsoft.com/office/powerpoint/2010/main" val="1721895531"/>
              </p:ext>
            </p:extLst>
          </p:nvPr>
        </p:nvGraphicFramePr>
        <p:xfrm>
          <a:off x="3581685" y="1413759"/>
          <a:ext cx="4981058" cy="4334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Tableau 5">
            <a:extLst>
              <a:ext uri="{FF2B5EF4-FFF2-40B4-BE49-F238E27FC236}">
                <a16:creationId xmlns:a16="http://schemas.microsoft.com/office/drawing/2014/main" id="{6DEAEB8A-F267-9CEB-19FD-0CDAA8D4937D}"/>
              </a:ext>
            </a:extLst>
          </p:cNvPr>
          <p:cNvGraphicFramePr>
            <a:graphicFrameLocks noGrp="1"/>
          </p:cNvGraphicFramePr>
          <p:nvPr>
            <p:extLst>
              <p:ext uri="{D42A27DB-BD31-4B8C-83A1-F6EECF244321}">
                <p14:modId xmlns:p14="http://schemas.microsoft.com/office/powerpoint/2010/main" val="3934726628"/>
              </p:ext>
            </p:extLst>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7" name="Rectangle 6">
            <a:extLst>
              <a:ext uri="{FF2B5EF4-FFF2-40B4-BE49-F238E27FC236}">
                <a16:creationId xmlns:a16="http://schemas.microsoft.com/office/drawing/2014/main" id="{10A1FA13-E6B1-F9DA-EB3B-CD6E2FD20000}"/>
              </a:ext>
            </a:extLst>
          </p:cNvPr>
          <p:cNvSpPr/>
          <p:nvPr/>
        </p:nvSpPr>
        <p:spPr>
          <a:xfrm>
            <a:off x="3513762" y="0"/>
            <a:ext cx="1273995"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endParaRPr lang="en-US" sz="1600" b="1">
              <a:solidFill>
                <a:srgbClr val="1FAAFF"/>
              </a:solidFill>
              <a:latin typeface="Aptos (Body)"/>
            </a:endParaRPr>
          </a:p>
          <a:p>
            <a:pPr algn="ctr" fontAlgn="ctr"/>
            <a:r>
              <a:rPr lang="en-US" sz="1600" b="1">
                <a:solidFill>
                  <a:srgbClr val="1FAAFF"/>
                </a:solidFill>
                <a:latin typeface="Aptos (Body)"/>
              </a:rPr>
              <a:t>Integrity  &amp;</a:t>
            </a:r>
            <a:br>
              <a:rPr lang="en-US" sz="1600" b="1">
                <a:solidFill>
                  <a:srgbClr val="1FAAFF"/>
                </a:solidFill>
                <a:latin typeface="Aptos (Body)"/>
              </a:rPr>
            </a:br>
            <a:r>
              <a:rPr lang="en-US" sz="1600" b="1">
                <a:solidFill>
                  <a:srgbClr val="1FAAFF"/>
                </a:solidFill>
                <a:latin typeface="Aptos (Body)"/>
              </a:rPr>
              <a:t>Operations</a:t>
            </a:r>
          </a:p>
          <a:p>
            <a:pPr algn="ctr" fontAlgn="ctr"/>
            <a:endParaRPr lang="en-US" sz="1600" u="none" strike="noStrike">
              <a:solidFill>
                <a:schemeClr val="tx1"/>
              </a:solidFill>
              <a:effectLst/>
              <a:latin typeface="Aptos (Body)"/>
            </a:endParaRPr>
          </a:p>
        </p:txBody>
      </p:sp>
      <p:pic>
        <p:nvPicPr>
          <p:cNvPr id="15" name="Image 14">
            <a:extLst>
              <a:ext uri="{FF2B5EF4-FFF2-40B4-BE49-F238E27FC236}">
                <a16:creationId xmlns:a16="http://schemas.microsoft.com/office/drawing/2014/main" id="{7E568A1F-1AE5-889A-02F6-3473B0E7AB33}"/>
              </a:ext>
            </a:extLst>
          </p:cNvPr>
          <p:cNvPicPr>
            <a:picLocks noChangeAspect="1"/>
          </p:cNvPicPr>
          <p:nvPr/>
        </p:nvPicPr>
        <p:blipFill>
          <a:blip r:embed="rId8"/>
          <a:stretch>
            <a:fillRect/>
          </a:stretch>
        </p:blipFill>
        <p:spPr>
          <a:xfrm>
            <a:off x="3748443" y="-256850"/>
            <a:ext cx="807760" cy="807760"/>
          </a:xfrm>
          <a:prstGeom prst="rect">
            <a:avLst/>
          </a:prstGeom>
        </p:spPr>
      </p:pic>
      <p:sp>
        <p:nvSpPr>
          <p:cNvPr id="19" name="Rectangle : coins arrondis 18">
            <a:extLst>
              <a:ext uri="{FF2B5EF4-FFF2-40B4-BE49-F238E27FC236}">
                <a16:creationId xmlns:a16="http://schemas.microsoft.com/office/drawing/2014/main" id="{47D85F38-E158-B0E6-6686-28A13750A6E2}"/>
              </a:ext>
            </a:extLst>
          </p:cNvPr>
          <p:cNvSpPr/>
          <p:nvPr/>
        </p:nvSpPr>
        <p:spPr>
          <a:xfrm>
            <a:off x="8445356" y="1413759"/>
            <a:ext cx="3481411" cy="3795272"/>
          </a:xfrm>
          <a:prstGeom prst="roundRect">
            <a:avLst/>
          </a:prstGeom>
          <a:solidFill>
            <a:srgbClr val="D3EEFD"/>
          </a:solid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algn="ctr"/>
            <a:r>
              <a:rPr lang="en-US" sz="1400" b="1">
                <a:solidFill>
                  <a:srgbClr val="1FAAFF"/>
                </a:solidFill>
              </a:rPr>
              <a:t>Corrosion treatment, chemical selection and monitoring for multiphase systems</a:t>
            </a:r>
          </a:p>
          <a:p>
            <a:pPr>
              <a:spcBef>
                <a:spcPts val="600"/>
              </a:spcBef>
            </a:pPr>
            <a:r>
              <a:rPr lang="en-US" sz="1400">
                <a:solidFill>
                  <a:schemeClr val="tx1"/>
                </a:solidFill>
              </a:rPr>
              <a:t>Support AON Integrity Hub in continuing expertise to prevent corrosion of flowlines (Risk #1 of AON):</a:t>
            </a:r>
            <a:endParaRPr lang="en-US" sz="1400">
              <a:solidFill>
                <a:schemeClr val="tx1"/>
              </a:solidFill>
              <a:cs typeface="Arial"/>
            </a:endParaRPr>
          </a:p>
          <a:p>
            <a:pPr marL="171450" indent="-171450">
              <a:buFont typeface="Arial" panose="020B0604020202020204" pitchFamily="34" charset="0"/>
              <a:buChar char="•"/>
            </a:pPr>
            <a:r>
              <a:rPr lang="en-US" sz="1400">
                <a:solidFill>
                  <a:schemeClr val="tx1"/>
                </a:solidFill>
              </a:rPr>
              <a:t>Lab equipment deployment</a:t>
            </a:r>
            <a:endParaRPr lang="en-US" sz="1400">
              <a:solidFill>
                <a:schemeClr val="tx1"/>
              </a:solidFill>
              <a:cs typeface="Arial"/>
            </a:endParaRPr>
          </a:p>
          <a:p>
            <a:pPr marL="171450" indent="-171450">
              <a:buFont typeface="Arial" panose="020B0604020202020204" pitchFamily="34" charset="0"/>
              <a:buChar char="•"/>
            </a:pPr>
            <a:r>
              <a:rPr lang="en-US" sz="1400">
                <a:solidFill>
                  <a:schemeClr val="tx1"/>
                </a:solidFill>
              </a:rPr>
              <a:t>Gas CI chemical qualification</a:t>
            </a:r>
            <a:endParaRPr lang="en-US" sz="1400">
              <a:solidFill>
                <a:schemeClr val="tx1"/>
              </a:solidFill>
              <a:cs typeface="Arial"/>
            </a:endParaRPr>
          </a:p>
          <a:p>
            <a:pPr marL="171450" indent="-171450">
              <a:buFont typeface="Arial" panose="020B0604020202020204" pitchFamily="34" charset="0"/>
              <a:buChar char="•"/>
            </a:pPr>
            <a:r>
              <a:rPr lang="en-US" sz="1400">
                <a:solidFill>
                  <a:schemeClr val="tx1"/>
                </a:solidFill>
              </a:rPr>
              <a:t>Phase II biocide optimization for storage tanks</a:t>
            </a:r>
            <a:endParaRPr lang="en-US" sz="1400">
              <a:solidFill>
                <a:schemeClr val="tx1"/>
              </a:solidFill>
              <a:cs typeface="Arial"/>
            </a:endParaRPr>
          </a:p>
          <a:p>
            <a:endParaRPr lang="en-US" sz="1400" b="1">
              <a:solidFill>
                <a:srgbClr val="1FAAFF"/>
              </a:solidFill>
            </a:endParaRPr>
          </a:p>
          <a:p>
            <a:pPr algn="ctr"/>
            <a:r>
              <a:rPr lang="en-US" sz="1400" b="1">
                <a:solidFill>
                  <a:srgbClr val="1FAAFF"/>
                </a:solidFill>
              </a:rPr>
              <a:t>Corrosion lab visit in Pau and </a:t>
            </a:r>
            <a:br>
              <a:rPr lang="en-US" sz="1400" b="1">
                <a:solidFill>
                  <a:srgbClr val="1FAAFF"/>
                </a:solidFill>
              </a:rPr>
            </a:br>
            <a:r>
              <a:rPr lang="en-US" sz="1400" b="1">
                <a:solidFill>
                  <a:srgbClr val="1FAAFF"/>
                </a:solidFill>
              </a:rPr>
              <a:t>collaborative workshop achieved in Jun’25</a:t>
            </a:r>
          </a:p>
          <a:p>
            <a:endParaRPr lang="en-US" sz="1400" b="1">
              <a:solidFill>
                <a:srgbClr val="1FAAFF"/>
              </a:solidFill>
              <a:cs typeface="Arial"/>
            </a:endParaRPr>
          </a:p>
          <a:p>
            <a:pPr algn="ctr"/>
            <a:r>
              <a:rPr lang="en-US" sz="1400" b="1">
                <a:solidFill>
                  <a:srgbClr val="1FAAFF"/>
                </a:solidFill>
                <a:cs typeface="Arial"/>
              </a:rPr>
              <a:t>2 ADIPEC 2025 papers accepted</a:t>
            </a:r>
          </a:p>
        </p:txBody>
      </p:sp>
      <p:sp>
        <p:nvSpPr>
          <p:cNvPr id="22" name="Rectangle : coins arrondis 21">
            <a:extLst>
              <a:ext uri="{FF2B5EF4-FFF2-40B4-BE49-F238E27FC236}">
                <a16:creationId xmlns:a16="http://schemas.microsoft.com/office/drawing/2014/main" id="{7C3172AE-6F09-2B98-B03C-D16F4CF75286}"/>
              </a:ext>
            </a:extLst>
          </p:cNvPr>
          <p:cNvSpPr/>
          <p:nvPr/>
        </p:nvSpPr>
        <p:spPr>
          <a:xfrm>
            <a:off x="119742" y="1413759"/>
            <a:ext cx="3763325" cy="3795272"/>
          </a:xfrm>
          <a:prstGeom prst="roundRect">
            <a:avLst/>
          </a:prstGeom>
          <a:solidFill>
            <a:srgbClr val="D3EEFD"/>
          </a:solid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1FAAFF"/>
                </a:solidFill>
              </a:rPr>
              <a:t> Support to Lean Operation Model </a:t>
            </a:r>
            <a:br>
              <a:rPr lang="en-US" sz="1400" b="1">
                <a:solidFill>
                  <a:srgbClr val="1FAAFF"/>
                </a:solidFill>
              </a:rPr>
            </a:br>
            <a:r>
              <a:rPr lang="en-US" sz="1400" b="1">
                <a:solidFill>
                  <a:srgbClr val="1FAAFF"/>
                </a:solidFill>
              </a:rPr>
              <a:t>implementation in SQM</a:t>
            </a:r>
          </a:p>
          <a:p>
            <a:pPr algn="ctr"/>
            <a:endParaRPr lang="en-US" sz="1400" b="1">
              <a:solidFill>
                <a:srgbClr val="1FAAFF"/>
              </a:solidFill>
            </a:endParaRPr>
          </a:p>
          <a:p>
            <a:pPr marL="171450" indent="-171450">
              <a:buFont typeface="Arial" panose="020B0604020202020204" pitchFamily="34" charset="0"/>
              <a:buChar char="•"/>
            </a:pPr>
            <a:r>
              <a:rPr lang="en-US" sz="1400">
                <a:solidFill>
                  <a:schemeClr val="tx1"/>
                </a:solidFill>
              </a:rPr>
              <a:t>1 week workshop (29/09 to 03/10). Quick wins:</a:t>
            </a:r>
          </a:p>
          <a:p>
            <a:pPr marL="360000" lvl="1" indent="-171450">
              <a:buFont typeface="Arial" panose="020B0604020202020204" pitchFamily="34" charset="0"/>
              <a:buChar char="•"/>
            </a:pPr>
            <a:r>
              <a:rPr lang="en-US" sz="1400">
                <a:solidFill>
                  <a:schemeClr val="tx1"/>
                </a:solidFill>
              </a:rPr>
              <a:t>Reduced ratio of HSECEs ratio (50% to 15%)</a:t>
            </a:r>
          </a:p>
          <a:p>
            <a:pPr marL="360000" lvl="1" indent="-171450">
              <a:buFont typeface="Arial" panose="020B0604020202020204" pitchFamily="34" charset="0"/>
              <a:buChar char="•"/>
            </a:pPr>
            <a:r>
              <a:rPr lang="en-US" sz="1400">
                <a:solidFill>
                  <a:schemeClr val="tx1"/>
                </a:solidFill>
              </a:rPr>
              <a:t>Productivity improvement: 12 </a:t>
            </a:r>
            <a:r>
              <a:rPr lang="en-US" sz="1400" err="1">
                <a:solidFill>
                  <a:schemeClr val="tx1"/>
                </a:solidFill>
              </a:rPr>
              <a:t>hrs</a:t>
            </a:r>
            <a:r>
              <a:rPr lang="en-US" sz="1400">
                <a:solidFill>
                  <a:schemeClr val="tx1"/>
                </a:solidFill>
              </a:rPr>
              <a:t> shifts vs 8 </a:t>
            </a:r>
            <a:r>
              <a:rPr lang="en-US" sz="1400" err="1">
                <a:solidFill>
                  <a:schemeClr val="tx1"/>
                </a:solidFill>
              </a:rPr>
              <a:t>hrs</a:t>
            </a:r>
            <a:endParaRPr lang="en-US" sz="1400">
              <a:solidFill>
                <a:schemeClr val="tx1"/>
              </a:solidFill>
            </a:endParaRPr>
          </a:p>
          <a:p>
            <a:pPr marL="360000" lvl="1" indent="-171450">
              <a:buFont typeface="Arial" panose="020B0604020202020204" pitchFamily="34" charset="0"/>
              <a:buChar char="•"/>
            </a:pPr>
            <a:r>
              <a:rPr lang="en-US" sz="1400">
                <a:solidFill>
                  <a:schemeClr val="tx1"/>
                </a:solidFill>
              </a:rPr>
              <a:t>Operators rounds review</a:t>
            </a:r>
          </a:p>
          <a:p>
            <a:pPr marL="360000" lvl="1" indent="-171450">
              <a:buFont typeface="Arial" panose="020B0604020202020204" pitchFamily="34" charset="0"/>
              <a:buChar char="•"/>
            </a:pPr>
            <a:r>
              <a:rPr lang="en-US" sz="1400">
                <a:solidFill>
                  <a:schemeClr val="tx1"/>
                </a:solidFill>
              </a:rPr>
              <a:t>1</a:t>
            </a:r>
            <a:r>
              <a:rPr lang="en-US" sz="1400" baseline="30000">
                <a:solidFill>
                  <a:schemeClr val="tx1"/>
                </a:solidFill>
              </a:rPr>
              <a:t>st</a:t>
            </a:r>
            <a:r>
              <a:rPr lang="en-US" sz="1400">
                <a:solidFill>
                  <a:schemeClr val="tx1"/>
                </a:solidFill>
              </a:rPr>
              <a:t> line maintenance: multi-skilling operators</a:t>
            </a:r>
          </a:p>
          <a:p>
            <a:pPr marL="171450" indent="-171450">
              <a:buFont typeface="Arial" panose="020B0604020202020204" pitchFamily="34" charset="0"/>
              <a:buChar char="•"/>
            </a:pPr>
            <a:r>
              <a:rPr lang="en-US" sz="1400">
                <a:solidFill>
                  <a:schemeClr val="tx1"/>
                </a:solidFill>
              </a:rPr>
              <a:t>1 secondee: Integrated Operating planning</a:t>
            </a:r>
          </a:p>
          <a:p>
            <a:pPr marL="171450" indent="-171450">
              <a:buFont typeface="Arial" panose="020B0604020202020204" pitchFamily="34" charset="0"/>
              <a:buChar char="•"/>
            </a:pPr>
            <a:r>
              <a:rPr lang="en-US" sz="1400">
                <a:solidFill>
                  <a:schemeClr val="tx1"/>
                </a:solidFill>
              </a:rPr>
              <a:t>Additional secondees should be required to implement LOM</a:t>
            </a:r>
          </a:p>
        </p:txBody>
      </p:sp>
      <p:sp>
        <p:nvSpPr>
          <p:cNvPr id="5" name="Title 1">
            <a:extLst>
              <a:ext uri="{FF2B5EF4-FFF2-40B4-BE49-F238E27FC236}">
                <a16:creationId xmlns:a16="http://schemas.microsoft.com/office/drawing/2014/main" id="{3DF899FA-A087-73E7-C793-B97F16E019B1}"/>
              </a:ext>
            </a:extLst>
          </p:cNvPr>
          <p:cNvSpPr txBox="1">
            <a:spLocks/>
          </p:cNvSpPr>
          <p:nvPr/>
        </p:nvSpPr>
        <p:spPr>
          <a:xfrm>
            <a:off x="5279673" y="1109677"/>
            <a:ext cx="1787586" cy="360348"/>
          </a:xfrm>
          <a:prstGeom prst="rect">
            <a:avLst/>
          </a:prstGeom>
        </p:spPr>
        <p:txBody>
          <a:bodyPr vert="horz" lIns="0" tIns="0" rIns="0" bIns="0" rtlCol="0" anchor="ctr" anchorCtr="0">
            <a:noAutofit/>
          </a:bodyPr>
          <a:lstStyle>
            <a:lvl1pPr algn="l" defTabSz="906528" rtl="0" eaLnBrk="1" latinLnBrk="0" hangingPunct="1">
              <a:lnSpc>
                <a:spcPct val="80000"/>
              </a:lnSpc>
              <a:spcBef>
                <a:spcPct val="0"/>
              </a:spcBef>
              <a:buNone/>
              <a:defRPr sz="4400" b="1" kern="1200" cap="all" baseline="0">
                <a:solidFill>
                  <a:schemeClr val="tx2"/>
                </a:solidFill>
                <a:latin typeface="+mj-lt"/>
                <a:ea typeface="+mj-ea"/>
                <a:cs typeface="+mj-cs"/>
              </a:defRPr>
            </a:lvl1pPr>
          </a:lstStyle>
          <a:p>
            <a:pPr>
              <a:defRPr/>
            </a:pPr>
            <a:r>
              <a:rPr lang="en-US" sz="1400" kern="0" spc="50">
                <a:ln w="11430">
                  <a:noFill/>
                </a:ln>
                <a:solidFill>
                  <a:srgbClr val="1859A9"/>
                </a:solidFill>
                <a:effectLst>
                  <a:glow>
                    <a:prstClr val="white"/>
                  </a:glow>
                </a:effectLst>
                <a:latin typeface="Arial" panose="020B0604020202020204" pitchFamily="34" charset="0"/>
                <a:cs typeface="Arial" panose="020B0604020202020204" pitchFamily="34" charset="0"/>
              </a:rPr>
              <a:t>LOM – 7 Pillars</a:t>
            </a:r>
          </a:p>
        </p:txBody>
      </p:sp>
    </p:spTree>
    <p:extLst>
      <p:ext uri="{BB962C8B-B14F-4D97-AF65-F5344CB8AC3E}">
        <p14:creationId xmlns:p14="http://schemas.microsoft.com/office/powerpoint/2010/main" val="2879102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5B891-445B-4DF4-F6D6-87C1EDC5FF22}"/>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795B1D51-A6BA-8DBE-4A75-135DD5702B8A}"/>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5D2556E0-894A-C1F0-FCD7-3D9390ECDF34}"/>
              </a:ext>
            </a:extLst>
          </p:cNvPr>
          <p:cNvSpPr>
            <a:spLocks noGrp="1"/>
          </p:cNvSpPr>
          <p:nvPr>
            <p:ph type="sldNum" sz="quarter" idx="16"/>
          </p:nvPr>
        </p:nvSpPr>
        <p:spPr/>
        <p:txBody>
          <a:bodyPr/>
          <a:lstStyle/>
          <a:p>
            <a:fld id="{975A587B-5814-4D9B-9598-FE9CB954CB01}" type="slidenum">
              <a:rPr lang="en-US" noProof="0" smtClean="0"/>
              <a:pPr/>
              <a:t>15</a:t>
            </a:fld>
            <a:endParaRPr lang="en-US" noProof="0"/>
          </a:p>
        </p:txBody>
      </p:sp>
      <p:sp>
        <p:nvSpPr>
          <p:cNvPr id="16" name="Rectangle : coins arrondis 15">
            <a:extLst>
              <a:ext uri="{FF2B5EF4-FFF2-40B4-BE49-F238E27FC236}">
                <a16:creationId xmlns:a16="http://schemas.microsoft.com/office/drawing/2014/main" id="{69535C79-FB3F-63E4-772B-3BE9A0E57D53}"/>
              </a:ext>
            </a:extLst>
          </p:cNvPr>
          <p:cNvSpPr/>
          <p:nvPr/>
        </p:nvSpPr>
        <p:spPr>
          <a:xfrm>
            <a:off x="469879" y="5883349"/>
            <a:ext cx="11204670" cy="566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Planning subject to a dedicated organization</a:t>
            </a:r>
          </a:p>
        </p:txBody>
      </p:sp>
      <p:graphicFrame>
        <p:nvGraphicFramePr>
          <p:cNvPr id="6" name="Tableau 5">
            <a:extLst>
              <a:ext uri="{FF2B5EF4-FFF2-40B4-BE49-F238E27FC236}">
                <a16:creationId xmlns:a16="http://schemas.microsoft.com/office/drawing/2014/main" id="{8ED671CA-5875-8F15-8EF9-4FCA96BABDD5}"/>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7" name="Rectangle 6">
            <a:extLst>
              <a:ext uri="{FF2B5EF4-FFF2-40B4-BE49-F238E27FC236}">
                <a16:creationId xmlns:a16="http://schemas.microsoft.com/office/drawing/2014/main" id="{952516F6-0448-AAE7-7B95-1993F77388EF}"/>
              </a:ext>
            </a:extLst>
          </p:cNvPr>
          <p:cNvSpPr/>
          <p:nvPr/>
        </p:nvSpPr>
        <p:spPr>
          <a:xfrm>
            <a:off x="3513762" y="0"/>
            <a:ext cx="1273995"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a:solidFill>
                <a:srgbClr val="1FAAFF"/>
              </a:solidFill>
              <a:latin typeface="Aptos (Body)"/>
            </a:endParaRPr>
          </a:p>
          <a:p>
            <a:pPr algn="ctr" fontAlgn="ctr"/>
            <a:endParaRPr lang="en-US" sz="1600" b="1">
              <a:solidFill>
                <a:srgbClr val="1FAAFF"/>
              </a:solidFill>
              <a:latin typeface="Aptos (Body)"/>
            </a:endParaRPr>
          </a:p>
          <a:p>
            <a:pPr algn="ctr" fontAlgn="ctr"/>
            <a:r>
              <a:rPr lang="en-US" sz="1600" b="1">
                <a:solidFill>
                  <a:srgbClr val="1FAAFF"/>
                </a:solidFill>
                <a:latin typeface="Aptos (Body)"/>
              </a:rPr>
              <a:t>Integrity  &amp;</a:t>
            </a:r>
            <a:br>
              <a:rPr lang="en-US" sz="1600" b="1">
                <a:solidFill>
                  <a:srgbClr val="1FAAFF"/>
                </a:solidFill>
                <a:latin typeface="Aptos (Body)"/>
              </a:rPr>
            </a:br>
            <a:r>
              <a:rPr lang="en-US" sz="1600" b="1">
                <a:solidFill>
                  <a:srgbClr val="1FAAFF"/>
                </a:solidFill>
                <a:latin typeface="Aptos (Body)"/>
              </a:rPr>
              <a:t>Operations</a:t>
            </a:r>
          </a:p>
          <a:p>
            <a:pPr algn="ctr" fontAlgn="ctr"/>
            <a:endParaRPr lang="en-US" sz="1600" u="none" strike="noStrike">
              <a:solidFill>
                <a:schemeClr val="tx1"/>
              </a:solidFill>
              <a:effectLst/>
              <a:latin typeface="Aptos (Body)"/>
            </a:endParaRPr>
          </a:p>
        </p:txBody>
      </p:sp>
      <p:pic>
        <p:nvPicPr>
          <p:cNvPr id="15" name="Image 14">
            <a:extLst>
              <a:ext uri="{FF2B5EF4-FFF2-40B4-BE49-F238E27FC236}">
                <a16:creationId xmlns:a16="http://schemas.microsoft.com/office/drawing/2014/main" id="{D1B01088-96DD-D632-50CB-D0289B40D892}"/>
              </a:ext>
            </a:extLst>
          </p:cNvPr>
          <p:cNvPicPr>
            <a:picLocks noChangeAspect="1"/>
          </p:cNvPicPr>
          <p:nvPr/>
        </p:nvPicPr>
        <p:blipFill>
          <a:blip r:embed="rId62"/>
          <a:stretch>
            <a:fillRect/>
          </a:stretch>
        </p:blipFill>
        <p:spPr>
          <a:xfrm>
            <a:off x="3748443" y="-256850"/>
            <a:ext cx="807760" cy="807760"/>
          </a:xfrm>
          <a:prstGeom prst="rect">
            <a:avLst/>
          </a:prstGeom>
        </p:spPr>
      </p:pic>
      <p:sp>
        <p:nvSpPr>
          <p:cNvPr id="71" name="OTLSHAPE_SL_79f05e8de72e4cc385fce875fa65517f_BackgroundRectangle">
            <a:extLst>
              <a:ext uri="{FF2B5EF4-FFF2-40B4-BE49-F238E27FC236}">
                <a16:creationId xmlns:a16="http://schemas.microsoft.com/office/drawing/2014/main" id="{CCC56E5F-860B-F50F-6FD8-E8B47CD5C1C4}"/>
              </a:ext>
            </a:extLst>
          </p:cNvPr>
          <p:cNvSpPr/>
          <p:nvPr>
            <p:custDataLst>
              <p:tags r:id="rId1"/>
            </p:custDataLst>
          </p:nvPr>
        </p:nvSpPr>
        <p:spPr>
          <a:xfrm>
            <a:off x="1475298" y="1803802"/>
            <a:ext cx="6736016" cy="895835"/>
          </a:xfrm>
          <a:prstGeom prst="rect">
            <a:avLst/>
          </a:prstGeom>
          <a:solidFill>
            <a:srgbClr val="5B9BD5">
              <a:alpha val="14902"/>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2" name="OTLSHAPE_SL_207dd3271e3446038430a776476543e7_BackgroundRectangle">
            <a:extLst>
              <a:ext uri="{FF2B5EF4-FFF2-40B4-BE49-F238E27FC236}">
                <a16:creationId xmlns:a16="http://schemas.microsoft.com/office/drawing/2014/main" id="{8CC31D37-1982-0CAE-B276-CF79F35186BE}"/>
              </a:ext>
            </a:extLst>
          </p:cNvPr>
          <p:cNvSpPr/>
          <p:nvPr>
            <p:custDataLst>
              <p:tags r:id="rId2"/>
            </p:custDataLst>
          </p:nvPr>
        </p:nvSpPr>
        <p:spPr>
          <a:xfrm>
            <a:off x="1475296" y="3099217"/>
            <a:ext cx="6736015" cy="869351"/>
          </a:xfrm>
          <a:prstGeom prst="rect">
            <a:avLst/>
          </a:prstGeom>
          <a:solidFill>
            <a:srgbClr val="FFC000">
              <a:alpha val="14902"/>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3" name="OTLSHAPE_SL_8911bceb679441adb3756a794b682f31_BackgroundRectangle">
            <a:extLst>
              <a:ext uri="{FF2B5EF4-FFF2-40B4-BE49-F238E27FC236}">
                <a16:creationId xmlns:a16="http://schemas.microsoft.com/office/drawing/2014/main" id="{3B3A4426-18F0-9521-3F1D-E0DDB60BA086}"/>
              </a:ext>
            </a:extLst>
          </p:cNvPr>
          <p:cNvSpPr/>
          <p:nvPr>
            <p:custDataLst>
              <p:tags r:id="rId3"/>
            </p:custDataLst>
          </p:nvPr>
        </p:nvSpPr>
        <p:spPr>
          <a:xfrm>
            <a:off x="1482547" y="4047906"/>
            <a:ext cx="6722405" cy="941578"/>
          </a:xfrm>
          <a:prstGeom prst="rect">
            <a:avLst/>
          </a:prstGeom>
          <a:solidFill>
            <a:srgbClr val="92D050">
              <a:alpha val="14902"/>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4" name="OTLSHAPE_SL_9eb76584bb32452eac07fb2637baea1a_BackgroundRectangle">
            <a:extLst>
              <a:ext uri="{FF2B5EF4-FFF2-40B4-BE49-F238E27FC236}">
                <a16:creationId xmlns:a16="http://schemas.microsoft.com/office/drawing/2014/main" id="{EF3D224E-4399-46BD-B588-82A5DA5034F4}"/>
              </a:ext>
            </a:extLst>
          </p:cNvPr>
          <p:cNvSpPr/>
          <p:nvPr>
            <p:custDataLst>
              <p:tags r:id="rId4"/>
            </p:custDataLst>
          </p:nvPr>
        </p:nvSpPr>
        <p:spPr>
          <a:xfrm>
            <a:off x="1475297" y="5082963"/>
            <a:ext cx="6729655" cy="552450"/>
          </a:xfrm>
          <a:prstGeom prst="rect">
            <a:avLst/>
          </a:prstGeom>
          <a:solidFill>
            <a:srgbClr val="7030A0">
              <a:alpha val="14902"/>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5" name="OTLSHAPE_TB_00000000000000000000000000000000_ScaleContainer">
            <a:extLst>
              <a:ext uri="{FF2B5EF4-FFF2-40B4-BE49-F238E27FC236}">
                <a16:creationId xmlns:a16="http://schemas.microsoft.com/office/drawing/2014/main" id="{576D7AFC-461E-D618-CF15-EEECB8C34DE2}"/>
              </a:ext>
            </a:extLst>
          </p:cNvPr>
          <p:cNvSpPr/>
          <p:nvPr>
            <p:custDataLst>
              <p:tags r:id="rId5"/>
            </p:custDataLst>
          </p:nvPr>
        </p:nvSpPr>
        <p:spPr>
          <a:xfrm>
            <a:off x="2405573" y="1460903"/>
            <a:ext cx="5805741" cy="167387"/>
          </a:xfrm>
          <a:prstGeom prst="roundRect">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6" name="OTLSHAPE_SL_79f05e8de72e4cc385fce875fa65517f_HeaderRectangle">
            <a:extLst>
              <a:ext uri="{FF2B5EF4-FFF2-40B4-BE49-F238E27FC236}">
                <a16:creationId xmlns:a16="http://schemas.microsoft.com/office/drawing/2014/main" id="{9D8293C0-40F1-41FE-F253-850C1BFB32B6}"/>
              </a:ext>
            </a:extLst>
          </p:cNvPr>
          <p:cNvSpPr/>
          <p:nvPr>
            <p:custDataLst>
              <p:tags r:id="rId6"/>
            </p:custDataLst>
          </p:nvPr>
        </p:nvSpPr>
        <p:spPr>
          <a:xfrm>
            <a:off x="1475298" y="1803803"/>
            <a:ext cx="676275" cy="904801"/>
          </a:xfrm>
          <a:prstGeom prst="rect">
            <a:avLst/>
          </a:prstGeom>
          <a:solidFill>
            <a:srgbClr val="5B9BD5">
              <a:alpha val="49804"/>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7" name="OTLSHAPE_SL_207dd3271e3446038430a776476543e7_HeaderRectangle">
            <a:extLst>
              <a:ext uri="{FF2B5EF4-FFF2-40B4-BE49-F238E27FC236}">
                <a16:creationId xmlns:a16="http://schemas.microsoft.com/office/drawing/2014/main" id="{F7ACEAED-11F1-3C6E-14F8-FF63E3E3CA77}"/>
              </a:ext>
            </a:extLst>
          </p:cNvPr>
          <p:cNvSpPr/>
          <p:nvPr>
            <p:custDataLst>
              <p:tags r:id="rId7"/>
            </p:custDataLst>
          </p:nvPr>
        </p:nvSpPr>
        <p:spPr>
          <a:xfrm>
            <a:off x="1475298" y="3099218"/>
            <a:ext cx="676275" cy="869350"/>
          </a:xfrm>
          <a:prstGeom prst="rect">
            <a:avLst/>
          </a:prstGeom>
          <a:solidFill>
            <a:srgbClr val="FFC000">
              <a:alpha val="49804"/>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8" name="OTLSHAPE_SL_8911bceb679441adb3756a794b682f31_HeaderRectangle">
            <a:extLst>
              <a:ext uri="{FF2B5EF4-FFF2-40B4-BE49-F238E27FC236}">
                <a16:creationId xmlns:a16="http://schemas.microsoft.com/office/drawing/2014/main" id="{D5E91500-ECF8-D68B-9EF0-167422BA1EB0}"/>
              </a:ext>
            </a:extLst>
          </p:cNvPr>
          <p:cNvSpPr/>
          <p:nvPr>
            <p:custDataLst>
              <p:tags r:id="rId8"/>
            </p:custDataLst>
          </p:nvPr>
        </p:nvSpPr>
        <p:spPr>
          <a:xfrm>
            <a:off x="1482548" y="4047906"/>
            <a:ext cx="676275" cy="941578"/>
          </a:xfrm>
          <a:prstGeom prst="rect">
            <a:avLst/>
          </a:prstGeom>
          <a:solidFill>
            <a:srgbClr val="70AD47">
              <a:alpha val="49804"/>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9" name="OTLSHAPE_SL_9eb76584bb32452eac07fb2637baea1a_HeaderRectangle">
            <a:extLst>
              <a:ext uri="{FF2B5EF4-FFF2-40B4-BE49-F238E27FC236}">
                <a16:creationId xmlns:a16="http://schemas.microsoft.com/office/drawing/2014/main" id="{CB0261F3-9F77-B7B0-EAE5-9D8774EB0427}"/>
              </a:ext>
            </a:extLst>
          </p:cNvPr>
          <p:cNvSpPr/>
          <p:nvPr>
            <p:custDataLst>
              <p:tags r:id="rId9"/>
            </p:custDataLst>
          </p:nvPr>
        </p:nvSpPr>
        <p:spPr>
          <a:xfrm>
            <a:off x="1475298" y="5082963"/>
            <a:ext cx="701482" cy="552450"/>
          </a:xfrm>
          <a:prstGeom prst="rect">
            <a:avLst/>
          </a:prstGeom>
          <a:solidFill>
            <a:srgbClr val="7030A0">
              <a:alpha val="49804"/>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OTLSHAPE_SLT_cbc6053273674742982e85d542978064_Shape">
            <a:extLst>
              <a:ext uri="{FF2B5EF4-FFF2-40B4-BE49-F238E27FC236}">
                <a16:creationId xmlns:a16="http://schemas.microsoft.com/office/drawing/2014/main" id="{3E098E27-0E8B-7081-8BC7-997A2FC53E1F}"/>
              </a:ext>
            </a:extLst>
          </p:cNvPr>
          <p:cNvSpPr/>
          <p:nvPr>
            <p:custDataLst>
              <p:tags r:id="rId10"/>
            </p:custDataLst>
          </p:nvPr>
        </p:nvSpPr>
        <p:spPr>
          <a:xfrm>
            <a:off x="2399223" y="1832379"/>
            <a:ext cx="1152525" cy="127889"/>
          </a:xfrm>
          <a:prstGeom prst="roundRect">
            <a:avLst/>
          </a:prstGeom>
          <a:solidFill>
            <a:srgbClr val="529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1" name="OTLSHAPE_SLT_2ff5b8e034b64a828622147da9a2f6b2_Shape">
            <a:extLst>
              <a:ext uri="{FF2B5EF4-FFF2-40B4-BE49-F238E27FC236}">
                <a16:creationId xmlns:a16="http://schemas.microsoft.com/office/drawing/2014/main" id="{559CA2AC-0967-7E7F-2355-B537776C8C0B}"/>
              </a:ext>
            </a:extLst>
          </p:cNvPr>
          <p:cNvSpPr/>
          <p:nvPr>
            <p:custDataLst>
              <p:tags r:id="rId11"/>
            </p:custDataLst>
          </p:nvPr>
        </p:nvSpPr>
        <p:spPr>
          <a:xfrm>
            <a:off x="3076145" y="2148037"/>
            <a:ext cx="1609725" cy="127889"/>
          </a:xfrm>
          <a:prstGeom prst="roundRect">
            <a:avLst/>
          </a:prstGeom>
          <a:solidFill>
            <a:srgbClr val="529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2" name="OTLSHAPE_SL_79f05e8de72e4cc385fce875fa65517f_Header">
            <a:extLst>
              <a:ext uri="{FF2B5EF4-FFF2-40B4-BE49-F238E27FC236}">
                <a16:creationId xmlns:a16="http://schemas.microsoft.com/office/drawing/2014/main" id="{C460D348-CC20-5CCC-0A87-FB19A7AF1340}"/>
              </a:ext>
            </a:extLst>
          </p:cNvPr>
          <p:cNvSpPr txBox="1"/>
          <p:nvPr>
            <p:custDataLst>
              <p:tags r:id="rId12"/>
            </p:custDataLst>
          </p:nvPr>
        </p:nvSpPr>
        <p:spPr>
          <a:xfrm>
            <a:off x="1475298" y="2211981"/>
            <a:ext cx="676275" cy="107982"/>
          </a:xfrm>
          <a:prstGeom prst="rect">
            <a:avLst/>
          </a:prstGeom>
          <a:noFill/>
        </p:spPr>
        <p:txBody>
          <a:bodyPr vert="horz" wrap="square" lIns="0" tIns="0" rIns="0" bIns="0" rtlCol="0" anchor="ctr" anchorCtr="0">
            <a:noAutofit/>
          </a:bodyPr>
          <a:lstStyle/>
          <a:p>
            <a:pPr algn="ctr" defTabSz="685800">
              <a:defRPr/>
            </a:pPr>
            <a:r>
              <a:rPr lang="en-US" sz="900">
                <a:solidFill>
                  <a:srgbClr val="203864"/>
                </a:solidFill>
                <a:latin typeface="Franklin Gothic Medium" panose="020B0603020102020204" pitchFamily="34" charset="0"/>
              </a:rPr>
              <a:t>Maintenance</a:t>
            </a:r>
          </a:p>
        </p:txBody>
      </p:sp>
      <p:sp>
        <p:nvSpPr>
          <p:cNvPr id="83" name="OTLSHAPE_SL_207dd3271e3446038430a776476543e7_Header">
            <a:extLst>
              <a:ext uri="{FF2B5EF4-FFF2-40B4-BE49-F238E27FC236}">
                <a16:creationId xmlns:a16="http://schemas.microsoft.com/office/drawing/2014/main" id="{995604A1-E843-C12B-8F40-43BA18D12704}"/>
              </a:ext>
            </a:extLst>
          </p:cNvPr>
          <p:cNvSpPr txBox="1"/>
          <p:nvPr>
            <p:custDataLst>
              <p:tags r:id="rId13"/>
            </p:custDataLst>
          </p:nvPr>
        </p:nvSpPr>
        <p:spPr>
          <a:xfrm>
            <a:off x="1475298" y="3435363"/>
            <a:ext cx="676275" cy="107982"/>
          </a:xfrm>
          <a:prstGeom prst="rect">
            <a:avLst/>
          </a:prstGeom>
          <a:noFill/>
        </p:spPr>
        <p:txBody>
          <a:bodyPr vert="horz" wrap="square" lIns="0" tIns="0" rIns="0" bIns="0" rtlCol="0" anchor="ctr" anchorCtr="0">
            <a:noAutofit/>
          </a:bodyPr>
          <a:lstStyle/>
          <a:p>
            <a:pPr algn="ctr" defTabSz="685800">
              <a:defRPr/>
            </a:pPr>
            <a:r>
              <a:rPr lang="fr-FR" sz="900">
                <a:solidFill>
                  <a:srgbClr val="765A00"/>
                </a:solidFill>
                <a:latin typeface="Franklin Gothic Medium" panose="020B0603020102020204" pitchFamily="34" charset="0"/>
              </a:rPr>
              <a:t>O</a:t>
            </a:r>
            <a:r>
              <a:rPr lang="en-US" sz="900">
                <a:solidFill>
                  <a:srgbClr val="765A00"/>
                </a:solidFill>
                <a:latin typeface="Franklin Gothic Medium" panose="020B0603020102020204" pitchFamily="34" charset="0"/>
              </a:rPr>
              <a:t>perations</a:t>
            </a:r>
          </a:p>
        </p:txBody>
      </p:sp>
      <p:sp>
        <p:nvSpPr>
          <p:cNvPr id="84" name="OTLSHAPE_SL_8911bceb679441adb3756a794b682f31_Header">
            <a:extLst>
              <a:ext uri="{FF2B5EF4-FFF2-40B4-BE49-F238E27FC236}">
                <a16:creationId xmlns:a16="http://schemas.microsoft.com/office/drawing/2014/main" id="{5C1C8143-FB3B-1494-4109-78E151A5C2F3}"/>
              </a:ext>
            </a:extLst>
          </p:cNvPr>
          <p:cNvSpPr txBox="1"/>
          <p:nvPr>
            <p:custDataLst>
              <p:tags r:id="rId14"/>
            </p:custDataLst>
          </p:nvPr>
        </p:nvSpPr>
        <p:spPr>
          <a:xfrm>
            <a:off x="1482548" y="4464704"/>
            <a:ext cx="676275" cy="107982"/>
          </a:xfrm>
          <a:prstGeom prst="rect">
            <a:avLst/>
          </a:prstGeom>
          <a:noFill/>
        </p:spPr>
        <p:txBody>
          <a:bodyPr vert="horz" wrap="square" lIns="0" tIns="0" rIns="0" bIns="0" rtlCol="0" anchor="ctr" anchorCtr="0">
            <a:noAutofit/>
          </a:bodyPr>
          <a:lstStyle/>
          <a:p>
            <a:pPr algn="ctr" defTabSz="685800">
              <a:defRPr/>
            </a:pPr>
            <a:r>
              <a:rPr lang="en-US" sz="900">
                <a:solidFill>
                  <a:srgbClr val="276700"/>
                </a:solidFill>
                <a:latin typeface="Franklin Gothic Medium" panose="020B0603020102020204" pitchFamily="34" charset="0"/>
              </a:rPr>
              <a:t>Chemical</a:t>
            </a:r>
          </a:p>
        </p:txBody>
      </p:sp>
      <p:sp>
        <p:nvSpPr>
          <p:cNvPr id="85" name="OTLSHAPE_SL_9eb76584bb32452eac07fb2637baea1a_Header">
            <a:extLst>
              <a:ext uri="{FF2B5EF4-FFF2-40B4-BE49-F238E27FC236}">
                <a16:creationId xmlns:a16="http://schemas.microsoft.com/office/drawing/2014/main" id="{B0411804-F5FF-5689-A253-0CB31254FB93}"/>
              </a:ext>
            </a:extLst>
          </p:cNvPr>
          <p:cNvSpPr txBox="1"/>
          <p:nvPr>
            <p:custDataLst>
              <p:tags r:id="rId15"/>
            </p:custDataLst>
          </p:nvPr>
        </p:nvSpPr>
        <p:spPr>
          <a:xfrm>
            <a:off x="1475298" y="5305198"/>
            <a:ext cx="701482" cy="107982"/>
          </a:xfrm>
          <a:prstGeom prst="rect">
            <a:avLst/>
          </a:prstGeom>
          <a:noFill/>
        </p:spPr>
        <p:txBody>
          <a:bodyPr vert="horz" wrap="square" lIns="0" tIns="0" rIns="0" bIns="0" rtlCol="0" anchor="ctr" anchorCtr="0">
            <a:noAutofit/>
          </a:bodyPr>
          <a:lstStyle/>
          <a:p>
            <a:pPr algn="ctr" defTabSz="685800">
              <a:defRPr/>
            </a:pPr>
            <a:r>
              <a:rPr lang="en-US" sz="900">
                <a:solidFill>
                  <a:prstClr val="black"/>
                </a:solidFill>
                <a:latin typeface="Franklin Gothic Medium" panose="020B0603020102020204" pitchFamily="34" charset="0"/>
              </a:rPr>
              <a:t>Digital</a:t>
            </a:r>
          </a:p>
        </p:txBody>
      </p:sp>
      <p:sp>
        <p:nvSpPr>
          <p:cNvPr id="86" name="OTLSHAPE_TB_00000000000000000000000000000000_TimescaleInterval1">
            <a:extLst>
              <a:ext uri="{FF2B5EF4-FFF2-40B4-BE49-F238E27FC236}">
                <a16:creationId xmlns:a16="http://schemas.microsoft.com/office/drawing/2014/main" id="{736A3190-814C-52AF-9819-CBED8D3DC8F3}"/>
              </a:ext>
            </a:extLst>
          </p:cNvPr>
          <p:cNvSpPr txBox="1"/>
          <p:nvPr>
            <p:custDataLst>
              <p:tags r:id="rId16"/>
            </p:custDataLst>
          </p:nvPr>
        </p:nvSpPr>
        <p:spPr>
          <a:xfrm>
            <a:off x="2649901" y="1486383"/>
            <a:ext cx="152687" cy="139541"/>
          </a:xfrm>
          <a:prstGeom prst="rect">
            <a:avLst/>
          </a:prstGeom>
          <a:noFill/>
        </p:spPr>
        <p:txBody>
          <a:bodyPr vert="horz" wrap="none" lIns="0" tIns="0" rIns="0" bIns="0" rtlCol="0" anchor="ctr" anchorCtr="0">
            <a:noAutofit/>
          </a:bodyPr>
          <a:lstStyle/>
          <a:p>
            <a:pPr defTabSz="685800">
              <a:defRPr/>
            </a:pPr>
            <a:r>
              <a:rPr lang="en-US" sz="1050" spc="-15">
                <a:solidFill>
                  <a:prstClr val="white"/>
                </a:solidFill>
                <a:latin typeface="Calibri" panose="020F0502020204030204" pitchFamily="34" charset="0"/>
              </a:rPr>
              <a:t>Q1</a:t>
            </a:r>
          </a:p>
        </p:txBody>
      </p:sp>
      <p:sp>
        <p:nvSpPr>
          <p:cNvPr id="87" name="OTLSHAPE_TB_00000000000000000000000000000000_TimescaleInterval2">
            <a:extLst>
              <a:ext uri="{FF2B5EF4-FFF2-40B4-BE49-F238E27FC236}">
                <a16:creationId xmlns:a16="http://schemas.microsoft.com/office/drawing/2014/main" id="{73724D4C-AC5F-6F19-6B85-B15E01425EA1}"/>
              </a:ext>
            </a:extLst>
          </p:cNvPr>
          <p:cNvSpPr txBox="1"/>
          <p:nvPr>
            <p:custDataLst>
              <p:tags r:id="rId17"/>
            </p:custDataLst>
          </p:nvPr>
        </p:nvSpPr>
        <p:spPr>
          <a:xfrm>
            <a:off x="3301367" y="1486383"/>
            <a:ext cx="169037" cy="139541"/>
          </a:xfrm>
          <a:prstGeom prst="rect">
            <a:avLst/>
          </a:prstGeom>
          <a:noFill/>
        </p:spPr>
        <p:txBody>
          <a:bodyPr vert="horz" wrap="none" lIns="0" tIns="0" rIns="0" bIns="0" rtlCol="0" anchor="ctr" anchorCtr="0">
            <a:noAutofit/>
          </a:bodyPr>
          <a:lstStyle/>
          <a:p>
            <a:pPr defTabSz="685800">
              <a:defRPr/>
            </a:pPr>
            <a:r>
              <a:rPr lang="en-US" sz="1050" spc="-14">
                <a:solidFill>
                  <a:prstClr val="white"/>
                </a:solidFill>
                <a:latin typeface="Calibri" panose="020F0502020204030204" pitchFamily="34" charset="0"/>
              </a:rPr>
              <a:t>Q2</a:t>
            </a:r>
          </a:p>
        </p:txBody>
      </p:sp>
      <p:sp>
        <p:nvSpPr>
          <p:cNvPr id="88" name="OTLSHAPE_TB_00000000000000000000000000000000_TimescaleInterval3">
            <a:extLst>
              <a:ext uri="{FF2B5EF4-FFF2-40B4-BE49-F238E27FC236}">
                <a16:creationId xmlns:a16="http://schemas.microsoft.com/office/drawing/2014/main" id="{5B8A0841-A601-8992-E858-D115509B269D}"/>
              </a:ext>
            </a:extLst>
          </p:cNvPr>
          <p:cNvSpPr txBox="1"/>
          <p:nvPr>
            <p:custDataLst>
              <p:tags r:id="rId18"/>
            </p:custDataLst>
          </p:nvPr>
        </p:nvSpPr>
        <p:spPr>
          <a:xfrm>
            <a:off x="3910803" y="1486383"/>
            <a:ext cx="193563" cy="139541"/>
          </a:xfrm>
          <a:prstGeom prst="rect">
            <a:avLst/>
          </a:prstGeom>
          <a:noFill/>
        </p:spPr>
        <p:txBody>
          <a:bodyPr vert="horz" wrap="none" lIns="0" tIns="0" rIns="0" bIns="0" rtlCol="0" anchor="ctr" anchorCtr="0">
            <a:noAutofit/>
          </a:bodyPr>
          <a:lstStyle/>
          <a:p>
            <a:pPr defTabSz="685800">
              <a:defRPr/>
            </a:pPr>
            <a:r>
              <a:rPr lang="en-US" sz="1050" spc="-14">
                <a:solidFill>
                  <a:prstClr val="white"/>
                </a:solidFill>
                <a:latin typeface="Calibri" panose="020F0502020204030204" pitchFamily="34" charset="0"/>
              </a:rPr>
              <a:t>Q3</a:t>
            </a:r>
          </a:p>
        </p:txBody>
      </p:sp>
      <p:sp>
        <p:nvSpPr>
          <p:cNvPr id="89" name="OTLSHAPE_TB_00000000000000000000000000000000_TimescaleInterval4">
            <a:extLst>
              <a:ext uri="{FF2B5EF4-FFF2-40B4-BE49-F238E27FC236}">
                <a16:creationId xmlns:a16="http://schemas.microsoft.com/office/drawing/2014/main" id="{9DA91396-9B3F-E44C-E179-ADB19E1F90C5}"/>
              </a:ext>
            </a:extLst>
          </p:cNvPr>
          <p:cNvSpPr txBox="1"/>
          <p:nvPr>
            <p:custDataLst>
              <p:tags r:id="rId19"/>
            </p:custDataLst>
          </p:nvPr>
        </p:nvSpPr>
        <p:spPr>
          <a:xfrm>
            <a:off x="4562269" y="1486383"/>
            <a:ext cx="167114" cy="139541"/>
          </a:xfrm>
          <a:prstGeom prst="rect">
            <a:avLst/>
          </a:prstGeom>
          <a:noFill/>
        </p:spPr>
        <p:txBody>
          <a:bodyPr vert="horz" wrap="none" lIns="0" tIns="0" rIns="0" bIns="0" rtlCol="0" anchor="ctr" anchorCtr="0">
            <a:noAutofit/>
          </a:bodyPr>
          <a:lstStyle/>
          <a:p>
            <a:pPr defTabSz="685800">
              <a:defRPr/>
            </a:pPr>
            <a:r>
              <a:rPr lang="en-US" sz="1050" spc="-14">
                <a:solidFill>
                  <a:prstClr val="white"/>
                </a:solidFill>
                <a:latin typeface="Calibri" panose="020F0502020204030204" pitchFamily="34" charset="0"/>
              </a:rPr>
              <a:t>Q4</a:t>
            </a:r>
          </a:p>
        </p:txBody>
      </p:sp>
      <p:sp>
        <p:nvSpPr>
          <p:cNvPr id="90" name="OTLSHAPE_TB_00000000000000000000000000000000_TimescaleInterval5">
            <a:extLst>
              <a:ext uri="{FF2B5EF4-FFF2-40B4-BE49-F238E27FC236}">
                <a16:creationId xmlns:a16="http://schemas.microsoft.com/office/drawing/2014/main" id="{CBC9EEF8-4C55-4212-8E95-856ACDF33446}"/>
              </a:ext>
            </a:extLst>
          </p:cNvPr>
          <p:cNvSpPr txBox="1"/>
          <p:nvPr>
            <p:custDataLst>
              <p:tags r:id="rId20"/>
            </p:custDataLst>
          </p:nvPr>
        </p:nvSpPr>
        <p:spPr>
          <a:xfrm>
            <a:off x="5192720" y="1486383"/>
            <a:ext cx="203421" cy="139541"/>
          </a:xfrm>
          <a:prstGeom prst="rect">
            <a:avLst/>
          </a:prstGeom>
          <a:noFill/>
        </p:spPr>
        <p:txBody>
          <a:bodyPr vert="horz" wrap="none" lIns="0" tIns="0" rIns="0" bIns="0" rtlCol="0" anchor="ctr" anchorCtr="0">
            <a:noAutofit/>
          </a:bodyPr>
          <a:lstStyle/>
          <a:p>
            <a:pPr defTabSz="685800">
              <a:defRPr/>
            </a:pPr>
            <a:r>
              <a:rPr lang="en-US" sz="1050" spc="-14">
                <a:solidFill>
                  <a:prstClr val="white"/>
                </a:solidFill>
                <a:latin typeface="Calibri" panose="020F0502020204030204" pitchFamily="34" charset="0"/>
              </a:rPr>
              <a:t>Q5</a:t>
            </a:r>
          </a:p>
        </p:txBody>
      </p:sp>
      <p:sp>
        <p:nvSpPr>
          <p:cNvPr id="91" name="OTLSHAPE_TB_00000000000000000000000000000000_TimescaleInterval6">
            <a:extLst>
              <a:ext uri="{FF2B5EF4-FFF2-40B4-BE49-F238E27FC236}">
                <a16:creationId xmlns:a16="http://schemas.microsoft.com/office/drawing/2014/main" id="{A415293D-B56D-B65E-0E8F-19D5D746F734}"/>
              </a:ext>
            </a:extLst>
          </p:cNvPr>
          <p:cNvSpPr txBox="1"/>
          <p:nvPr>
            <p:custDataLst>
              <p:tags r:id="rId21"/>
            </p:custDataLst>
          </p:nvPr>
        </p:nvSpPr>
        <p:spPr>
          <a:xfrm>
            <a:off x="5844185" y="1486383"/>
            <a:ext cx="157496" cy="139541"/>
          </a:xfrm>
          <a:prstGeom prst="rect">
            <a:avLst/>
          </a:prstGeom>
          <a:noFill/>
        </p:spPr>
        <p:txBody>
          <a:bodyPr vert="horz" wrap="none" lIns="0" tIns="0" rIns="0" bIns="0" rtlCol="0" anchor="ctr" anchorCtr="0">
            <a:noAutofit/>
          </a:bodyPr>
          <a:lstStyle/>
          <a:p>
            <a:pPr defTabSz="685800">
              <a:defRPr/>
            </a:pPr>
            <a:r>
              <a:rPr lang="en-US" sz="1050" spc="-14">
                <a:solidFill>
                  <a:prstClr val="white"/>
                </a:solidFill>
                <a:latin typeface="Calibri" panose="020F0502020204030204" pitchFamily="34" charset="0"/>
              </a:rPr>
              <a:t>Q6</a:t>
            </a:r>
          </a:p>
        </p:txBody>
      </p:sp>
      <p:sp>
        <p:nvSpPr>
          <p:cNvPr id="92" name="OTLSHAPE_TB_00000000000000000000000000000000_TimescaleInterval7">
            <a:extLst>
              <a:ext uri="{FF2B5EF4-FFF2-40B4-BE49-F238E27FC236}">
                <a16:creationId xmlns:a16="http://schemas.microsoft.com/office/drawing/2014/main" id="{F265A381-B000-7C61-A5DC-7EEDCD1C99B3}"/>
              </a:ext>
            </a:extLst>
          </p:cNvPr>
          <p:cNvSpPr txBox="1"/>
          <p:nvPr>
            <p:custDataLst>
              <p:tags r:id="rId22"/>
            </p:custDataLst>
          </p:nvPr>
        </p:nvSpPr>
        <p:spPr>
          <a:xfrm>
            <a:off x="6474637" y="1486383"/>
            <a:ext cx="118639" cy="139541"/>
          </a:xfrm>
          <a:prstGeom prst="rect">
            <a:avLst/>
          </a:prstGeom>
          <a:noFill/>
        </p:spPr>
        <p:txBody>
          <a:bodyPr vert="horz" wrap="none" lIns="0" tIns="0" rIns="0" bIns="0" rtlCol="0" anchor="ctr" anchorCtr="0">
            <a:noAutofit/>
          </a:bodyPr>
          <a:lstStyle/>
          <a:p>
            <a:pPr defTabSz="685800">
              <a:defRPr/>
            </a:pPr>
            <a:r>
              <a:rPr lang="en-US" sz="1050" spc="-15">
                <a:solidFill>
                  <a:prstClr val="white"/>
                </a:solidFill>
                <a:latin typeface="Calibri" panose="020F0502020204030204" pitchFamily="34" charset="0"/>
              </a:rPr>
              <a:t>Q7</a:t>
            </a:r>
          </a:p>
        </p:txBody>
      </p:sp>
      <p:sp>
        <p:nvSpPr>
          <p:cNvPr id="93" name="OTLSHAPE_TB_00000000000000000000000000000000_TimescaleInterval8">
            <a:extLst>
              <a:ext uri="{FF2B5EF4-FFF2-40B4-BE49-F238E27FC236}">
                <a16:creationId xmlns:a16="http://schemas.microsoft.com/office/drawing/2014/main" id="{32CB647E-172B-CEBA-19A2-7515FE45CE6E}"/>
              </a:ext>
            </a:extLst>
          </p:cNvPr>
          <p:cNvSpPr txBox="1"/>
          <p:nvPr>
            <p:custDataLst>
              <p:tags r:id="rId23"/>
            </p:custDataLst>
          </p:nvPr>
        </p:nvSpPr>
        <p:spPr>
          <a:xfrm>
            <a:off x="7126103" y="1486383"/>
            <a:ext cx="181541" cy="139541"/>
          </a:xfrm>
          <a:prstGeom prst="rect">
            <a:avLst/>
          </a:prstGeom>
          <a:noFill/>
        </p:spPr>
        <p:txBody>
          <a:bodyPr vert="horz" wrap="none" lIns="0" tIns="0" rIns="0" bIns="0" rtlCol="0" anchor="ctr" anchorCtr="0">
            <a:noAutofit/>
          </a:bodyPr>
          <a:lstStyle/>
          <a:p>
            <a:pPr defTabSz="685800">
              <a:defRPr/>
            </a:pPr>
            <a:r>
              <a:rPr lang="en-US" sz="1050" spc="-15">
                <a:solidFill>
                  <a:prstClr val="white"/>
                </a:solidFill>
                <a:latin typeface="Calibri" panose="020F0502020204030204" pitchFamily="34" charset="0"/>
              </a:rPr>
              <a:t>Q8</a:t>
            </a:r>
          </a:p>
        </p:txBody>
      </p:sp>
      <p:sp>
        <p:nvSpPr>
          <p:cNvPr id="94" name="OTLSHAPE_TB_00000000000000000000000000000000_TimescaleInterval9">
            <a:extLst>
              <a:ext uri="{FF2B5EF4-FFF2-40B4-BE49-F238E27FC236}">
                <a16:creationId xmlns:a16="http://schemas.microsoft.com/office/drawing/2014/main" id="{BFC89E95-BC66-D35E-2B9F-9E5669D2993F}"/>
              </a:ext>
            </a:extLst>
          </p:cNvPr>
          <p:cNvSpPr txBox="1"/>
          <p:nvPr>
            <p:custDataLst>
              <p:tags r:id="rId24"/>
            </p:custDataLst>
          </p:nvPr>
        </p:nvSpPr>
        <p:spPr>
          <a:xfrm>
            <a:off x="7777568" y="1486383"/>
            <a:ext cx="170720" cy="139541"/>
          </a:xfrm>
          <a:prstGeom prst="rect">
            <a:avLst/>
          </a:prstGeom>
          <a:noFill/>
        </p:spPr>
        <p:txBody>
          <a:bodyPr vert="horz" wrap="none" lIns="0" tIns="0" rIns="0" bIns="0" rtlCol="0" anchor="ctr" anchorCtr="0">
            <a:noAutofit/>
          </a:bodyPr>
          <a:lstStyle/>
          <a:p>
            <a:pPr defTabSz="685800">
              <a:defRPr/>
            </a:pPr>
            <a:r>
              <a:rPr lang="en-US" sz="1050" spc="-14">
                <a:solidFill>
                  <a:prstClr val="white"/>
                </a:solidFill>
                <a:latin typeface="Calibri" panose="020F0502020204030204" pitchFamily="34" charset="0"/>
              </a:rPr>
              <a:t>Q9</a:t>
            </a:r>
          </a:p>
        </p:txBody>
      </p:sp>
      <p:sp>
        <p:nvSpPr>
          <p:cNvPr id="95" name="OTLSHAPE_TB_00000000000000000000000000000000_TimescaleInterval10">
            <a:extLst>
              <a:ext uri="{FF2B5EF4-FFF2-40B4-BE49-F238E27FC236}">
                <a16:creationId xmlns:a16="http://schemas.microsoft.com/office/drawing/2014/main" id="{DC2E21DF-04DF-23C1-A38D-00C9D092B3C5}"/>
              </a:ext>
            </a:extLst>
          </p:cNvPr>
          <p:cNvSpPr txBox="1"/>
          <p:nvPr>
            <p:custDataLst>
              <p:tags r:id="rId25"/>
            </p:custDataLst>
          </p:nvPr>
        </p:nvSpPr>
        <p:spPr>
          <a:xfrm>
            <a:off x="8211316" y="1486383"/>
            <a:ext cx="158361" cy="139541"/>
          </a:xfrm>
          <a:prstGeom prst="rect">
            <a:avLst/>
          </a:prstGeom>
          <a:noFill/>
        </p:spPr>
        <p:txBody>
          <a:bodyPr vert="horz" wrap="none" lIns="0" tIns="0" rIns="0" bIns="0" rtlCol="0" anchor="ctr" anchorCtr="0">
            <a:noAutofit/>
          </a:bodyPr>
          <a:lstStyle/>
          <a:p>
            <a:pPr defTabSz="685800">
              <a:defRPr/>
            </a:pPr>
            <a:r>
              <a:rPr lang="en-US" sz="1050" spc="-17">
                <a:solidFill>
                  <a:prstClr val="white"/>
                </a:solidFill>
                <a:latin typeface="Calibri" panose="020F0502020204030204" pitchFamily="34" charset="0"/>
              </a:rPr>
              <a:t>Oct</a:t>
            </a:r>
          </a:p>
        </p:txBody>
      </p:sp>
      <p:sp>
        <p:nvSpPr>
          <p:cNvPr id="96" name="OTLSHAPE_TB_00000000000000000000000000000000_TimescaleInterval11">
            <a:extLst>
              <a:ext uri="{FF2B5EF4-FFF2-40B4-BE49-F238E27FC236}">
                <a16:creationId xmlns:a16="http://schemas.microsoft.com/office/drawing/2014/main" id="{D0DB7C0C-B350-D271-03BD-6A859CF30D81}"/>
              </a:ext>
            </a:extLst>
          </p:cNvPr>
          <p:cNvSpPr txBox="1"/>
          <p:nvPr>
            <p:custDataLst>
              <p:tags r:id="rId26"/>
            </p:custDataLst>
          </p:nvPr>
        </p:nvSpPr>
        <p:spPr>
          <a:xfrm>
            <a:off x="8862782" y="1486383"/>
            <a:ext cx="187023" cy="139541"/>
          </a:xfrm>
          <a:prstGeom prst="rect">
            <a:avLst/>
          </a:prstGeom>
          <a:noFill/>
        </p:spPr>
        <p:txBody>
          <a:bodyPr vert="horz" wrap="none" lIns="0" tIns="0" rIns="0" bIns="0" rtlCol="0" anchor="ctr" anchorCtr="0">
            <a:noAutofit/>
          </a:bodyPr>
          <a:lstStyle/>
          <a:p>
            <a:pPr defTabSz="685800">
              <a:defRPr/>
            </a:pPr>
            <a:r>
              <a:rPr lang="en-US" sz="900" spc="-15">
                <a:solidFill>
                  <a:prstClr val="white"/>
                </a:solidFill>
                <a:latin typeface="Calibri" panose="020F0502020204030204" pitchFamily="34" charset="0"/>
              </a:rPr>
              <a:t>Nov</a:t>
            </a:r>
          </a:p>
        </p:txBody>
      </p:sp>
      <p:sp>
        <p:nvSpPr>
          <p:cNvPr id="97" name="OTLSHAPE_SLT_cbc6053273674742982e85d542978064_Title">
            <a:extLst>
              <a:ext uri="{FF2B5EF4-FFF2-40B4-BE49-F238E27FC236}">
                <a16:creationId xmlns:a16="http://schemas.microsoft.com/office/drawing/2014/main" id="{03C18B64-9EA9-7CB6-4E42-7E525018256E}"/>
              </a:ext>
            </a:extLst>
          </p:cNvPr>
          <p:cNvSpPr txBox="1"/>
          <p:nvPr>
            <p:custDataLst>
              <p:tags r:id="rId27"/>
            </p:custDataLst>
          </p:nvPr>
        </p:nvSpPr>
        <p:spPr>
          <a:xfrm>
            <a:off x="2539774" y="1832379"/>
            <a:ext cx="866775" cy="127889"/>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Backlog</a:t>
            </a:r>
          </a:p>
        </p:txBody>
      </p:sp>
      <p:sp>
        <p:nvSpPr>
          <p:cNvPr id="98" name="OTLSHAPE_SLT_2ff5b8e034b64a828622147da9a2f6b2_Title">
            <a:extLst>
              <a:ext uri="{FF2B5EF4-FFF2-40B4-BE49-F238E27FC236}">
                <a16:creationId xmlns:a16="http://schemas.microsoft.com/office/drawing/2014/main" id="{ED626A11-631E-68D5-1165-FE978773FC4F}"/>
              </a:ext>
            </a:extLst>
          </p:cNvPr>
          <p:cNvSpPr txBox="1"/>
          <p:nvPr>
            <p:custDataLst>
              <p:tags r:id="rId28"/>
            </p:custDataLst>
          </p:nvPr>
        </p:nvSpPr>
        <p:spPr>
          <a:xfrm>
            <a:off x="3138624" y="2148038"/>
            <a:ext cx="1417579" cy="135736"/>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HSECES re-engineering</a:t>
            </a:r>
          </a:p>
        </p:txBody>
      </p:sp>
      <p:sp>
        <p:nvSpPr>
          <p:cNvPr id="99" name="OTLSHAPE_SLT_cbc6053273674742982e85d542978064_Shape">
            <a:extLst>
              <a:ext uri="{FF2B5EF4-FFF2-40B4-BE49-F238E27FC236}">
                <a16:creationId xmlns:a16="http://schemas.microsoft.com/office/drawing/2014/main" id="{87B7B0A2-6E7A-6B07-9C6F-218B25815B21}"/>
              </a:ext>
            </a:extLst>
          </p:cNvPr>
          <p:cNvSpPr/>
          <p:nvPr>
            <p:custDataLst>
              <p:tags r:id="rId29"/>
            </p:custDataLst>
          </p:nvPr>
        </p:nvSpPr>
        <p:spPr>
          <a:xfrm>
            <a:off x="2407148" y="1984779"/>
            <a:ext cx="1152525" cy="127889"/>
          </a:xfrm>
          <a:prstGeom prst="roundRect">
            <a:avLst/>
          </a:prstGeom>
          <a:solidFill>
            <a:srgbClr val="529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0" name="OTLSHAPE_SLT_cbc6053273674742982e85d542978064_Title">
            <a:extLst>
              <a:ext uri="{FF2B5EF4-FFF2-40B4-BE49-F238E27FC236}">
                <a16:creationId xmlns:a16="http://schemas.microsoft.com/office/drawing/2014/main" id="{EEE2F634-14EA-E1D1-49A1-C008A5F0BB8F}"/>
              </a:ext>
            </a:extLst>
          </p:cNvPr>
          <p:cNvSpPr txBox="1"/>
          <p:nvPr>
            <p:custDataLst>
              <p:tags r:id="rId30"/>
            </p:custDataLst>
          </p:nvPr>
        </p:nvSpPr>
        <p:spPr>
          <a:xfrm>
            <a:off x="2547699" y="1984779"/>
            <a:ext cx="866775" cy="127889"/>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Outliers</a:t>
            </a:r>
          </a:p>
        </p:txBody>
      </p:sp>
      <p:sp>
        <p:nvSpPr>
          <p:cNvPr id="101" name="OTLSHAPE_SLT_2ff5b8e034b64a828622147da9a2f6b2_Shape">
            <a:extLst>
              <a:ext uri="{FF2B5EF4-FFF2-40B4-BE49-F238E27FC236}">
                <a16:creationId xmlns:a16="http://schemas.microsoft.com/office/drawing/2014/main" id="{0E7F62F6-4249-080E-1FC4-A768FF12346B}"/>
              </a:ext>
            </a:extLst>
          </p:cNvPr>
          <p:cNvSpPr/>
          <p:nvPr>
            <p:custDataLst>
              <p:tags r:id="rId31"/>
            </p:custDataLst>
          </p:nvPr>
        </p:nvSpPr>
        <p:spPr>
          <a:xfrm>
            <a:off x="3071705" y="2311976"/>
            <a:ext cx="1609725" cy="127889"/>
          </a:xfrm>
          <a:prstGeom prst="roundRect">
            <a:avLst/>
          </a:prstGeom>
          <a:solidFill>
            <a:srgbClr val="529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2" name="OTLSHAPE_SLT_2ff5b8e034b64a828622147da9a2f6b2_Title">
            <a:extLst>
              <a:ext uri="{FF2B5EF4-FFF2-40B4-BE49-F238E27FC236}">
                <a16:creationId xmlns:a16="http://schemas.microsoft.com/office/drawing/2014/main" id="{BEA2A5B4-0E4D-6B91-EEDF-837E3CE8D90F}"/>
              </a:ext>
            </a:extLst>
          </p:cNvPr>
          <p:cNvSpPr txBox="1"/>
          <p:nvPr>
            <p:custDataLst>
              <p:tags r:id="rId32"/>
            </p:custDataLst>
          </p:nvPr>
        </p:nvSpPr>
        <p:spPr>
          <a:xfrm>
            <a:off x="3368586" y="2311976"/>
            <a:ext cx="1019175" cy="127889"/>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PM re-engineering</a:t>
            </a:r>
          </a:p>
        </p:txBody>
      </p:sp>
      <p:sp>
        <p:nvSpPr>
          <p:cNvPr id="103" name="OTLSHAPE_SLT_2ff5b8e034b64a828622147da9a2f6b2_Shape">
            <a:extLst>
              <a:ext uri="{FF2B5EF4-FFF2-40B4-BE49-F238E27FC236}">
                <a16:creationId xmlns:a16="http://schemas.microsoft.com/office/drawing/2014/main" id="{AEFB7774-DDCE-2CEC-91D2-D3239D4D3253}"/>
              </a:ext>
            </a:extLst>
          </p:cNvPr>
          <p:cNvSpPr/>
          <p:nvPr>
            <p:custDataLst>
              <p:tags r:id="rId33"/>
            </p:custDataLst>
          </p:nvPr>
        </p:nvSpPr>
        <p:spPr>
          <a:xfrm>
            <a:off x="3071706" y="2470224"/>
            <a:ext cx="3157220" cy="127277"/>
          </a:xfrm>
          <a:prstGeom prst="roundRect">
            <a:avLst/>
          </a:prstGeom>
          <a:solidFill>
            <a:srgbClr val="529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4" name="OTLSHAPE_SLT_2ff5b8e034b64a828622147da9a2f6b2_Title">
            <a:extLst>
              <a:ext uri="{FF2B5EF4-FFF2-40B4-BE49-F238E27FC236}">
                <a16:creationId xmlns:a16="http://schemas.microsoft.com/office/drawing/2014/main" id="{CE7F4B25-3441-6F25-8181-8B20D63F9723}"/>
              </a:ext>
            </a:extLst>
          </p:cNvPr>
          <p:cNvSpPr txBox="1"/>
          <p:nvPr>
            <p:custDataLst>
              <p:tags r:id="rId34"/>
            </p:custDataLst>
          </p:nvPr>
        </p:nvSpPr>
        <p:spPr>
          <a:xfrm>
            <a:off x="3542203" y="2470224"/>
            <a:ext cx="2047658" cy="127278"/>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Campaign through service contract</a:t>
            </a:r>
          </a:p>
        </p:txBody>
      </p:sp>
      <p:sp>
        <p:nvSpPr>
          <p:cNvPr id="105" name="OTLSHAPE_SL_207dd3271e3446038430a776476543e7_BackgroundRectangle">
            <a:extLst>
              <a:ext uri="{FF2B5EF4-FFF2-40B4-BE49-F238E27FC236}">
                <a16:creationId xmlns:a16="http://schemas.microsoft.com/office/drawing/2014/main" id="{3FAF570F-146B-C859-78F6-20D686C470D1}"/>
              </a:ext>
            </a:extLst>
          </p:cNvPr>
          <p:cNvSpPr/>
          <p:nvPr>
            <p:custDataLst>
              <p:tags r:id="rId35"/>
            </p:custDataLst>
          </p:nvPr>
        </p:nvSpPr>
        <p:spPr>
          <a:xfrm>
            <a:off x="1475296" y="2764746"/>
            <a:ext cx="6729657" cy="269058"/>
          </a:xfrm>
          <a:prstGeom prst="rect">
            <a:avLst/>
          </a:prstGeom>
          <a:solidFill>
            <a:srgbClr val="ED7D31">
              <a:alpha val="14902"/>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6" name="OTLSHAPE_SL_207dd3271e3446038430a776476543e7_HeaderRectangle">
            <a:extLst>
              <a:ext uri="{FF2B5EF4-FFF2-40B4-BE49-F238E27FC236}">
                <a16:creationId xmlns:a16="http://schemas.microsoft.com/office/drawing/2014/main" id="{425135E8-18E7-FF5A-D75F-A6AF098E3300}"/>
              </a:ext>
            </a:extLst>
          </p:cNvPr>
          <p:cNvSpPr/>
          <p:nvPr>
            <p:custDataLst>
              <p:tags r:id="rId36"/>
            </p:custDataLst>
          </p:nvPr>
        </p:nvSpPr>
        <p:spPr>
          <a:xfrm>
            <a:off x="1475298" y="2764746"/>
            <a:ext cx="676275" cy="269058"/>
          </a:xfrm>
          <a:prstGeom prst="rect">
            <a:avLst/>
          </a:prstGeom>
          <a:solidFill>
            <a:srgbClr val="ED7D31">
              <a:alpha val="49804"/>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7" name="OTLSHAPE_SL_207dd3271e3446038430a776476543e7_Header">
            <a:extLst>
              <a:ext uri="{FF2B5EF4-FFF2-40B4-BE49-F238E27FC236}">
                <a16:creationId xmlns:a16="http://schemas.microsoft.com/office/drawing/2014/main" id="{AF55F8E8-D8E2-B90D-D70F-2B32C6FE0F43}"/>
              </a:ext>
            </a:extLst>
          </p:cNvPr>
          <p:cNvSpPr txBox="1"/>
          <p:nvPr>
            <p:custDataLst>
              <p:tags r:id="rId37"/>
            </p:custDataLst>
          </p:nvPr>
        </p:nvSpPr>
        <p:spPr>
          <a:xfrm>
            <a:off x="1475298" y="2859721"/>
            <a:ext cx="676275" cy="74396"/>
          </a:xfrm>
          <a:prstGeom prst="rect">
            <a:avLst/>
          </a:prstGeom>
          <a:noFill/>
        </p:spPr>
        <p:txBody>
          <a:bodyPr vert="horz" wrap="square" lIns="0" tIns="0" rIns="0" bIns="0" rtlCol="0" anchor="ctr" anchorCtr="0">
            <a:noAutofit/>
          </a:bodyPr>
          <a:lstStyle/>
          <a:p>
            <a:pPr algn="ctr" defTabSz="685800">
              <a:defRPr/>
            </a:pPr>
            <a:r>
              <a:rPr lang="en-US" sz="900">
                <a:solidFill>
                  <a:srgbClr val="765A00"/>
                </a:solidFill>
                <a:latin typeface="Franklin Gothic Medium" panose="020B0603020102020204" pitchFamily="34" charset="0"/>
              </a:rPr>
              <a:t>Organization</a:t>
            </a:r>
          </a:p>
        </p:txBody>
      </p:sp>
      <p:sp>
        <p:nvSpPr>
          <p:cNvPr id="108" name="OTLSHAPE_SLT_2ff5b8e034b64a828622147da9a2f6b2_Shape">
            <a:extLst>
              <a:ext uri="{FF2B5EF4-FFF2-40B4-BE49-F238E27FC236}">
                <a16:creationId xmlns:a16="http://schemas.microsoft.com/office/drawing/2014/main" id="{39BDCC58-62CC-0F44-715E-CCF524B10666}"/>
              </a:ext>
            </a:extLst>
          </p:cNvPr>
          <p:cNvSpPr/>
          <p:nvPr>
            <p:custDataLst>
              <p:tags r:id="rId38"/>
            </p:custDataLst>
          </p:nvPr>
        </p:nvSpPr>
        <p:spPr>
          <a:xfrm>
            <a:off x="3058300" y="2796753"/>
            <a:ext cx="3817122" cy="127173"/>
          </a:xfrm>
          <a:prstGeom prst="roundRect">
            <a:avLst/>
          </a:prstGeom>
          <a:solidFill>
            <a:srgbClr val="E6890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9" name="OTLSHAPE_SLT_2ff5b8e034b64a828622147da9a2f6b2_Title">
            <a:extLst>
              <a:ext uri="{FF2B5EF4-FFF2-40B4-BE49-F238E27FC236}">
                <a16:creationId xmlns:a16="http://schemas.microsoft.com/office/drawing/2014/main" id="{00C0B413-D121-A53B-DA2D-CD99651D6DDD}"/>
              </a:ext>
            </a:extLst>
          </p:cNvPr>
          <p:cNvSpPr txBox="1"/>
          <p:nvPr>
            <p:custDataLst>
              <p:tags r:id="rId39"/>
            </p:custDataLst>
          </p:nvPr>
        </p:nvSpPr>
        <p:spPr>
          <a:xfrm>
            <a:off x="3760293" y="2796753"/>
            <a:ext cx="2475646" cy="127174"/>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Productivity improvement – Working hours</a:t>
            </a:r>
          </a:p>
        </p:txBody>
      </p:sp>
      <p:sp>
        <p:nvSpPr>
          <p:cNvPr id="110" name="OTLSHAPE_SLT_2ff5b8e034b64a828622147da9a2f6b2_Shape">
            <a:extLst>
              <a:ext uri="{FF2B5EF4-FFF2-40B4-BE49-F238E27FC236}">
                <a16:creationId xmlns:a16="http://schemas.microsoft.com/office/drawing/2014/main" id="{D78EF216-BB92-C57D-4686-B07CE6E5AF40}"/>
              </a:ext>
            </a:extLst>
          </p:cNvPr>
          <p:cNvSpPr/>
          <p:nvPr>
            <p:custDataLst>
              <p:tags r:id="rId40"/>
            </p:custDataLst>
          </p:nvPr>
        </p:nvSpPr>
        <p:spPr>
          <a:xfrm>
            <a:off x="2436631" y="3169990"/>
            <a:ext cx="3817122" cy="127173"/>
          </a:xfrm>
          <a:prstGeom prst="roundRect">
            <a:avLst/>
          </a:prstGeom>
          <a:solidFill>
            <a:srgbClr val="FFC00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1" name="OTLSHAPE_SLT_2ff5b8e034b64a828622147da9a2f6b2_Title">
            <a:extLst>
              <a:ext uri="{FF2B5EF4-FFF2-40B4-BE49-F238E27FC236}">
                <a16:creationId xmlns:a16="http://schemas.microsoft.com/office/drawing/2014/main" id="{1BD9963B-20AD-BE2B-B152-E5F38C4AD996}"/>
              </a:ext>
            </a:extLst>
          </p:cNvPr>
          <p:cNvSpPr txBox="1"/>
          <p:nvPr>
            <p:custDataLst>
              <p:tags r:id="rId41"/>
            </p:custDataLst>
          </p:nvPr>
        </p:nvSpPr>
        <p:spPr>
          <a:xfrm>
            <a:off x="3138624" y="3169990"/>
            <a:ext cx="2475646" cy="127174"/>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First line maintenance – Multi skill</a:t>
            </a:r>
          </a:p>
        </p:txBody>
      </p:sp>
      <p:sp>
        <p:nvSpPr>
          <p:cNvPr id="112" name="OTLSHAPE_SLT_2ff5b8e034b64a828622147da9a2f6b2_Shape">
            <a:extLst>
              <a:ext uri="{FF2B5EF4-FFF2-40B4-BE49-F238E27FC236}">
                <a16:creationId xmlns:a16="http://schemas.microsoft.com/office/drawing/2014/main" id="{192A27A8-E871-3786-82E5-2BE6C6FBE1C9}"/>
              </a:ext>
            </a:extLst>
          </p:cNvPr>
          <p:cNvSpPr/>
          <p:nvPr>
            <p:custDataLst>
              <p:tags r:id="rId42"/>
            </p:custDataLst>
          </p:nvPr>
        </p:nvSpPr>
        <p:spPr>
          <a:xfrm>
            <a:off x="3033480" y="3342609"/>
            <a:ext cx="1278109" cy="136283"/>
          </a:xfrm>
          <a:prstGeom prst="roundRect">
            <a:avLst/>
          </a:prstGeom>
          <a:solidFill>
            <a:srgbClr val="FFC00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3" name="OTLSHAPE_SLT_2ff5b8e034b64a828622147da9a2f6b2_Title">
            <a:extLst>
              <a:ext uri="{FF2B5EF4-FFF2-40B4-BE49-F238E27FC236}">
                <a16:creationId xmlns:a16="http://schemas.microsoft.com/office/drawing/2014/main" id="{A161FF49-569B-A3D9-1922-9EE9D67A50AC}"/>
              </a:ext>
            </a:extLst>
          </p:cNvPr>
          <p:cNvSpPr txBox="1"/>
          <p:nvPr>
            <p:custDataLst>
              <p:tags r:id="rId43"/>
            </p:custDataLst>
          </p:nvPr>
        </p:nvSpPr>
        <p:spPr>
          <a:xfrm>
            <a:off x="2442299" y="3339751"/>
            <a:ext cx="2475646" cy="127174"/>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Operators round review</a:t>
            </a:r>
          </a:p>
        </p:txBody>
      </p:sp>
      <p:sp>
        <p:nvSpPr>
          <p:cNvPr id="114" name="OTLSHAPE_SLT_2ff5b8e034b64a828622147da9a2f6b2_Shape">
            <a:extLst>
              <a:ext uri="{FF2B5EF4-FFF2-40B4-BE49-F238E27FC236}">
                <a16:creationId xmlns:a16="http://schemas.microsoft.com/office/drawing/2014/main" id="{23178B6D-3769-1E85-2980-68D58AA02986}"/>
              </a:ext>
            </a:extLst>
          </p:cNvPr>
          <p:cNvSpPr/>
          <p:nvPr>
            <p:custDataLst>
              <p:tags r:id="rId44"/>
            </p:custDataLst>
          </p:nvPr>
        </p:nvSpPr>
        <p:spPr>
          <a:xfrm>
            <a:off x="4311583" y="3508494"/>
            <a:ext cx="630457" cy="107727"/>
          </a:xfrm>
          <a:prstGeom prst="roundRect">
            <a:avLst/>
          </a:prstGeom>
          <a:solidFill>
            <a:srgbClr val="FFC00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5" name="OTLSHAPE_SLT_2ff5b8e034b64a828622147da9a2f6b2_Title">
            <a:extLst>
              <a:ext uri="{FF2B5EF4-FFF2-40B4-BE49-F238E27FC236}">
                <a16:creationId xmlns:a16="http://schemas.microsoft.com/office/drawing/2014/main" id="{5379F9FB-5018-B71C-DCD7-DB7F3539387D}"/>
              </a:ext>
            </a:extLst>
          </p:cNvPr>
          <p:cNvSpPr txBox="1"/>
          <p:nvPr>
            <p:custDataLst>
              <p:tags r:id="rId45"/>
            </p:custDataLst>
          </p:nvPr>
        </p:nvSpPr>
        <p:spPr>
          <a:xfrm>
            <a:off x="4045445" y="3492151"/>
            <a:ext cx="1086441" cy="124070"/>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PQLA</a:t>
            </a:r>
          </a:p>
        </p:txBody>
      </p:sp>
      <p:sp>
        <p:nvSpPr>
          <p:cNvPr id="116" name="OTLSHAPE_SLT_2ff5b8e034b64a828622147da9a2f6b2_Shape">
            <a:extLst>
              <a:ext uri="{FF2B5EF4-FFF2-40B4-BE49-F238E27FC236}">
                <a16:creationId xmlns:a16="http://schemas.microsoft.com/office/drawing/2014/main" id="{BF03D0D6-B8C6-CE3A-B74E-76C8389EA02F}"/>
              </a:ext>
            </a:extLst>
          </p:cNvPr>
          <p:cNvSpPr/>
          <p:nvPr>
            <p:custDataLst>
              <p:tags r:id="rId46"/>
            </p:custDataLst>
          </p:nvPr>
        </p:nvSpPr>
        <p:spPr>
          <a:xfrm>
            <a:off x="3589444" y="3660894"/>
            <a:ext cx="2629543" cy="107726"/>
          </a:xfrm>
          <a:prstGeom prst="roundRect">
            <a:avLst/>
          </a:prstGeom>
          <a:solidFill>
            <a:srgbClr val="FFC00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7" name="OTLSHAPE_SLT_2ff5b8e034b64a828622147da9a2f6b2_Title">
            <a:extLst>
              <a:ext uri="{FF2B5EF4-FFF2-40B4-BE49-F238E27FC236}">
                <a16:creationId xmlns:a16="http://schemas.microsoft.com/office/drawing/2014/main" id="{DB63E43C-1ECD-0DC3-1070-F2DD8D97C807}"/>
              </a:ext>
            </a:extLst>
          </p:cNvPr>
          <p:cNvSpPr txBox="1"/>
          <p:nvPr>
            <p:custDataLst>
              <p:tags r:id="rId47"/>
            </p:custDataLst>
          </p:nvPr>
        </p:nvSpPr>
        <p:spPr>
          <a:xfrm>
            <a:off x="4096428" y="3629727"/>
            <a:ext cx="1533727" cy="146193"/>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ESP material re-use</a:t>
            </a:r>
          </a:p>
        </p:txBody>
      </p:sp>
      <p:sp>
        <p:nvSpPr>
          <p:cNvPr id="118" name="OTLSHAPE_SLT_2ff5b8e034b64a828622147da9a2f6b2_Shape">
            <a:extLst>
              <a:ext uri="{FF2B5EF4-FFF2-40B4-BE49-F238E27FC236}">
                <a16:creationId xmlns:a16="http://schemas.microsoft.com/office/drawing/2014/main" id="{91B84BDF-7B21-BE9E-E451-EC32DB2B0837}"/>
              </a:ext>
            </a:extLst>
          </p:cNvPr>
          <p:cNvSpPr/>
          <p:nvPr>
            <p:custDataLst>
              <p:tags r:id="rId48"/>
            </p:custDataLst>
          </p:nvPr>
        </p:nvSpPr>
        <p:spPr>
          <a:xfrm>
            <a:off x="3588006" y="3811033"/>
            <a:ext cx="4616948" cy="105983"/>
          </a:xfrm>
          <a:prstGeom prst="roundRect">
            <a:avLst/>
          </a:prstGeom>
          <a:solidFill>
            <a:srgbClr val="FFC00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9" name="OTLSHAPE_SLT_2ff5b8e034b64a828622147da9a2f6b2_Title">
            <a:extLst>
              <a:ext uri="{FF2B5EF4-FFF2-40B4-BE49-F238E27FC236}">
                <a16:creationId xmlns:a16="http://schemas.microsoft.com/office/drawing/2014/main" id="{72B66F48-B7BE-2ADD-740B-1375B9FB36C3}"/>
              </a:ext>
            </a:extLst>
          </p:cNvPr>
          <p:cNvSpPr txBox="1"/>
          <p:nvPr>
            <p:custDataLst>
              <p:tags r:id="rId49"/>
            </p:custDataLst>
          </p:nvPr>
        </p:nvSpPr>
        <p:spPr>
          <a:xfrm>
            <a:off x="4456680" y="3731806"/>
            <a:ext cx="2929639" cy="244110"/>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Large development of PMM ESP</a:t>
            </a:r>
          </a:p>
        </p:txBody>
      </p:sp>
      <p:sp>
        <p:nvSpPr>
          <p:cNvPr id="120" name="OTLSHAPE_SLT_2ff5b8e034b64a828622147da9a2f6b2_Shape">
            <a:extLst>
              <a:ext uri="{FF2B5EF4-FFF2-40B4-BE49-F238E27FC236}">
                <a16:creationId xmlns:a16="http://schemas.microsoft.com/office/drawing/2014/main" id="{78B9730E-674D-E4F9-9430-2E1FA208F4CE}"/>
              </a:ext>
            </a:extLst>
          </p:cNvPr>
          <p:cNvSpPr/>
          <p:nvPr>
            <p:custDataLst>
              <p:tags r:id="rId50"/>
            </p:custDataLst>
          </p:nvPr>
        </p:nvSpPr>
        <p:spPr>
          <a:xfrm>
            <a:off x="2213589" y="4134243"/>
            <a:ext cx="3421786" cy="134186"/>
          </a:xfrm>
          <a:prstGeom prst="roundRect">
            <a:avLst/>
          </a:prstGeom>
          <a:solidFill>
            <a:srgbClr val="70AD47"/>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1" name="OTLSHAPE_SLT_2ff5b8e034b64a828622147da9a2f6b2_Title">
            <a:extLst>
              <a:ext uri="{FF2B5EF4-FFF2-40B4-BE49-F238E27FC236}">
                <a16:creationId xmlns:a16="http://schemas.microsoft.com/office/drawing/2014/main" id="{25F3DE29-5F06-E35B-9FDC-8DFDC8F533C6}"/>
              </a:ext>
            </a:extLst>
          </p:cNvPr>
          <p:cNvSpPr txBox="1"/>
          <p:nvPr>
            <p:custDataLst>
              <p:tags r:id="rId51"/>
            </p:custDataLst>
          </p:nvPr>
        </p:nvSpPr>
        <p:spPr>
          <a:xfrm>
            <a:off x="2802588" y="4105817"/>
            <a:ext cx="2576937" cy="162612"/>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Corrosion inhibitor optimization</a:t>
            </a:r>
          </a:p>
        </p:txBody>
      </p:sp>
      <p:sp>
        <p:nvSpPr>
          <p:cNvPr id="122" name="OTLSHAPE_SLT_2ff5b8e034b64a828622147da9a2f6b2_Shape">
            <a:extLst>
              <a:ext uri="{FF2B5EF4-FFF2-40B4-BE49-F238E27FC236}">
                <a16:creationId xmlns:a16="http://schemas.microsoft.com/office/drawing/2014/main" id="{4F21A52D-876E-9397-FD73-22829E784952}"/>
              </a:ext>
            </a:extLst>
          </p:cNvPr>
          <p:cNvSpPr/>
          <p:nvPr>
            <p:custDataLst>
              <p:tags r:id="rId52"/>
            </p:custDataLst>
          </p:nvPr>
        </p:nvSpPr>
        <p:spPr>
          <a:xfrm>
            <a:off x="2445547" y="4322204"/>
            <a:ext cx="3814530" cy="138452"/>
          </a:xfrm>
          <a:prstGeom prst="roundRect">
            <a:avLst/>
          </a:prstGeom>
          <a:solidFill>
            <a:srgbClr val="70AD47"/>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3" name="OTLSHAPE_SLT_2ff5b8e034b64a828622147da9a2f6b2_Title">
            <a:extLst>
              <a:ext uri="{FF2B5EF4-FFF2-40B4-BE49-F238E27FC236}">
                <a16:creationId xmlns:a16="http://schemas.microsoft.com/office/drawing/2014/main" id="{CC83F4FE-61DE-1F91-10B4-2C5B14EFB85C}"/>
              </a:ext>
            </a:extLst>
          </p:cNvPr>
          <p:cNvSpPr txBox="1"/>
          <p:nvPr>
            <p:custDataLst>
              <p:tags r:id="rId53"/>
            </p:custDataLst>
          </p:nvPr>
        </p:nvSpPr>
        <p:spPr>
          <a:xfrm>
            <a:off x="3331777" y="4309017"/>
            <a:ext cx="2047748" cy="128526"/>
          </a:xfrm>
          <a:prstGeom prst="rect">
            <a:avLst/>
          </a:prstGeom>
          <a:noFill/>
        </p:spPr>
        <p:txBody>
          <a:bodyPr vert="horz" wrap="square" lIns="0" tIns="0" rIns="0" bIns="0" rtlCol="0" anchor="ctr" anchorCtr="0">
            <a:noAutofit/>
          </a:bodyPr>
          <a:lstStyle/>
          <a:p>
            <a:pPr algn="ctr" defTabSz="685800">
              <a:defRPr/>
            </a:pPr>
            <a:r>
              <a:rPr lang="en-US" sz="1000" spc="-3" err="1">
                <a:solidFill>
                  <a:prstClr val="white"/>
                </a:solidFill>
                <a:latin typeface="Calibri" panose="020F0502020204030204" pitchFamily="34" charset="0"/>
              </a:rPr>
              <a:t>Demulsifier</a:t>
            </a:r>
            <a:r>
              <a:rPr lang="en-US" sz="1000" spc="-3">
                <a:solidFill>
                  <a:prstClr val="white"/>
                </a:solidFill>
                <a:latin typeface="Calibri" panose="020F0502020204030204" pitchFamily="34" charset="0"/>
              </a:rPr>
              <a:t> formulation &amp; optimization</a:t>
            </a:r>
          </a:p>
        </p:txBody>
      </p:sp>
      <p:sp>
        <p:nvSpPr>
          <p:cNvPr id="124" name="OTLSHAPE_SLT_2ff5b8e034b64a828622147da9a2f6b2_Shape">
            <a:extLst>
              <a:ext uri="{FF2B5EF4-FFF2-40B4-BE49-F238E27FC236}">
                <a16:creationId xmlns:a16="http://schemas.microsoft.com/office/drawing/2014/main" id="{BCC61FEC-0F0C-C604-856B-E5CC6529AA3B}"/>
              </a:ext>
            </a:extLst>
          </p:cNvPr>
          <p:cNvSpPr/>
          <p:nvPr>
            <p:custDataLst>
              <p:tags r:id="rId54"/>
            </p:custDataLst>
          </p:nvPr>
        </p:nvSpPr>
        <p:spPr>
          <a:xfrm>
            <a:off x="2212324" y="4526458"/>
            <a:ext cx="3421785" cy="127677"/>
          </a:xfrm>
          <a:prstGeom prst="roundRect">
            <a:avLst/>
          </a:prstGeom>
          <a:solidFill>
            <a:srgbClr val="70AD47"/>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5" name="OTLSHAPE_SLT_2ff5b8e034b64a828622147da9a2f6b2_Title">
            <a:extLst>
              <a:ext uri="{FF2B5EF4-FFF2-40B4-BE49-F238E27FC236}">
                <a16:creationId xmlns:a16="http://schemas.microsoft.com/office/drawing/2014/main" id="{E379218C-C9B2-72F5-EF53-3B4BBD232B4E}"/>
              </a:ext>
            </a:extLst>
          </p:cNvPr>
          <p:cNvSpPr txBox="1"/>
          <p:nvPr>
            <p:custDataLst>
              <p:tags r:id="rId55"/>
            </p:custDataLst>
          </p:nvPr>
        </p:nvSpPr>
        <p:spPr>
          <a:xfrm>
            <a:off x="3098554" y="4513271"/>
            <a:ext cx="2047748" cy="128526"/>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Biocide optimization</a:t>
            </a:r>
          </a:p>
        </p:txBody>
      </p:sp>
      <p:sp>
        <p:nvSpPr>
          <p:cNvPr id="126" name="OTLSHAPE_SLT_2ff5b8e034b64a828622147da9a2f6b2_Shape">
            <a:extLst>
              <a:ext uri="{FF2B5EF4-FFF2-40B4-BE49-F238E27FC236}">
                <a16:creationId xmlns:a16="http://schemas.microsoft.com/office/drawing/2014/main" id="{2CFC5E16-93B2-A582-3F79-7CA5202AE460}"/>
              </a:ext>
            </a:extLst>
          </p:cNvPr>
          <p:cNvSpPr/>
          <p:nvPr>
            <p:custDataLst>
              <p:tags r:id="rId56"/>
            </p:custDataLst>
          </p:nvPr>
        </p:nvSpPr>
        <p:spPr>
          <a:xfrm>
            <a:off x="2224495" y="4715889"/>
            <a:ext cx="3377757" cy="138452"/>
          </a:xfrm>
          <a:prstGeom prst="roundRect">
            <a:avLst/>
          </a:prstGeom>
          <a:solidFill>
            <a:srgbClr val="70AD47"/>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7" name="OTLSHAPE_SLT_2ff5b8e034b64a828622147da9a2f6b2_Title">
            <a:extLst>
              <a:ext uri="{FF2B5EF4-FFF2-40B4-BE49-F238E27FC236}">
                <a16:creationId xmlns:a16="http://schemas.microsoft.com/office/drawing/2014/main" id="{13068FF9-4D2E-79F7-EA95-490FD374CDB7}"/>
              </a:ext>
            </a:extLst>
          </p:cNvPr>
          <p:cNvSpPr txBox="1"/>
          <p:nvPr>
            <p:custDataLst>
              <p:tags r:id="rId57"/>
            </p:custDataLst>
          </p:nvPr>
        </p:nvSpPr>
        <p:spPr>
          <a:xfrm>
            <a:off x="3110725" y="4702702"/>
            <a:ext cx="1813276" cy="128526"/>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Chemical bulk transportation</a:t>
            </a:r>
          </a:p>
        </p:txBody>
      </p:sp>
      <p:sp>
        <p:nvSpPr>
          <p:cNvPr id="128" name="OTLSHAPE_SLT_2ff5b8e034b64a828622147da9a2f6b2_Shape">
            <a:extLst>
              <a:ext uri="{FF2B5EF4-FFF2-40B4-BE49-F238E27FC236}">
                <a16:creationId xmlns:a16="http://schemas.microsoft.com/office/drawing/2014/main" id="{461C51D1-4D3B-480D-D942-E9633F26F8C4}"/>
              </a:ext>
            </a:extLst>
          </p:cNvPr>
          <p:cNvSpPr/>
          <p:nvPr>
            <p:custDataLst>
              <p:tags r:id="rId58"/>
            </p:custDataLst>
          </p:nvPr>
        </p:nvSpPr>
        <p:spPr>
          <a:xfrm>
            <a:off x="2242534" y="5232376"/>
            <a:ext cx="3377757" cy="138452"/>
          </a:xfrm>
          <a:prstGeom prst="roundRect">
            <a:avLst/>
          </a:prstGeom>
          <a:solidFill>
            <a:srgbClr val="7030A0"/>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9" name="OTLSHAPE_SLT_2ff5b8e034b64a828622147da9a2f6b2_Title">
            <a:extLst>
              <a:ext uri="{FF2B5EF4-FFF2-40B4-BE49-F238E27FC236}">
                <a16:creationId xmlns:a16="http://schemas.microsoft.com/office/drawing/2014/main" id="{EB5822FD-BE57-B325-7BE6-C317805F1473}"/>
              </a:ext>
            </a:extLst>
          </p:cNvPr>
          <p:cNvSpPr txBox="1"/>
          <p:nvPr>
            <p:custDataLst>
              <p:tags r:id="rId59"/>
            </p:custDataLst>
          </p:nvPr>
        </p:nvSpPr>
        <p:spPr>
          <a:xfrm>
            <a:off x="3128764" y="5219189"/>
            <a:ext cx="1813276" cy="128526"/>
          </a:xfrm>
          <a:prstGeom prst="rect">
            <a:avLst/>
          </a:prstGeom>
          <a:noFill/>
        </p:spPr>
        <p:txBody>
          <a:bodyPr vert="horz" wrap="square" lIns="0" tIns="0" rIns="0" bIns="0" rtlCol="0" anchor="ctr" anchorCtr="0">
            <a:noAutofit/>
          </a:bodyPr>
          <a:lstStyle/>
          <a:p>
            <a:pPr algn="ctr" defTabSz="685800">
              <a:defRPr/>
            </a:pPr>
            <a:r>
              <a:rPr lang="en-US" sz="1000" spc="-3">
                <a:solidFill>
                  <a:prstClr val="white"/>
                </a:solidFill>
                <a:latin typeface="Calibri" panose="020F0502020204030204" pitchFamily="34" charset="0"/>
              </a:rPr>
              <a:t>Digital tools deployment</a:t>
            </a:r>
          </a:p>
        </p:txBody>
      </p:sp>
      <p:sp>
        <p:nvSpPr>
          <p:cNvPr id="131" name="ZoneTexte 130">
            <a:extLst>
              <a:ext uri="{FF2B5EF4-FFF2-40B4-BE49-F238E27FC236}">
                <a16:creationId xmlns:a16="http://schemas.microsoft.com/office/drawing/2014/main" id="{8E9ADABB-C2C2-9B61-39C3-705C2F1366E8}"/>
              </a:ext>
            </a:extLst>
          </p:cNvPr>
          <p:cNvSpPr txBox="1"/>
          <p:nvPr/>
        </p:nvSpPr>
        <p:spPr>
          <a:xfrm>
            <a:off x="2078806" y="1069754"/>
            <a:ext cx="6106160" cy="369332"/>
          </a:xfrm>
          <a:prstGeom prst="rect">
            <a:avLst/>
          </a:prstGeom>
          <a:noFill/>
        </p:spPr>
        <p:txBody>
          <a:bodyPr wrap="square">
            <a:spAutoFit/>
          </a:bodyPr>
          <a:lstStyle/>
          <a:p>
            <a:pPr algn="ctr"/>
            <a:r>
              <a:rPr lang="en-US" sz="1800" b="1">
                <a:solidFill>
                  <a:srgbClr val="1FAAFF"/>
                </a:solidFill>
              </a:rPr>
              <a:t>Lean Operation Model - Planning </a:t>
            </a:r>
            <a:endParaRPr lang="fr-FR"/>
          </a:p>
        </p:txBody>
      </p:sp>
      <p:sp>
        <p:nvSpPr>
          <p:cNvPr id="132" name="TextBox 4">
            <a:extLst>
              <a:ext uri="{FF2B5EF4-FFF2-40B4-BE49-F238E27FC236}">
                <a16:creationId xmlns:a16="http://schemas.microsoft.com/office/drawing/2014/main" id="{9815D9F3-DF8A-126D-88B0-A65F31B46CA0}"/>
              </a:ext>
            </a:extLst>
          </p:cNvPr>
          <p:cNvSpPr txBox="1"/>
          <p:nvPr/>
        </p:nvSpPr>
        <p:spPr>
          <a:xfrm>
            <a:off x="8369678" y="2001362"/>
            <a:ext cx="3690112" cy="3693319"/>
          </a:xfrm>
          <a:prstGeom prst="rect">
            <a:avLst/>
          </a:prstGeom>
          <a:noFill/>
        </p:spPr>
        <p:txBody>
          <a:bodyPr wrap="square" rtlCol="0">
            <a:spAutoFit/>
          </a:bodyPr>
          <a:lstStyle/>
          <a:p>
            <a:r>
              <a:rPr lang="en-US" noProof="0"/>
              <a:t>SQM </a:t>
            </a:r>
            <a:r>
              <a:rPr lang="en-US" noProof="0" err="1"/>
              <a:t>Opex</a:t>
            </a:r>
            <a:r>
              <a:rPr lang="en-US" noProof="0"/>
              <a:t> Budget 2025 (175 M$) w/o gas usage &amp; FUJ pipeline</a:t>
            </a:r>
          </a:p>
          <a:p>
            <a:endParaRPr lang="en-US" b="1"/>
          </a:p>
          <a:p>
            <a:r>
              <a:rPr lang="en-US" b="1" noProof="0"/>
              <a:t>6.5 M$</a:t>
            </a:r>
            <a:r>
              <a:rPr lang="en-US" b="1"/>
              <a:t>/y </a:t>
            </a:r>
            <a:r>
              <a:rPr lang="en-US" noProof="0"/>
              <a:t>of savings assessed with </a:t>
            </a:r>
            <a:r>
              <a:rPr lang="en-US" b="1" noProof="0"/>
              <a:t>10</a:t>
            </a:r>
            <a:r>
              <a:rPr lang="en-US" noProof="0"/>
              <a:t> workstreams (out of 20)</a:t>
            </a:r>
          </a:p>
          <a:p>
            <a:endParaRPr lang="en-US"/>
          </a:p>
          <a:p>
            <a:r>
              <a:rPr lang="en-US"/>
              <a:t>Considering the whole</a:t>
            </a:r>
            <a:r>
              <a:rPr lang="en-US" noProof="0"/>
              <a:t> 20 workstreams a potential </a:t>
            </a:r>
            <a:r>
              <a:rPr lang="en-US" noProof="0" err="1"/>
              <a:t>Opex</a:t>
            </a:r>
            <a:r>
              <a:rPr lang="en-US" noProof="0"/>
              <a:t> reduction of 10% is estimated</a:t>
            </a:r>
          </a:p>
          <a:p>
            <a:endParaRPr lang="en-US"/>
          </a:p>
          <a:p>
            <a:r>
              <a:rPr lang="en-US" noProof="0"/>
              <a:t>Benefit can be extended to full AON</a:t>
            </a:r>
          </a:p>
          <a:p>
            <a:endParaRPr lang="en-US" noProof="0"/>
          </a:p>
        </p:txBody>
      </p:sp>
    </p:spTree>
    <p:extLst>
      <p:ext uri="{BB962C8B-B14F-4D97-AF65-F5344CB8AC3E}">
        <p14:creationId xmlns:p14="http://schemas.microsoft.com/office/powerpoint/2010/main" val="1060903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6B8A7-6415-11C1-508C-BC4DBF65DC10}"/>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452595B5-C568-72FC-A2C5-4C5E0E6BB38E}"/>
              </a:ext>
            </a:extLst>
          </p:cNvPr>
          <p:cNvSpPr>
            <a:spLocks noGrp="1"/>
          </p:cNvSpPr>
          <p:nvPr>
            <p:ph type="ftr" sz="quarter" idx="15"/>
          </p:nvPr>
        </p:nvSpPr>
        <p:spPr/>
        <p:txBody>
          <a:bodyPr/>
          <a:lstStyle/>
          <a:p>
            <a:r>
              <a:rPr lang="en-US" noProof="0"/>
              <a:t>ADNOC Upstream - TotalEnergies - 06/10/2025</a:t>
            </a:r>
          </a:p>
        </p:txBody>
      </p:sp>
      <p:sp>
        <p:nvSpPr>
          <p:cNvPr id="4" name="Espace réservé du numéro de diapositive 3">
            <a:extLst>
              <a:ext uri="{FF2B5EF4-FFF2-40B4-BE49-F238E27FC236}">
                <a16:creationId xmlns:a16="http://schemas.microsoft.com/office/drawing/2014/main" id="{0AEBEEB5-A546-3482-6D79-FB6FA4A01820}"/>
              </a:ext>
            </a:extLst>
          </p:cNvPr>
          <p:cNvSpPr>
            <a:spLocks noGrp="1"/>
          </p:cNvSpPr>
          <p:nvPr>
            <p:ph type="sldNum" sz="quarter" idx="16"/>
          </p:nvPr>
        </p:nvSpPr>
        <p:spPr/>
        <p:txBody>
          <a:bodyPr/>
          <a:lstStyle/>
          <a:p>
            <a:fld id="{975A587B-5814-4D9B-9598-FE9CB954CB01}" type="slidenum">
              <a:rPr lang="en-US" noProof="0" smtClean="0"/>
              <a:pPr/>
              <a:t>16</a:t>
            </a:fld>
            <a:endParaRPr lang="en-US" noProof="0"/>
          </a:p>
        </p:txBody>
      </p:sp>
      <p:sp>
        <p:nvSpPr>
          <p:cNvPr id="16" name="Rectangle : coins arrondis 15">
            <a:extLst>
              <a:ext uri="{FF2B5EF4-FFF2-40B4-BE49-F238E27FC236}">
                <a16:creationId xmlns:a16="http://schemas.microsoft.com/office/drawing/2014/main" id="{581DD7D8-ACE2-1C2F-CF9A-1293B36C6226}"/>
              </a:ext>
            </a:extLst>
          </p:cNvPr>
          <p:cNvSpPr/>
          <p:nvPr/>
        </p:nvSpPr>
        <p:spPr>
          <a:xfrm>
            <a:off x="470513" y="5759952"/>
            <a:ext cx="11204670" cy="65427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a:t>PC25: </a:t>
            </a:r>
            <a:r>
              <a:rPr lang="en-US" sz="2000"/>
              <a:t>12+</a:t>
            </a:r>
            <a:r>
              <a:rPr lang="en-US" sz="2000" noProof="0"/>
              <a:t> technologies proposed, currently 6 under screening. 25 papers proposed to ADIPEC</a:t>
            </a:r>
          </a:p>
          <a:p>
            <a:pPr algn="ctr"/>
            <a:r>
              <a:rPr lang="en-US" sz="2400"/>
              <a:t>FCW / DEMETER /</a:t>
            </a:r>
            <a:r>
              <a:rPr lang="en-US" sz="2400" noProof="0"/>
              <a:t> </a:t>
            </a:r>
            <a:r>
              <a:rPr lang="en-US" sz="2400" noProof="0" err="1"/>
              <a:t>WiDe</a:t>
            </a:r>
            <a:r>
              <a:rPr lang="en-US" sz="2400" noProof="0"/>
              <a:t> / Asphaltene Inhibitor - Ongoing </a:t>
            </a:r>
          </a:p>
        </p:txBody>
      </p:sp>
      <p:graphicFrame>
        <p:nvGraphicFramePr>
          <p:cNvPr id="7" name="Tableau 6">
            <a:extLst>
              <a:ext uri="{FF2B5EF4-FFF2-40B4-BE49-F238E27FC236}">
                <a16:creationId xmlns:a16="http://schemas.microsoft.com/office/drawing/2014/main" id="{79887F02-9F02-EDF5-E388-07978275C03E}"/>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8" name="Rectangle 7">
            <a:extLst>
              <a:ext uri="{FF2B5EF4-FFF2-40B4-BE49-F238E27FC236}">
                <a16:creationId xmlns:a16="http://schemas.microsoft.com/office/drawing/2014/main" id="{E778B659-31EC-76C6-43FE-FA1FB9BDA648}"/>
              </a:ext>
            </a:extLst>
          </p:cNvPr>
          <p:cNvSpPr/>
          <p:nvPr/>
        </p:nvSpPr>
        <p:spPr>
          <a:xfrm>
            <a:off x="4304872" y="0"/>
            <a:ext cx="1530849"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600" b="1" noProof="0">
                <a:solidFill>
                  <a:srgbClr val="1FAAFF"/>
                </a:solidFill>
                <a:latin typeface="Aptos (Body)"/>
              </a:rPr>
              <a:t>TECHNOLOGY</a:t>
            </a:r>
            <a:endParaRPr lang="en-US" sz="1600" u="none" strike="noStrike" noProof="0">
              <a:solidFill>
                <a:schemeClr val="tx1"/>
              </a:solidFill>
              <a:effectLst/>
              <a:latin typeface="Aptos (Body)"/>
            </a:endParaRPr>
          </a:p>
        </p:txBody>
      </p:sp>
      <p:pic>
        <p:nvPicPr>
          <p:cNvPr id="9" name="Image 8">
            <a:extLst>
              <a:ext uri="{FF2B5EF4-FFF2-40B4-BE49-F238E27FC236}">
                <a16:creationId xmlns:a16="http://schemas.microsoft.com/office/drawing/2014/main" id="{95AEF8C1-C082-0EC2-C897-09325E89E09A}"/>
              </a:ext>
            </a:extLst>
          </p:cNvPr>
          <p:cNvPicPr>
            <a:picLocks noChangeAspect="1"/>
          </p:cNvPicPr>
          <p:nvPr/>
        </p:nvPicPr>
        <p:blipFill>
          <a:blip r:embed="rId3"/>
          <a:stretch>
            <a:fillRect/>
          </a:stretch>
        </p:blipFill>
        <p:spPr>
          <a:xfrm>
            <a:off x="4621745" y="-256850"/>
            <a:ext cx="807760" cy="807760"/>
          </a:xfrm>
          <a:prstGeom prst="rect">
            <a:avLst/>
          </a:prstGeom>
        </p:spPr>
      </p:pic>
      <p:graphicFrame>
        <p:nvGraphicFramePr>
          <p:cNvPr id="2" name="Tableau 6">
            <a:extLst>
              <a:ext uri="{FF2B5EF4-FFF2-40B4-BE49-F238E27FC236}">
                <a16:creationId xmlns:a16="http://schemas.microsoft.com/office/drawing/2014/main" id="{B8A9EFE8-98EB-AB55-9A46-1A8CA584F764}"/>
              </a:ext>
            </a:extLst>
          </p:cNvPr>
          <p:cNvGraphicFramePr>
            <a:graphicFrameLocks noGrp="1"/>
          </p:cNvGraphicFramePr>
          <p:nvPr>
            <p:extLst>
              <p:ext uri="{D42A27DB-BD31-4B8C-83A1-F6EECF244321}">
                <p14:modId xmlns:p14="http://schemas.microsoft.com/office/powerpoint/2010/main" val="524906375"/>
              </p:ext>
            </p:extLst>
          </p:nvPr>
        </p:nvGraphicFramePr>
        <p:xfrm>
          <a:off x="1059069" y="1853094"/>
          <a:ext cx="9331640" cy="3651085"/>
        </p:xfrm>
        <a:graphic>
          <a:graphicData uri="http://schemas.openxmlformats.org/drawingml/2006/table">
            <a:tbl>
              <a:tblPr firstRow="1" bandRow="1">
                <a:tableStyleId>{2D5ABB26-0587-4C30-8999-92F81FD0307C}</a:tableStyleId>
              </a:tblPr>
              <a:tblGrid>
                <a:gridCol w="3081491">
                  <a:extLst>
                    <a:ext uri="{9D8B030D-6E8A-4147-A177-3AD203B41FA5}">
                      <a16:colId xmlns:a16="http://schemas.microsoft.com/office/drawing/2014/main" val="3054052761"/>
                    </a:ext>
                  </a:extLst>
                </a:gridCol>
                <a:gridCol w="4629869">
                  <a:extLst>
                    <a:ext uri="{9D8B030D-6E8A-4147-A177-3AD203B41FA5}">
                      <a16:colId xmlns:a16="http://schemas.microsoft.com/office/drawing/2014/main" val="4192592569"/>
                    </a:ext>
                  </a:extLst>
                </a:gridCol>
                <a:gridCol w="1620280">
                  <a:extLst>
                    <a:ext uri="{9D8B030D-6E8A-4147-A177-3AD203B41FA5}">
                      <a16:colId xmlns:a16="http://schemas.microsoft.com/office/drawing/2014/main" val="2050222285"/>
                    </a:ext>
                  </a:extLst>
                </a:gridCol>
              </a:tblGrid>
              <a:tr h="298038">
                <a:tc>
                  <a:txBody>
                    <a:bodyPr/>
                    <a:lstStyle/>
                    <a:p>
                      <a:pPr algn="ctr"/>
                      <a:r>
                        <a:rPr lang="fr-FR" sz="2400" b="1">
                          <a:solidFill>
                            <a:srgbClr val="002060"/>
                          </a:solidFill>
                        </a:rPr>
                        <a:t>2024</a:t>
                      </a:r>
                      <a:endParaRPr lang="en-GB" sz="2400" b="1">
                        <a:solidFill>
                          <a:srgbClr val="002060"/>
                        </a:solidFill>
                      </a:endParaRPr>
                    </a:p>
                  </a:txBody>
                  <a:tcPr anchor="ctr"/>
                </a:tc>
                <a:tc>
                  <a:txBody>
                    <a:bodyPr/>
                    <a:lstStyle/>
                    <a:p>
                      <a:pPr algn="ctr"/>
                      <a:r>
                        <a:rPr lang="fr-FR" sz="2400" b="1">
                          <a:solidFill>
                            <a:srgbClr val="002060"/>
                          </a:solidFill>
                        </a:rPr>
                        <a:t>2025</a:t>
                      </a:r>
                      <a:endParaRPr lang="en-GB" sz="2400" b="1">
                        <a:solidFill>
                          <a:srgbClr val="002060"/>
                        </a:solidFill>
                      </a:endParaRPr>
                    </a:p>
                  </a:txBody>
                  <a:tcPr anchor="ctr"/>
                </a:tc>
                <a:tc>
                  <a:txBody>
                    <a:bodyPr/>
                    <a:lstStyle/>
                    <a:p>
                      <a:pPr algn="ctr"/>
                      <a:r>
                        <a:rPr lang="fr-FR" sz="2400" b="1">
                          <a:solidFill>
                            <a:srgbClr val="002060"/>
                          </a:solidFill>
                        </a:rPr>
                        <a:t>2026+</a:t>
                      </a:r>
                      <a:endParaRPr lang="en-GB" sz="2400" b="1">
                        <a:solidFill>
                          <a:srgbClr val="002060"/>
                        </a:solidFill>
                      </a:endParaRPr>
                    </a:p>
                  </a:txBody>
                  <a:tcPr anchor="ctr"/>
                </a:tc>
                <a:extLst>
                  <a:ext uri="{0D108BD9-81ED-4DB2-BD59-A6C34878D82A}">
                    <a16:rowId xmlns:a16="http://schemas.microsoft.com/office/drawing/2014/main" val="2110715082"/>
                  </a:ext>
                </a:extLst>
              </a:tr>
              <a:tr h="3193885">
                <a:tc>
                  <a:txBody>
                    <a:bodyPr/>
                    <a:lstStyle/>
                    <a:p>
                      <a:pPr algn="ctr"/>
                      <a:endParaRPr lang="en-GB" sz="1050"/>
                    </a:p>
                  </a:txBody>
                  <a:tcPr anchor="ctr"/>
                </a:tc>
                <a:tc>
                  <a:txBody>
                    <a:bodyPr/>
                    <a:lstStyle/>
                    <a:p>
                      <a:pPr algn="ctr"/>
                      <a:endParaRPr lang="en-GB" sz="1050"/>
                    </a:p>
                  </a:txBody>
                  <a:tcPr anchor="ctr"/>
                </a:tc>
                <a:tc>
                  <a:txBody>
                    <a:bodyPr/>
                    <a:lstStyle/>
                    <a:p>
                      <a:pPr algn="ctr"/>
                      <a:endParaRPr lang="en-GB" sz="1050"/>
                    </a:p>
                  </a:txBody>
                  <a:tcPr anchor="ctr"/>
                </a:tc>
                <a:extLst>
                  <a:ext uri="{0D108BD9-81ED-4DB2-BD59-A6C34878D82A}">
                    <a16:rowId xmlns:a16="http://schemas.microsoft.com/office/drawing/2014/main" val="3697671743"/>
                  </a:ext>
                </a:extLst>
              </a:tr>
            </a:tbl>
          </a:graphicData>
        </a:graphic>
      </p:graphicFrame>
      <p:grpSp>
        <p:nvGrpSpPr>
          <p:cNvPr id="5" name="Group 5">
            <a:extLst>
              <a:ext uri="{FF2B5EF4-FFF2-40B4-BE49-F238E27FC236}">
                <a16:creationId xmlns:a16="http://schemas.microsoft.com/office/drawing/2014/main" id="{461BECA2-C16D-A079-6EA2-DF51D461172E}"/>
              </a:ext>
            </a:extLst>
          </p:cNvPr>
          <p:cNvGrpSpPr/>
          <p:nvPr/>
        </p:nvGrpSpPr>
        <p:grpSpPr>
          <a:xfrm>
            <a:off x="1066956" y="4309530"/>
            <a:ext cx="9300275" cy="209308"/>
            <a:chOff x="2279234" y="1528087"/>
            <a:chExt cx="9300275" cy="209308"/>
          </a:xfrm>
        </p:grpSpPr>
        <p:sp>
          <p:nvSpPr>
            <p:cNvPr id="6" name="Arrow: Chevron 177">
              <a:extLst>
                <a:ext uri="{FF2B5EF4-FFF2-40B4-BE49-F238E27FC236}">
                  <a16:creationId xmlns:a16="http://schemas.microsoft.com/office/drawing/2014/main" id="{A8B0CDDE-EE91-2B5E-9256-BF76A64E2726}"/>
                </a:ext>
              </a:extLst>
            </p:cNvPr>
            <p:cNvSpPr/>
            <p:nvPr/>
          </p:nvSpPr>
          <p:spPr>
            <a:xfrm>
              <a:off x="5331636" y="1528087"/>
              <a:ext cx="6247873"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 DEMETER</a:t>
              </a:r>
              <a:r>
                <a:rPr lang="en-US" sz="1050" kern="0" noProof="0">
                  <a:solidFill>
                    <a:prstClr val="black"/>
                  </a:solidFill>
                </a:rPr>
                <a:t>  </a:t>
              </a:r>
              <a:r>
                <a:rPr lang="en-US" sz="1050" kern="0" noProof="0">
                  <a:solidFill>
                    <a:srgbClr val="2A33F5"/>
                  </a:solidFill>
                </a:rPr>
                <a:t>– Ongoing (started with BUH; SE to follow)</a:t>
              </a:r>
            </a:p>
          </p:txBody>
        </p:sp>
        <p:sp>
          <p:nvSpPr>
            <p:cNvPr id="12" name="Arrow: Chevron 177">
              <a:extLst>
                <a:ext uri="{FF2B5EF4-FFF2-40B4-BE49-F238E27FC236}">
                  <a16:creationId xmlns:a16="http://schemas.microsoft.com/office/drawing/2014/main" id="{F90EC19F-4D40-5210-6F56-714A1442E5D3}"/>
                </a:ext>
              </a:extLst>
            </p:cNvPr>
            <p:cNvSpPr/>
            <p:nvPr/>
          </p:nvSpPr>
          <p:spPr>
            <a:xfrm>
              <a:off x="2279234" y="1528087"/>
              <a:ext cx="3062910" cy="209308"/>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 tIns="60960" rIns="720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NTC: 2024 (PC24), Accurate GHG estimation </a:t>
              </a:r>
            </a:p>
          </p:txBody>
        </p:sp>
      </p:grpSp>
      <p:grpSp>
        <p:nvGrpSpPr>
          <p:cNvPr id="13" name="Group 9">
            <a:extLst>
              <a:ext uri="{FF2B5EF4-FFF2-40B4-BE49-F238E27FC236}">
                <a16:creationId xmlns:a16="http://schemas.microsoft.com/office/drawing/2014/main" id="{0CB4212A-7E73-8D3C-6528-F9B8C01A0821}"/>
              </a:ext>
            </a:extLst>
          </p:cNvPr>
          <p:cNvGrpSpPr/>
          <p:nvPr/>
        </p:nvGrpSpPr>
        <p:grpSpPr>
          <a:xfrm>
            <a:off x="1066956" y="4036332"/>
            <a:ext cx="9310786" cy="214446"/>
            <a:chOff x="2279234" y="1802023"/>
            <a:chExt cx="9310786" cy="214446"/>
          </a:xfrm>
        </p:grpSpPr>
        <p:sp>
          <p:nvSpPr>
            <p:cNvPr id="14" name="Arrow: Chevron 177">
              <a:extLst>
                <a:ext uri="{FF2B5EF4-FFF2-40B4-BE49-F238E27FC236}">
                  <a16:creationId xmlns:a16="http://schemas.microsoft.com/office/drawing/2014/main" id="{005C7703-5EE2-B8FF-74AC-DD96F9A504C9}"/>
                </a:ext>
              </a:extLst>
            </p:cNvPr>
            <p:cNvSpPr/>
            <p:nvPr/>
          </p:nvSpPr>
          <p:spPr>
            <a:xfrm>
              <a:off x="5342146" y="1807161"/>
              <a:ext cx="6247874"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 WiDe </a:t>
              </a:r>
              <a:r>
                <a:rPr lang="en-US" sz="1050" kern="0" noProof="0">
                  <a:solidFill>
                    <a:srgbClr val="2A33F5"/>
                  </a:solidFill>
                </a:rPr>
                <a:t>– </a:t>
              </a:r>
              <a:r>
                <a:rPr lang="en-US" sz="1050" kern="0">
                  <a:solidFill>
                    <a:srgbClr val="2A33F5"/>
                  </a:solidFill>
                </a:rPr>
                <a:t>O</a:t>
              </a:r>
              <a:r>
                <a:rPr lang="en-US" sz="1050" kern="0" noProof="0" err="1">
                  <a:solidFill>
                    <a:srgbClr val="2A33F5"/>
                  </a:solidFill>
                </a:rPr>
                <a:t>ngoing</a:t>
              </a:r>
              <a:r>
                <a:rPr lang="en-US" sz="1050" kern="0" noProof="0">
                  <a:solidFill>
                    <a:srgbClr val="2A33F5"/>
                  </a:solidFill>
                </a:rPr>
                <a:t> ( 1</a:t>
              </a:r>
              <a:r>
                <a:rPr lang="en-US" sz="1050" kern="0" baseline="30000" noProof="0">
                  <a:solidFill>
                    <a:srgbClr val="2A33F5"/>
                  </a:solidFill>
                </a:rPr>
                <a:t>st</a:t>
              </a:r>
              <a:r>
                <a:rPr lang="en-US" sz="1050" kern="0" noProof="0">
                  <a:solidFill>
                    <a:srgbClr val="2A33F5"/>
                  </a:solidFill>
                </a:rPr>
                <a:t> milestone – FAT finalization)</a:t>
              </a:r>
              <a:endParaRPr lang="en-US" sz="1050" kern="0" noProof="0">
                <a:solidFill>
                  <a:prstClr val="black"/>
                </a:solidFill>
              </a:endParaRPr>
            </a:p>
          </p:txBody>
        </p:sp>
        <p:sp>
          <p:nvSpPr>
            <p:cNvPr id="15" name="Arrow: Chevron 177">
              <a:extLst>
                <a:ext uri="{FF2B5EF4-FFF2-40B4-BE49-F238E27FC236}">
                  <a16:creationId xmlns:a16="http://schemas.microsoft.com/office/drawing/2014/main" id="{78A08577-BF6F-63C0-DCC5-71D56DBE8199}"/>
                </a:ext>
              </a:extLst>
            </p:cNvPr>
            <p:cNvSpPr/>
            <p:nvPr/>
          </p:nvSpPr>
          <p:spPr>
            <a:xfrm>
              <a:off x="2279234" y="1802023"/>
              <a:ext cx="3062910" cy="209308"/>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 tIns="60960" rIns="720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a:t>
              </a:r>
              <a:r>
                <a:rPr lang="en-US" sz="1000" kern="0" noProof="0">
                  <a:solidFill>
                    <a:schemeClr val="bg2">
                      <a:lumMod val="50000"/>
                    </a:schemeClr>
                  </a:solidFill>
                </a:rPr>
                <a:t>NTC: 2024, BC: 2-5% Better prod. allocation</a:t>
              </a:r>
              <a:endParaRPr lang="en-US" sz="900" kern="0" noProof="0">
                <a:solidFill>
                  <a:schemeClr val="bg2">
                    <a:lumMod val="50000"/>
                  </a:schemeClr>
                </a:solidFill>
              </a:endParaRPr>
            </a:p>
          </p:txBody>
        </p:sp>
      </p:grpSp>
      <p:grpSp>
        <p:nvGrpSpPr>
          <p:cNvPr id="17" name="Group 16">
            <a:extLst>
              <a:ext uri="{FF2B5EF4-FFF2-40B4-BE49-F238E27FC236}">
                <a16:creationId xmlns:a16="http://schemas.microsoft.com/office/drawing/2014/main" id="{7E40C9EC-FAF6-F00E-EA25-682608503295}"/>
              </a:ext>
            </a:extLst>
          </p:cNvPr>
          <p:cNvGrpSpPr/>
          <p:nvPr/>
        </p:nvGrpSpPr>
        <p:grpSpPr>
          <a:xfrm>
            <a:off x="1066956" y="4577590"/>
            <a:ext cx="9310786" cy="217407"/>
            <a:chOff x="2279234" y="2075960"/>
            <a:chExt cx="9310786" cy="217407"/>
          </a:xfrm>
        </p:grpSpPr>
        <p:sp>
          <p:nvSpPr>
            <p:cNvPr id="18" name="Arrow: Chevron 177">
              <a:extLst>
                <a:ext uri="{FF2B5EF4-FFF2-40B4-BE49-F238E27FC236}">
                  <a16:creationId xmlns:a16="http://schemas.microsoft.com/office/drawing/2014/main" id="{A21B51C4-78C2-352A-2C6B-D2A68173FD28}"/>
                </a:ext>
              </a:extLst>
            </p:cNvPr>
            <p:cNvSpPr/>
            <p:nvPr/>
          </p:nvSpPr>
          <p:spPr>
            <a:xfrm>
              <a:off x="5342146" y="2075960"/>
              <a:ext cx="6247874"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Asphaltene Inhibitor Injection </a:t>
              </a:r>
              <a:r>
                <a:rPr lang="en-US" sz="1050" kern="0" noProof="0">
                  <a:solidFill>
                    <a:prstClr val="black"/>
                  </a:solidFill>
                </a:rPr>
                <a:t>– </a:t>
              </a:r>
              <a:r>
                <a:rPr lang="en-US" sz="1050" kern="0">
                  <a:solidFill>
                    <a:srgbClr val="2A33F5"/>
                  </a:solidFill>
                </a:rPr>
                <a:t>Ongoing (samples collected, </a:t>
              </a:r>
              <a:r>
                <a:rPr lang="en-US" sz="1050" kern="0" err="1">
                  <a:solidFill>
                    <a:srgbClr val="2A33F5"/>
                  </a:solidFill>
                </a:rPr>
                <a:t>en</a:t>
              </a:r>
              <a:r>
                <a:rPr lang="en-US" sz="1050" kern="0">
                  <a:solidFill>
                    <a:srgbClr val="2A33F5"/>
                  </a:solidFill>
                </a:rPr>
                <a:t> route to lab in France)</a:t>
              </a:r>
              <a:endParaRPr lang="en-US" sz="1050" kern="0" noProof="0">
                <a:solidFill>
                  <a:prstClr val="black"/>
                </a:solidFill>
              </a:endParaRPr>
            </a:p>
          </p:txBody>
        </p:sp>
        <p:sp>
          <p:nvSpPr>
            <p:cNvPr id="19" name="Arrow: Chevron 177">
              <a:extLst>
                <a:ext uri="{FF2B5EF4-FFF2-40B4-BE49-F238E27FC236}">
                  <a16:creationId xmlns:a16="http://schemas.microsoft.com/office/drawing/2014/main" id="{6B71BBD8-0DC6-B37D-5A02-EFD45B539358}"/>
                </a:ext>
              </a:extLst>
            </p:cNvPr>
            <p:cNvSpPr/>
            <p:nvPr/>
          </p:nvSpPr>
          <p:spPr>
            <a:xfrm>
              <a:off x="2279234" y="2084059"/>
              <a:ext cx="3062910" cy="209308"/>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 tIns="60960" rIns="720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Trial approved, expected well uptime to 90%</a:t>
              </a:r>
            </a:p>
          </p:txBody>
        </p:sp>
      </p:grpSp>
      <p:grpSp>
        <p:nvGrpSpPr>
          <p:cNvPr id="20" name="Group 44">
            <a:extLst>
              <a:ext uri="{FF2B5EF4-FFF2-40B4-BE49-F238E27FC236}">
                <a16:creationId xmlns:a16="http://schemas.microsoft.com/office/drawing/2014/main" id="{6C8FA554-8E49-7C5A-715B-DB8CEA3CFE9C}"/>
              </a:ext>
            </a:extLst>
          </p:cNvPr>
          <p:cNvGrpSpPr/>
          <p:nvPr/>
        </p:nvGrpSpPr>
        <p:grpSpPr>
          <a:xfrm>
            <a:off x="1066956" y="4853749"/>
            <a:ext cx="9310786" cy="214573"/>
            <a:chOff x="2279234" y="2617430"/>
            <a:chExt cx="9310786" cy="214573"/>
          </a:xfrm>
        </p:grpSpPr>
        <p:sp>
          <p:nvSpPr>
            <p:cNvPr id="21" name="Arrow: Chevron 177">
              <a:extLst>
                <a:ext uri="{FF2B5EF4-FFF2-40B4-BE49-F238E27FC236}">
                  <a16:creationId xmlns:a16="http://schemas.microsoft.com/office/drawing/2014/main" id="{B3EA3FFF-BC75-9D71-4072-67584A2ACE53}"/>
                </a:ext>
              </a:extLst>
            </p:cNvPr>
            <p:cNvSpPr/>
            <p:nvPr/>
          </p:nvSpPr>
          <p:spPr>
            <a:xfrm>
              <a:off x="5342144" y="2622695"/>
              <a:ext cx="6247876"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 Asphaltene Cleaner High Flash  - </a:t>
              </a:r>
              <a:r>
                <a:rPr lang="en-US" sz="1050" kern="0" noProof="0">
                  <a:solidFill>
                    <a:srgbClr val="2A33F5"/>
                  </a:solidFill>
                </a:rPr>
                <a:t>Feasibility study planned </a:t>
              </a:r>
              <a:r>
                <a:rPr lang="en-US" sz="1050" kern="0">
                  <a:solidFill>
                    <a:srgbClr val="2A33F5"/>
                  </a:solidFill>
                </a:rPr>
                <a:t>Dec</a:t>
              </a:r>
              <a:r>
                <a:rPr lang="en-US" sz="1050" kern="0" noProof="0">
                  <a:solidFill>
                    <a:srgbClr val="2A33F5"/>
                  </a:solidFill>
                </a:rPr>
                <a:t>-25 </a:t>
              </a:r>
            </a:p>
          </p:txBody>
        </p:sp>
        <p:sp>
          <p:nvSpPr>
            <p:cNvPr id="22" name="Arrow: Chevron 177">
              <a:extLst>
                <a:ext uri="{FF2B5EF4-FFF2-40B4-BE49-F238E27FC236}">
                  <a16:creationId xmlns:a16="http://schemas.microsoft.com/office/drawing/2014/main" id="{290C8C2C-E4ED-9FE0-CA55-AE0E64B6BA31}"/>
                </a:ext>
              </a:extLst>
            </p:cNvPr>
            <p:cNvSpPr/>
            <p:nvPr/>
          </p:nvSpPr>
          <p:spPr>
            <a:xfrm>
              <a:off x="2279234" y="2617430"/>
              <a:ext cx="3062910" cy="209308"/>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a:t>
              </a:r>
              <a:r>
                <a:rPr lang="en-US" sz="1000" kern="0" noProof="0" err="1">
                  <a:solidFill>
                    <a:schemeClr val="bg2">
                      <a:lumMod val="50000"/>
                    </a:schemeClr>
                  </a:solidFill>
                </a:rPr>
                <a:t>TechRoad</a:t>
              </a:r>
              <a:r>
                <a:rPr lang="en-US" sz="1000" kern="0" noProof="0">
                  <a:solidFill>
                    <a:schemeClr val="bg2">
                      <a:lumMod val="50000"/>
                    </a:schemeClr>
                  </a:solidFill>
                </a:rPr>
                <a:t> 2024 selected for trial</a:t>
              </a:r>
              <a:endParaRPr lang="en-US" sz="900" kern="0" noProof="0">
                <a:solidFill>
                  <a:schemeClr val="bg2">
                    <a:lumMod val="50000"/>
                  </a:schemeClr>
                </a:solidFill>
              </a:endParaRPr>
            </a:p>
          </p:txBody>
        </p:sp>
      </p:grpSp>
      <p:grpSp>
        <p:nvGrpSpPr>
          <p:cNvPr id="23" name="Group 49">
            <a:extLst>
              <a:ext uri="{FF2B5EF4-FFF2-40B4-BE49-F238E27FC236}">
                <a16:creationId xmlns:a16="http://schemas.microsoft.com/office/drawing/2014/main" id="{FF28DC9A-C0E7-A360-2FAB-2779C6C66F12}"/>
              </a:ext>
            </a:extLst>
          </p:cNvPr>
          <p:cNvGrpSpPr/>
          <p:nvPr/>
        </p:nvGrpSpPr>
        <p:grpSpPr>
          <a:xfrm>
            <a:off x="1066956" y="5127075"/>
            <a:ext cx="9310785" cy="220666"/>
            <a:chOff x="2279234" y="2883322"/>
            <a:chExt cx="9310785" cy="220666"/>
          </a:xfrm>
        </p:grpSpPr>
        <p:sp>
          <p:nvSpPr>
            <p:cNvPr id="24" name="Arrow: Chevron 177">
              <a:extLst>
                <a:ext uri="{FF2B5EF4-FFF2-40B4-BE49-F238E27FC236}">
                  <a16:creationId xmlns:a16="http://schemas.microsoft.com/office/drawing/2014/main" id="{C70B6923-AF2B-8012-FDBC-3CA1C5B2BFBF}"/>
                </a:ext>
              </a:extLst>
            </p:cNvPr>
            <p:cNvSpPr/>
            <p:nvPr/>
          </p:nvSpPr>
          <p:spPr>
            <a:xfrm>
              <a:off x="5342142" y="2894680"/>
              <a:ext cx="6247877"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 Integrated solutions to mitigate loading risks</a:t>
              </a:r>
              <a:r>
                <a:rPr lang="en-US" sz="900" b="1" kern="0" noProof="0">
                  <a:solidFill>
                    <a:prstClr val="black"/>
                  </a:solidFill>
                </a:rPr>
                <a:t> </a:t>
              </a:r>
              <a:r>
                <a:rPr lang="en-US" sz="900" kern="0" noProof="0">
                  <a:solidFill>
                    <a:prstClr val="black"/>
                  </a:solidFill>
                </a:rPr>
                <a:t>(Business Case to develop) </a:t>
              </a:r>
              <a:endParaRPr lang="en-US" sz="1050" kern="0" noProof="0">
                <a:solidFill>
                  <a:prstClr val="black"/>
                </a:solidFill>
              </a:endParaRPr>
            </a:p>
          </p:txBody>
        </p:sp>
        <p:sp>
          <p:nvSpPr>
            <p:cNvPr id="25" name="Arrow: Chevron 177">
              <a:extLst>
                <a:ext uri="{FF2B5EF4-FFF2-40B4-BE49-F238E27FC236}">
                  <a16:creationId xmlns:a16="http://schemas.microsoft.com/office/drawing/2014/main" id="{EE720C03-2DF4-04EB-9E2B-D5411946AC13}"/>
                </a:ext>
              </a:extLst>
            </p:cNvPr>
            <p:cNvSpPr/>
            <p:nvPr/>
          </p:nvSpPr>
          <p:spPr>
            <a:xfrm>
              <a:off x="2279234" y="2883322"/>
              <a:ext cx="3062910" cy="209308"/>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a:t>
              </a:r>
              <a:r>
                <a:rPr lang="en-US" sz="1000" kern="0" noProof="0" err="1">
                  <a:solidFill>
                    <a:schemeClr val="bg2">
                      <a:lumMod val="50000"/>
                    </a:schemeClr>
                  </a:solidFill>
                </a:rPr>
                <a:t>TechRoad</a:t>
              </a:r>
              <a:r>
                <a:rPr lang="en-US" sz="1000" kern="0" noProof="0">
                  <a:solidFill>
                    <a:schemeClr val="bg2">
                      <a:lumMod val="50000"/>
                    </a:schemeClr>
                  </a:solidFill>
                </a:rPr>
                <a:t> 2024 selected for </a:t>
              </a:r>
              <a:r>
                <a:rPr lang="en-US" sz="1000" kern="0">
                  <a:solidFill>
                    <a:schemeClr val="bg2">
                      <a:lumMod val="50000"/>
                    </a:schemeClr>
                  </a:solidFill>
                </a:rPr>
                <a:t>trial</a:t>
              </a:r>
              <a:endParaRPr lang="en-US" sz="900" kern="0" noProof="0">
                <a:solidFill>
                  <a:schemeClr val="bg2">
                    <a:lumMod val="50000"/>
                  </a:schemeClr>
                </a:solidFill>
              </a:endParaRPr>
            </a:p>
          </p:txBody>
        </p:sp>
      </p:grpSp>
      <p:grpSp>
        <p:nvGrpSpPr>
          <p:cNvPr id="26" name="Group 53">
            <a:extLst>
              <a:ext uri="{FF2B5EF4-FFF2-40B4-BE49-F238E27FC236}">
                <a16:creationId xmlns:a16="http://schemas.microsoft.com/office/drawing/2014/main" id="{5ADB6B4E-211E-3A5C-DB97-B7653216A41E}"/>
              </a:ext>
            </a:extLst>
          </p:cNvPr>
          <p:cNvGrpSpPr/>
          <p:nvPr/>
        </p:nvGrpSpPr>
        <p:grpSpPr>
          <a:xfrm>
            <a:off x="1066956" y="3756914"/>
            <a:ext cx="9310785" cy="220666"/>
            <a:chOff x="2292201" y="3157649"/>
            <a:chExt cx="9310785" cy="220666"/>
          </a:xfrm>
        </p:grpSpPr>
        <p:sp>
          <p:nvSpPr>
            <p:cNvPr id="27" name="Arrow: Chevron 177">
              <a:extLst>
                <a:ext uri="{FF2B5EF4-FFF2-40B4-BE49-F238E27FC236}">
                  <a16:creationId xmlns:a16="http://schemas.microsoft.com/office/drawing/2014/main" id="{E2AB3175-D9A7-41AF-C28B-92B4DC8C8796}"/>
                </a:ext>
              </a:extLst>
            </p:cNvPr>
            <p:cNvSpPr/>
            <p:nvPr/>
          </p:nvSpPr>
          <p:spPr>
            <a:xfrm>
              <a:off x="5355109" y="3169007"/>
              <a:ext cx="6247877"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 </a:t>
              </a:r>
              <a:r>
                <a:rPr lang="en-US" sz="1050" b="1" kern="0" noProof="0" err="1">
                  <a:solidFill>
                    <a:prstClr val="black"/>
                  </a:solidFill>
                </a:rPr>
                <a:t>RotaCem</a:t>
              </a:r>
              <a:r>
                <a:rPr lang="en-US" sz="1050" b="1" kern="0" noProof="0">
                  <a:solidFill>
                    <a:prstClr val="black"/>
                  </a:solidFill>
                </a:rPr>
                <a:t> </a:t>
              </a:r>
              <a:r>
                <a:rPr lang="en-US" sz="1050" kern="0" noProof="0">
                  <a:solidFill>
                    <a:prstClr val="black"/>
                  </a:solidFill>
                </a:rPr>
                <a:t> </a:t>
              </a:r>
              <a:r>
                <a:rPr lang="en-US" sz="1050" kern="0" noProof="0">
                  <a:solidFill>
                    <a:srgbClr val="2A33F5"/>
                  </a:solidFill>
                </a:rPr>
                <a:t>– Waiting for signature to start the pilot</a:t>
              </a:r>
              <a:endParaRPr lang="en-US" sz="1050" kern="0" noProof="0">
                <a:solidFill>
                  <a:prstClr val="black"/>
                </a:solidFill>
              </a:endParaRPr>
            </a:p>
          </p:txBody>
        </p:sp>
        <p:sp>
          <p:nvSpPr>
            <p:cNvPr id="28" name="Arrow: Chevron 177">
              <a:extLst>
                <a:ext uri="{FF2B5EF4-FFF2-40B4-BE49-F238E27FC236}">
                  <a16:creationId xmlns:a16="http://schemas.microsoft.com/office/drawing/2014/main" id="{80F36903-12F9-ED90-3216-58C1C719D30D}"/>
                </a:ext>
              </a:extLst>
            </p:cNvPr>
            <p:cNvSpPr/>
            <p:nvPr/>
          </p:nvSpPr>
          <p:spPr>
            <a:xfrm>
              <a:off x="2292201" y="3157649"/>
              <a:ext cx="3062910" cy="209308"/>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a:t>
              </a:r>
              <a:r>
                <a:rPr lang="en-US" sz="1000" kern="0" noProof="0">
                  <a:solidFill>
                    <a:schemeClr val="bg2">
                      <a:lumMod val="50000"/>
                    </a:schemeClr>
                  </a:solidFill>
                </a:rPr>
                <a:t>NTC: 2024</a:t>
              </a:r>
              <a:endParaRPr lang="en-US" sz="900" kern="0" noProof="0">
                <a:solidFill>
                  <a:schemeClr val="bg2">
                    <a:lumMod val="50000"/>
                  </a:schemeClr>
                </a:solidFill>
              </a:endParaRPr>
            </a:p>
          </p:txBody>
        </p:sp>
      </p:grpSp>
      <p:grpSp>
        <p:nvGrpSpPr>
          <p:cNvPr id="29" name="Group 58">
            <a:extLst>
              <a:ext uri="{FF2B5EF4-FFF2-40B4-BE49-F238E27FC236}">
                <a16:creationId xmlns:a16="http://schemas.microsoft.com/office/drawing/2014/main" id="{AE5DFF77-D484-2C10-A99E-DED0AC1DA24E}"/>
              </a:ext>
            </a:extLst>
          </p:cNvPr>
          <p:cNvGrpSpPr/>
          <p:nvPr/>
        </p:nvGrpSpPr>
        <p:grpSpPr>
          <a:xfrm>
            <a:off x="1086203" y="3479417"/>
            <a:ext cx="9278569" cy="210647"/>
            <a:chOff x="1662235" y="1258241"/>
            <a:chExt cx="9927783" cy="210647"/>
          </a:xfrm>
        </p:grpSpPr>
        <p:sp>
          <p:nvSpPr>
            <p:cNvPr id="30" name="Arrow: Chevron 177">
              <a:extLst>
                <a:ext uri="{FF2B5EF4-FFF2-40B4-BE49-F238E27FC236}">
                  <a16:creationId xmlns:a16="http://schemas.microsoft.com/office/drawing/2014/main" id="{AC934833-F97B-FABB-5B80-929D36CE0CBA}"/>
                </a:ext>
              </a:extLst>
            </p:cNvPr>
            <p:cNvSpPr/>
            <p:nvPr/>
          </p:nvSpPr>
          <p:spPr>
            <a:xfrm>
              <a:off x="4941176" y="1258241"/>
              <a:ext cx="5037601" cy="201210"/>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kern="0" noProof="0">
                  <a:solidFill>
                    <a:prstClr val="black"/>
                  </a:solidFill>
                </a:rPr>
                <a:t> </a:t>
              </a:r>
              <a:r>
                <a:rPr lang="en-US" sz="1050" b="1" kern="0" noProof="0">
                  <a:solidFill>
                    <a:prstClr val="black"/>
                  </a:solidFill>
                </a:rPr>
                <a:t>Tank Viscometer for Polymer injection </a:t>
              </a:r>
              <a:r>
                <a:rPr lang="en-US" sz="1050" kern="0" noProof="0">
                  <a:solidFill>
                    <a:srgbClr val="2A33F5"/>
                  </a:solidFill>
                </a:rPr>
                <a:t>– </a:t>
              </a:r>
              <a:r>
                <a:rPr lang="en-US" sz="1000" kern="0" noProof="0">
                  <a:solidFill>
                    <a:srgbClr val="2A33F5"/>
                  </a:solidFill>
                </a:rPr>
                <a:t>Started but temporarily S/D</a:t>
              </a:r>
              <a:endParaRPr lang="en-US" sz="1050" kern="0" noProof="0">
                <a:solidFill>
                  <a:srgbClr val="2A33F5"/>
                </a:solidFill>
              </a:endParaRPr>
            </a:p>
          </p:txBody>
        </p:sp>
        <p:sp>
          <p:nvSpPr>
            <p:cNvPr id="31" name="Arrow: Chevron 177">
              <a:extLst>
                <a:ext uri="{FF2B5EF4-FFF2-40B4-BE49-F238E27FC236}">
                  <a16:creationId xmlns:a16="http://schemas.microsoft.com/office/drawing/2014/main" id="{7B801841-D291-F0CD-8AF0-DA191C461C07}"/>
                </a:ext>
              </a:extLst>
            </p:cNvPr>
            <p:cNvSpPr/>
            <p:nvPr/>
          </p:nvSpPr>
          <p:spPr>
            <a:xfrm>
              <a:off x="9930050" y="1258241"/>
              <a:ext cx="1659968"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r>
                <a:rPr lang="en-US" sz="1050" kern="0" noProof="0">
                  <a:solidFill>
                    <a:prstClr val="black"/>
                  </a:solidFill>
                </a:rPr>
                <a:t>   Operations</a:t>
              </a:r>
            </a:p>
          </p:txBody>
        </p:sp>
        <p:sp>
          <p:nvSpPr>
            <p:cNvPr id="32" name="Arrow: Chevron 177">
              <a:extLst>
                <a:ext uri="{FF2B5EF4-FFF2-40B4-BE49-F238E27FC236}">
                  <a16:creationId xmlns:a16="http://schemas.microsoft.com/office/drawing/2014/main" id="{B1D1FB03-137B-62BC-AB0D-B5AA2BAF38C3}"/>
                </a:ext>
              </a:extLst>
            </p:cNvPr>
            <p:cNvSpPr/>
            <p:nvPr/>
          </p:nvSpPr>
          <p:spPr>
            <a:xfrm>
              <a:off x="1662235" y="1267678"/>
              <a:ext cx="3242748" cy="201210"/>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a:t>
              </a:r>
            </a:p>
          </p:txBody>
        </p:sp>
      </p:grpSp>
      <p:sp>
        <p:nvSpPr>
          <p:cNvPr id="33" name="Arrow: Chevron 177">
            <a:extLst>
              <a:ext uri="{FF2B5EF4-FFF2-40B4-BE49-F238E27FC236}">
                <a16:creationId xmlns:a16="http://schemas.microsoft.com/office/drawing/2014/main" id="{3293DBC3-DE6C-391D-FC24-38132167F991}"/>
              </a:ext>
            </a:extLst>
          </p:cNvPr>
          <p:cNvSpPr/>
          <p:nvPr/>
        </p:nvSpPr>
        <p:spPr>
          <a:xfrm>
            <a:off x="1076677" y="2532013"/>
            <a:ext cx="3053188" cy="287094"/>
          </a:xfrm>
          <a:prstGeom prst="chevron">
            <a:avLst/>
          </a:prstGeom>
          <a:solidFill>
            <a:srgbClr val="92D050"/>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a:t>
            </a:r>
            <a:r>
              <a:rPr lang="en-US" sz="1000" b="1" kern="0" noProof="0">
                <a:solidFill>
                  <a:srgbClr val="0070C0"/>
                </a:solidFill>
              </a:rPr>
              <a:t>KAPPA Automate </a:t>
            </a:r>
            <a:r>
              <a:rPr lang="en-US" sz="1000" kern="0" noProof="0">
                <a:solidFill>
                  <a:srgbClr val="0070C0"/>
                </a:solidFill>
              </a:rPr>
              <a:t>– pilot completed</a:t>
            </a:r>
          </a:p>
          <a:p>
            <a:pPr defTabSz="1219170"/>
            <a:r>
              <a:rPr lang="en-US" sz="1000" b="1" kern="0" noProof="0">
                <a:solidFill>
                  <a:srgbClr val="0070C0"/>
                </a:solidFill>
              </a:rPr>
              <a:t>        </a:t>
            </a:r>
            <a:r>
              <a:rPr lang="en-US" sz="900" b="1" kern="0" noProof="0">
                <a:solidFill>
                  <a:srgbClr val="0070C0"/>
                </a:solidFill>
              </a:rPr>
              <a:t>OPEX reduction: 2M$/y</a:t>
            </a:r>
          </a:p>
        </p:txBody>
      </p:sp>
      <p:sp>
        <p:nvSpPr>
          <p:cNvPr id="34" name="Arrow: Chevron 177">
            <a:extLst>
              <a:ext uri="{FF2B5EF4-FFF2-40B4-BE49-F238E27FC236}">
                <a16:creationId xmlns:a16="http://schemas.microsoft.com/office/drawing/2014/main" id="{E4DD9200-19A7-8729-8B04-EF4BE348A61D}"/>
              </a:ext>
            </a:extLst>
          </p:cNvPr>
          <p:cNvSpPr/>
          <p:nvPr/>
        </p:nvSpPr>
        <p:spPr>
          <a:xfrm>
            <a:off x="1086208" y="2256600"/>
            <a:ext cx="3043658" cy="237910"/>
          </a:xfrm>
          <a:prstGeom prst="chevron">
            <a:avLst/>
          </a:prstGeom>
          <a:solidFill>
            <a:srgbClr val="92D050"/>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srgbClr val="0070C0"/>
                </a:solidFill>
              </a:rPr>
              <a:t>        SAFT Batteries </a:t>
            </a:r>
            <a:r>
              <a:rPr lang="en-US" sz="1000" kern="0" noProof="0">
                <a:solidFill>
                  <a:srgbClr val="0070C0"/>
                </a:solidFill>
              </a:rPr>
              <a:t>–  pilot completed</a:t>
            </a:r>
            <a:endParaRPr lang="en-US" sz="800" kern="0" noProof="0">
              <a:solidFill>
                <a:srgbClr val="0070C0"/>
              </a:solidFill>
            </a:endParaRPr>
          </a:p>
        </p:txBody>
      </p:sp>
      <p:sp>
        <p:nvSpPr>
          <p:cNvPr id="35" name="Arrow: Chevron 177">
            <a:extLst>
              <a:ext uri="{FF2B5EF4-FFF2-40B4-BE49-F238E27FC236}">
                <a16:creationId xmlns:a16="http://schemas.microsoft.com/office/drawing/2014/main" id="{4AA62523-EA19-81C4-3EE7-C75FC39EE273}"/>
              </a:ext>
            </a:extLst>
          </p:cNvPr>
          <p:cNvSpPr/>
          <p:nvPr/>
        </p:nvSpPr>
        <p:spPr>
          <a:xfrm>
            <a:off x="1059068" y="2856610"/>
            <a:ext cx="3083762" cy="287094"/>
          </a:xfrm>
          <a:prstGeom prst="chevron">
            <a:avLst/>
          </a:prstGeom>
          <a:solidFill>
            <a:srgbClr val="92D050"/>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b="1" kern="0" noProof="0">
                <a:solidFill>
                  <a:schemeClr val="bg2">
                    <a:lumMod val="50000"/>
                  </a:schemeClr>
                </a:solidFill>
              </a:rPr>
              <a:t>         </a:t>
            </a:r>
            <a:r>
              <a:rPr lang="en-US" sz="1000" b="1" kern="0" noProof="0">
                <a:solidFill>
                  <a:srgbClr val="0070C0"/>
                </a:solidFill>
              </a:rPr>
              <a:t>Drilling Rig Automation </a:t>
            </a:r>
            <a:r>
              <a:rPr lang="en-US" sz="1000" kern="0" noProof="0">
                <a:solidFill>
                  <a:srgbClr val="0070C0"/>
                </a:solidFill>
              </a:rPr>
              <a:t>(PC24)</a:t>
            </a:r>
          </a:p>
          <a:p>
            <a:pPr defTabSz="1219170"/>
            <a:r>
              <a:rPr lang="en-US" sz="1000" kern="0" noProof="0">
                <a:solidFill>
                  <a:srgbClr val="0070C0"/>
                </a:solidFill>
              </a:rPr>
              <a:t>        </a:t>
            </a:r>
            <a:r>
              <a:rPr lang="en-US" sz="900" b="1" kern="0" noProof="0">
                <a:solidFill>
                  <a:srgbClr val="0070C0"/>
                </a:solidFill>
              </a:rPr>
              <a:t>Expected Performance improvement: 5%</a:t>
            </a:r>
            <a:endParaRPr lang="en-US" sz="800" b="1" kern="0" noProof="0">
              <a:solidFill>
                <a:srgbClr val="0070C0"/>
              </a:solidFill>
            </a:endParaRPr>
          </a:p>
        </p:txBody>
      </p:sp>
      <p:grpSp>
        <p:nvGrpSpPr>
          <p:cNvPr id="36" name="Group 66">
            <a:extLst>
              <a:ext uri="{FF2B5EF4-FFF2-40B4-BE49-F238E27FC236}">
                <a16:creationId xmlns:a16="http://schemas.microsoft.com/office/drawing/2014/main" id="{4F72A0CD-4EE5-AF03-077B-EF86A25A7CA3}"/>
              </a:ext>
            </a:extLst>
          </p:cNvPr>
          <p:cNvGrpSpPr/>
          <p:nvPr/>
        </p:nvGrpSpPr>
        <p:grpSpPr>
          <a:xfrm>
            <a:off x="1086203" y="3194488"/>
            <a:ext cx="9304504" cy="244456"/>
            <a:chOff x="1198181" y="1261165"/>
            <a:chExt cx="9304504" cy="244456"/>
          </a:xfrm>
        </p:grpSpPr>
        <p:sp>
          <p:nvSpPr>
            <p:cNvPr id="37" name="Arrow: Chevron 177">
              <a:extLst>
                <a:ext uri="{FF2B5EF4-FFF2-40B4-BE49-F238E27FC236}">
                  <a16:creationId xmlns:a16="http://schemas.microsoft.com/office/drawing/2014/main" id="{AB6A1E37-B273-BC0F-2AAA-CDA426095AC7}"/>
                </a:ext>
              </a:extLst>
            </p:cNvPr>
            <p:cNvSpPr/>
            <p:nvPr/>
          </p:nvSpPr>
          <p:spPr>
            <a:xfrm>
              <a:off x="4241838" y="1261165"/>
              <a:ext cx="4623671" cy="242496"/>
            </a:xfrm>
            <a:prstGeom prst="chevron">
              <a:avLst>
                <a:gd name="adj" fmla="val 55044"/>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400" b="1" kern="0" noProof="0">
                  <a:solidFill>
                    <a:prstClr val="black"/>
                  </a:solidFill>
                </a:rPr>
                <a:t>AIDT (TECHROAD) </a:t>
              </a:r>
              <a:r>
                <a:rPr lang="en-US" sz="1200" kern="0" noProof="0">
                  <a:solidFill>
                    <a:srgbClr val="2A33F5"/>
                  </a:solidFill>
                </a:rPr>
                <a:t>– 23 proposals</a:t>
              </a:r>
              <a:endParaRPr lang="en-US" sz="1400" kern="0" noProof="0">
                <a:solidFill>
                  <a:srgbClr val="2A33F5"/>
                </a:solidFill>
              </a:endParaRPr>
            </a:p>
          </p:txBody>
        </p:sp>
        <p:sp>
          <p:nvSpPr>
            <p:cNvPr id="38" name="Arrow: Chevron 177">
              <a:extLst>
                <a:ext uri="{FF2B5EF4-FFF2-40B4-BE49-F238E27FC236}">
                  <a16:creationId xmlns:a16="http://schemas.microsoft.com/office/drawing/2014/main" id="{F304F965-66D4-B2C3-CDDF-0DCEC96E984E}"/>
                </a:ext>
              </a:extLst>
            </p:cNvPr>
            <p:cNvSpPr/>
            <p:nvPr/>
          </p:nvSpPr>
          <p:spPr>
            <a:xfrm>
              <a:off x="1198181" y="1263124"/>
              <a:ext cx="3043658" cy="242496"/>
            </a:xfrm>
            <a:prstGeom prst="chevron">
              <a:avLst/>
            </a:prstGeom>
            <a:solidFill>
              <a:srgbClr val="92D050"/>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r>
                <a:rPr lang="en-US" sz="1000" b="1" kern="0" noProof="0">
                  <a:solidFill>
                    <a:srgbClr val="0070C0"/>
                  </a:solidFill>
                </a:rPr>
                <a:t>TECHROAD: 40+ Technologies proposed</a:t>
              </a:r>
              <a:endParaRPr lang="en-US" sz="900" b="1" kern="0" noProof="0">
                <a:solidFill>
                  <a:srgbClr val="0070C0"/>
                </a:solidFill>
              </a:endParaRPr>
            </a:p>
          </p:txBody>
        </p:sp>
        <p:sp>
          <p:nvSpPr>
            <p:cNvPr id="39" name="Arrow: Chevron 177">
              <a:extLst>
                <a:ext uri="{FF2B5EF4-FFF2-40B4-BE49-F238E27FC236}">
                  <a16:creationId xmlns:a16="http://schemas.microsoft.com/office/drawing/2014/main" id="{72984802-D303-E749-9840-5D58E2C93B36}"/>
                </a:ext>
              </a:extLst>
            </p:cNvPr>
            <p:cNvSpPr/>
            <p:nvPr/>
          </p:nvSpPr>
          <p:spPr>
            <a:xfrm>
              <a:off x="8816782" y="1276331"/>
              <a:ext cx="1685903" cy="229290"/>
            </a:xfrm>
            <a:prstGeom prst="chevron">
              <a:avLst>
                <a:gd name="adj" fmla="val 55044"/>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endParaRPr lang="en-US" b="1" kern="0" noProof="0">
                <a:solidFill>
                  <a:prstClr val="black"/>
                </a:solidFill>
              </a:endParaRPr>
            </a:p>
          </p:txBody>
        </p:sp>
      </p:grpSp>
      <p:grpSp>
        <p:nvGrpSpPr>
          <p:cNvPr id="40" name="Group 49">
            <a:extLst>
              <a:ext uri="{FF2B5EF4-FFF2-40B4-BE49-F238E27FC236}">
                <a16:creationId xmlns:a16="http://schemas.microsoft.com/office/drawing/2014/main" id="{5CB561DE-FF2B-634B-62BB-DF94EBCE1572}"/>
              </a:ext>
            </a:extLst>
          </p:cNvPr>
          <p:cNvGrpSpPr/>
          <p:nvPr/>
        </p:nvGrpSpPr>
        <p:grpSpPr>
          <a:xfrm>
            <a:off x="1053986" y="5418569"/>
            <a:ext cx="9310785" cy="184613"/>
            <a:chOff x="2279234" y="2883322"/>
            <a:chExt cx="8662413" cy="184613"/>
          </a:xfrm>
        </p:grpSpPr>
        <p:sp>
          <p:nvSpPr>
            <p:cNvPr id="41" name="Arrow: Chevron 177">
              <a:extLst>
                <a:ext uri="{FF2B5EF4-FFF2-40B4-BE49-F238E27FC236}">
                  <a16:creationId xmlns:a16="http://schemas.microsoft.com/office/drawing/2014/main" id="{6CAA84F3-26AE-D5A9-1BAA-BEF493379F82}"/>
                </a:ext>
              </a:extLst>
            </p:cNvPr>
            <p:cNvSpPr/>
            <p:nvPr/>
          </p:nvSpPr>
          <p:spPr>
            <a:xfrm>
              <a:off x="5160323" y="2894680"/>
              <a:ext cx="5781324" cy="173255"/>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FCW </a:t>
              </a:r>
              <a:r>
                <a:rPr lang="en-US" sz="1050" kern="0" noProof="0">
                  <a:solidFill>
                    <a:prstClr val="black"/>
                  </a:solidFill>
                </a:rPr>
                <a:t>QW</a:t>
              </a:r>
              <a:r>
                <a:rPr lang="en-US" sz="1050" kern="0">
                  <a:solidFill>
                    <a:prstClr val="black"/>
                  </a:solidFill>
                </a:rPr>
                <a:t> –</a:t>
              </a:r>
              <a:r>
                <a:rPr lang="en-US" sz="1050" kern="0" noProof="0">
                  <a:solidFill>
                    <a:prstClr val="black"/>
                  </a:solidFill>
                </a:rPr>
                <a:t> </a:t>
              </a:r>
              <a:r>
                <a:rPr lang="en-US" sz="1050" kern="0">
                  <a:solidFill>
                    <a:srgbClr val="2A33F5"/>
                  </a:solidFill>
                </a:rPr>
                <a:t>Successfully configured and on-line</a:t>
              </a:r>
            </a:p>
          </p:txBody>
        </p:sp>
        <p:sp>
          <p:nvSpPr>
            <p:cNvPr id="42" name="Arrow: Chevron 177">
              <a:extLst>
                <a:ext uri="{FF2B5EF4-FFF2-40B4-BE49-F238E27FC236}">
                  <a16:creationId xmlns:a16="http://schemas.microsoft.com/office/drawing/2014/main" id="{3836BCEC-3405-2863-A07B-24FB81033DE2}"/>
                </a:ext>
              </a:extLst>
            </p:cNvPr>
            <p:cNvSpPr/>
            <p:nvPr/>
          </p:nvSpPr>
          <p:spPr>
            <a:xfrm>
              <a:off x="2279234" y="2883322"/>
              <a:ext cx="2849618" cy="173255"/>
            </a:xfrm>
            <a:prstGeom prst="chevron">
              <a:avLst/>
            </a:prstGeom>
            <a:solidFill>
              <a:srgbClr val="C0D8F6"/>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900" kern="0" noProof="0">
                  <a:solidFill>
                    <a:schemeClr val="bg2">
                      <a:lumMod val="50000"/>
                    </a:schemeClr>
                  </a:solidFill>
                </a:rPr>
                <a:t>        CEO Onshore </a:t>
              </a:r>
              <a:r>
                <a:rPr lang="en-US" sz="1000" kern="0" noProof="0">
                  <a:solidFill>
                    <a:schemeClr val="bg2">
                      <a:lumMod val="50000"/>
                    </a:schemeClr>
                  </a:solidFill>
                </a:rPr>
                <a:t>2024 approval</a:t>
              </a:r>
              <a:endParaRPr lang="en-US" sz="900" kern="0" noProof="0">
                <a:solidFill>
                  <a:schemeClr val="bg2">
                    <a:lumMod val="50000"/>
                  </a:schemeClr>
                </a:solidFill>
              </a:endParaRPr>
            </a:p>
          </p:txBody>
        </p:sp>
      </p:grpSp>
      <p:sp>
        <p:nvSpPr>
          <p:cNvPr id="43" name="Arrow: Chevron 177">
            <a:extLst>
              <a:ext uri="{FF2B5EF4-FFF2-40B4-BE49-F238E27FC236}">
                <a16:creationId xmlns:a16="http://schemas.microsoft.com/office/drawing/2014/main" id="{4E594BBE-B7B5-B4A4-BD2E-1EAB4D04976C}"/>
              </a:ext>
            </a:extLst>
          </p:cNvPr>
          <p:cNvSpPr/>
          <p:nvPr/>
        </p:nvSpPr>
        <p:spPr>
          <a:xfrm>
            <a:off x="4150722" y="2552632"/>
            <a:ext cx="6247877" cy="209308"/>
          </a:xfrm>
          <a:prstGeom prst="chevron">
            <a:avLst/>
          </a:prstGeom>
          <a:solidFill>
            <a:srgbClr val="9FD1A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defTabSz="1219170"/>
            <a:r>
              <a:rPr lang="en-US" sz="1050" b="1" kern="0" noProof="0">
                <a:solidFill>
                  <a:prstClr val="black"/>
                </a:solidFill>
              </a:rPr>
              <a:t> </a:t>
            </a:r>
            <a:r>
              <a:rPr lang="en-US" sz="1050" kern="0" noProof="0">
                <a:solidFill>
                  <a:srgbClr val="2A33F5"/>
                </a:solidFill>
              </a:rPr>
              <a:t>For Application at ADNOC level, contractual discussions ongoing with the vendor </a:t>
            </a:r>
          </a:p>
        </p:txBody>
      </p:sp>
      <p:sp>
        <p:nvSpPr>
          <p:cNvPr id="10" name="Espace réservé du texte 21">
            <a:extLst>
              <a:ext uri="{FF2B5EF4-FFF2-40B4-BE49-F238E27FC236}">
                <a16:creationId xmlns:a16="http://schemas.microsoft.com/office/drawing/2014/main" id="{7F0E29AB-73FA-7922-4A6C-87DECFFD95A9}"/>
              </a:ext>
            </a:extLst>
          </p:cNvPr>
          <p:cNvSpPr>
            <a:spLocks noGrp="1"/>
          </p:cNvSpPr>
          <p:nvPr>
            <p:ph type="body" sz="quarter" idx="13"/>
          </p:nvPr>
        </p:nvSpPr>
        <p:spPr>
          <a:xfrm>
            <a:off x="297951" y="1251171"/>
            <a:ext cx="11549795" cy="480743"/>
          </a:xfrm>
        </p:spPr>
        <p:txBody>
          <a:bodyPr/>
          <a:lstStyle/>
          <a:p>
            <a:pPr marL="0" lvl="0" indent="0">
              <a:buNone/>
              <a:defRPr/>
            </a:pPr>
            <a:r>
              <a:rPr lang="en-US" b="1">
                <a:solidFill>
                  <a:schemeClr val="accent1"/>
                </a:solidFill>
              </a:rPr>
              <a:t>TotalEnergies proactive in proposing / implementing technologies within ADNOC Onshore </a:t>
            </a:r>
          </a:p>
        </p:txBody>
      </p:sp>
    </p:spTree>
    <p:extLst>
      <p:ext uri="{BB962C8B-B14F-4D97-AF65-F5344CB8AC3E}">
        <p14:creationId xmlns:p14="http://schemas.microsoft.com/office/powerpoint/2010/main" val="3174983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9A033-A5F3-37E2-1315-8375B14DCF1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181DEB7A-50E9-F763-B3E5-87C75FEB7F55}"/>
              </a:ext>
            </a:extLst>
          </p:cNvPr>
          <p:cNvSpPr txBox="1"/>
          <p:nvPr/>
        </p:nvSpPr>
        <p:spPr>
          <a:xfrm>
            <a:off x="1738231" y="1708500"/>
            <a:ext cx="6800850" cy="463550"/>
          </a:xfrm>
          <a:prstGeom prst="rect">
            <a:avLst/>
          </a:prstGeom>
          <a:noFill/>
        </p:spPr>
        <p:txBody>
          <a:bodyPr wrap="square" lIns="0" tIns="0" rIns="0" bIns="0" rtlCol="0">
            <a:noAutofit/>
          </a:bodyPr>
          <a:lstStyle/>
          <a:p>
            <a:pPr>
              <a:spcBef>
                <a:spcPts val="800"/>
              </a:spcBef>
            </a:pPr>
            <a:r>
              <a:rPr lang="en-US" sz="1600">
                <a:latin typeface="+mj-lt"/>
                <a:cs typeface="Segoe UI" panose="020B0502040204020203" pitchFamily="34" charset="0"/>
              </a:rPr>
              <a:t>Fully automates well control (start-up, production, shut-down) to:</a:t>
            </a:r>
          </a:p>
          <a:p>
            <a:pPr>
              <a:spcBef>
                <a:spcPts val="800"/>
              </a:spcBef>
            </a:pPr>
            <a:r>
              <a:rPr lang="en-US" sz="1600">
                <a:latin typeface="+mj-lt"/>
                <a:cs typeface="Segoe UI" panose="020B0502040204020203" pitchFamily="34" charset="0"/>
              </a:rPr>
              <a:t>     Increase </a:t>
            </a:r>
            <a:r>
              <a:rPr lang="en-US" sz="1600" b="1">
                <a:solidFill>
                  <a:schemeClr val="accent3"/>
                </a:solidFill>
                <a:latin typeface="+mj-lt"/>
                <a:cs typeface="Segoe UI" panose="020B0502040204020203" pitchFamily="34" charset="0"/>
              </a:rPr>
              <a:t>well</a:t>
            </a:r>
            <a:r>
              <a:rPr lang="en-US" sz="1600">
                <a:latin typeface="+mj-lt"/>
                <a:cs typeface="Segoe UI" panose="020B0502040204020203" pitchFamily="34" charset="0"/>
              </a:rPr>
              <a:t> </a:t>
            </a:r>
            <a:r>
              <a:rPr lang="en-US" sz="1600" b="1">
                <a:solidFill>
                  <a:schemeClr val="accent3"/>
                </a:solidFill>
                <a:latin typeface="+mj-lt"/>
                <a:cs typeface="Segoe UI" panose="020B0502040204020203" pitchFamily="34" charset="0"/>
              </a:rPr>
              <a:t>availability</a:t>
            </a:r>
            <a:r>
              <a:rPr lang="en-US" sz="1600">
                <a:latin typeface="+mj-lt"/>
                <a:cs typeface="Segoe UI" panose="020B0502040204020203" pitchFamily="34" charset="0"/>
              </a:rPr>
              <a:t>/optime</a:t>
            </a:r>
          </a:p>
          <a:p>
            <a:pPr>
              <a:spcBef>
                <a:spcPts val="800"/>
              </a:spcBef>
            </a:pPr>
            <a:r>
              <a:rPr lang="en-US" sz="1600">
                <a:latin typeface="+mj-lt"/>
                <a:cs typeface="Segoe UI" panose="020B0502040204020203" pitchFamily="34" charset="0"/>
              </a:rPr>
              <a:t>     Increase </a:t>
            </a:r>
            <a:r>
              <a:rPr lang="en-US" sz="1600" b="1">
                <a:solidFill>
                  <a:schemeClr val="accent3"/>
                </a:solidFill>
                <a:latin typeface="+mj-lt"/>
                <a:cs typeface="Segoe UI" panose="020B0502040204020203" pitchFamily="34" charset="0"/>
              </a:rPr>
              <a:t>production efficiency </a:t>
            </a:r>
          </a:p>
          <a:p>
            <a:pPr>
              <a:spcBef>
                <a:spcPts val="800"/>
              </a:spcBef>
            </a:pPr>
            <a:r>
              <a:rPr lang="en-US" sz="1600">
                <a:latin typeface="+mj-lt"/>
                <a:cs typeface="Segoe UI" panose="020B0502040204020203" pitchFamily="34" charset="0"/>
              </a:rPr>
              <a:t>     </a:t>
            </a:r>
            <a:r>
              <a:rPr lang="en-US" sz="1600" b="1">
                <a:solidFill>
                  <a:schemeClr val="accent3"/>
                </a:solidFill>
                <a:latin typeface="+mj-lt"/>
                <a:cs typeface="Segoe UI" panose="020B0502040204020203" pitchFamily="34" charset="0"/>
              </a:rPr>
              <a:t>Protect</a:t>
            </a:r>
            <a:r>
              <a:rPr lang="en-US" sz="1600">
                <a:latin typeface="+mj-lt"/>
                <a:cs typeface="Segoe UI" panose="020B0502040204020203" pitchFamily="34" charset="0"/>
              </a:rPr>
              <a:t> well &amp; equipment </a:t>
            </a:r>
            <a:endParaRPr lang="en-AE" sz="1600">
              <a:latin typeface="+mj-lt"/>
            </a:endParaRPr>
          </a:p>
        </p:txBody>
      </p:sp>
      <p:sp>
        <p:nvSpPr>
          <p:cNvPr id="4" name="TextBox 3">
            <a:extLst>
              <a:ext uri="{FF2B5EF4-FFF2-40B4-BE49-F238E27FC236}">
                <a16:creationId xmlns:a16="http://schemas.microsoft.com/office/drawing/2014/main" id="{6B0BC068-BDD7-6A7F-CABD-2B5898619DC1}"/>
              </a:ext>
            </a:extLst>
          </p:cNvPr>
          <p:cNvSpPr txBox="1"/>
          <p:nvPr/>
        </p:nvSpPr>
        <p:spPr>
          <a:xfrm>
            <a:off x="684807" y="840343"/>
            <a:ext cx="7724898" cy="480154"/>
          </a:xfrm>
          <a:prstGeom prst="rect">
            <a:avLst/>
          </a:prstGeom>
          <a:noFill/>
        </p:spPr>
        <p:txBody>
          <a:bodyPr wrap="square" lIns="0" tIns="0" rIns="0" bIns="0" rtlCol="0">
            <a:noAutofit/>
          </a:bodyPr>
          <a:lstStyle/>
          <a:p>
            <a:pPr algn="just">
              <a:spcBef>
                <a:spcPts val="800"/>
              </a:spcBef>
            </a:pPr>
            <a:r>
              <a:rPr lang="en-US">
                <a:latin typeface="+mj-lt"/>
                <a:cs typeface="Segoe UI" panose="020B0502040204020203" pitchFamily="34" charset="0"/>
              </a:rPr>
              <a:t>FCW = In-house </a:t>
            </a:r>
            <a:r>
              <a:rPr lang="en-US" b="1">
                <a:solidFill>
                  <a:schemeClr val="accent3"/>
                </a:solidFill>
                <a:latin typeface="+mj-lt"/>
                <a:cs typeface="Segoe UI" panose="020B0502040204020203" pitchFamily="34" charset="0"/>
              </a:rPr>
              <a:t>Control Algorithms </a:t>
            </a:r>
            <a:r>
              <a:rPr lang="en-US">
                <a:latin typeface="+mj-lt"/>
                <a:cs typeface="Segoe UI" panose="020B0502040204020203" pitchFamily="34" charset="0"/>
              </a:rPr>
              <a:t>for ESP/Gas-lift/Natural flow/Injectors implemented in the plant </a:t>
            </a:r>
            <a:r>
              <a:rPr lang="en-US" b="1">
                <a:solidFill>
                  <a:schemeClr val="accent3"/>
                </a:solidFill>
                <a:latin typeface="+mj-lt"/>
                <a:cs typeface="Segoe UI" panose="020B0502040204020203" pitchFamily="34" charset="0"/>
              </a:rPr>
              <a:t>Distributed</a:t>
            </a:r>
            <a:r>
              <a:rPr lang="en-US">
                <a:latin typeface="+mj-lt"/>
                <a:cs typeface="Segoe UI" panose="020B0502040204020203" pitchFamily="34" charset="0"/>
              </a:rPr>
              <a:t> </a:t>
            </a:r>
            <a:r>
              <a:rPr lang="en-US" b="1">
                <a:solidFill>
                  <a:schemeClr val="accent3"/>
                </a:solidFill>
                <a:latin typeface="+mj-lt"/>
                <a:cs typeface="Segoe UI" panose="020B0502040204020203" pitchFamily="34" charset="0"/>
              </a:rPr>
              <a:t>Control System (DCS)</a:t>
            </a:r>
          </a:p>
          <a:p>
            <a:pPr algn="just">
              <a:spcBef>
                <a:spcPts val="800"/>
              </a:spcBef>
            </a:pPr>
            <a:endParaRPr lang="en-US">
              <a:latin typeface="+mj-lt"/>
              <a:cs typeface="Segoe UI" panose="020B0502040204020203" pitchFamily="34" charset="0"/>
            </a:endParaRPr>
          </a:p>
        </p:txBody>
      </p:sp>
      <p:sp>
        <p:nvSpPr>
          <p:cNvPr id="18" name="Slide Number Placeholder 4">
            <a:extLst>
              <a:ext uri="{FF2B5EF4-FFF2-40B4-BE49-F238E27FC236}">
                <a16:creationId xmlns:a16="http://schemas.microsoft.com/office/drawing/2014/main" id="{F565555D-0BC7-B63E-0F5E-57DA87535007}"/>
              </a:ext>
            </a:extLst>
          </p:cNvPr>
          <p:cNvSpPr txBox="1">
            <a:spLocks/>
          </p:cNvSpPr>
          <p:nvPr/>
        </p:nvSpPr>
        <p:spPr>
          <a:xfrm>
            <a:off x="-47625" y="6678000"/>
            <a:ext cx="360000" cy="18000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latin typeface="+mj-lt"/>
              </a:rPr>
              <a:pPr/>
              <a:t>17</a:t>
            </a:fld>
            <a:endParaRPr lang="en-GB">
              <a:latin typeface="+mj-lt"/>
            </a:endParaRPr>
          </a:p>
        </p:txBody>
      </p:sp>
      <p:sp>
        <p:nvSpPr>
          <p:cNvPr id="21" name="Title 1">
            <a:extLst>
              <a:ext uri="{FF2B5EF4-FFF2-40B4-BE49-F238E27FC236}">
                <a16:creationId xmlns:a16="http://schemas.microsoft.com/office/drawing/2014/main" id="{7F4B0A0D-92DC-1ECF-37E7-6F56CDD4C7C0}"/>
              </a:ext>
            </a:extLst>
          </p:cNvPr>
          <p:cNvSpPr txBox="1">
            <a:spLocks/>
          </p:cNvSpPr>
          <p:nvPr/>
        </p:nvSpPr>
        <p:spPr>
          <a:xfrm>
            <a:off x="449999" y="352800"/>
            <a:ext cx="10582115" cy="1092437"/>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4400" b="1" kern="1200" cap="all" baseline="0">
                <a:solidFill>
                  <a:schemeClr val="tx2"/>
                </a:solidFill>
                <a:latin typeface="+mj-lt"/>
                <a:ea typeface="+mj-ea"/>
                <a:cs typeface="+mj-cs"/>
              </a:defRPr>
            </a:lvl1pPr>
          </a:lstStyle>
          <a:p>
            <a:r>
              <a:rPr lang="en-US" sz="2800" cap="none"/>
              <a:t>The Full Control of Well (FCW) pilot on </a:t>
            </a:r>
            <a:r>
              <a:rPr lang="en-US" sz="2800" cap="none" err="1"/>
              <a:t>Qusahwira</a:t>
            </a:r>
            <a:endParaRPr lang="en-US" sz="2800" cap="none"/>
          </a:p>
        </p:txBody>
      </p:sp>
      <p:pic>
        <p:nvPicPr>
          <p:cNvPr id="43" name="Picture 42">
            <a:extLst>
              <a:ext uri="{FF2B5EF4-FFF2-40B4-BE49-F238E27FC236}">
                <a16:creationId xmlns:a16="http://schemas.microsoft.com/office/drawing/2014/main" id="{4AB3E328-1D6A-48A2-2F34-CB2F542D23D3}"/>
              </a:ext>
            </a:extLst>
          </p:cNvPr>
          <p:cNvPicPr>
            <a:picLocks noChangeAspect="1"/>
          </p:cNvPicPr>
          <p:nvPr/>
        </p:nvPicPr>
        <p:blipFill>
          <a:blip r:embed="rId3"/>
          <a:stretch>
            <a:fillRect/>
          </a:stretch>
        </p:blipFill>
        <p:spPr>
          <a:xfrm>
            <a:off x="312375" y="4547862"/>
            <a:ext cx="5784585" cy="1486541"/>
          </a:xfrm>
          <a:prstGeom prst="rect">
            <a:avLst/>
          </a:prstGeom>
        </p:spPr>
      </p:pic>
      <p:sp>
        <p:nvSpPr>
          <p:cNvPr id="45" name="TextBox 44">
            <a:extLst>
              <a:ext uri="{FF2B5EF4-FFF2-40B4-BE49-F238E27FC236}">
                <a16:creationId xmlns:a16="http://schemas.microsoft.com/office/drawing/2014/main" id="{E0CF77E6-A026-15F8-5454-3FF8347F467F}"/>
              </a:ext>
            </a:extLst>
          </p:cNvPr>
          <p:cNvSpPr txBox="1"/>
          <p:nvPr/>
        </p:nvSpPr>
        <p:spPr>
          <a:xfrm>
            <a:off x="6285764" y="4217618"/>
            <a:ext cx="5673621" cy="807542"/>
          </a:xfrm>
          <a:prstGeom prst="rect">
            <a:avLst/>
          </a:prstGeom>
          <a:noFill/>
        </p:spPr>
        <p:txBody>
          <a:bodyPr wrap="square" lIns="0" tIns="0" rIns="0" bIns="0" rtlCol="0">
            <a:noAutofit/>
          </a:bodyPr>
          <a:lstStyle/>
          <a:p>
            <a:pPr>
              <a:spcBef>
                <a:spcPts val="800"/>
              </a:spcBef>
            </a:pPr>
            <a:r>
              <a:rPr lang="en-US" sz="1600" b="1">
                <a:latin typeface="+mj-lt"/>
                <a:cs typeface="Segoe UI" panose="020B0502040204020203" pitchFamily="34" charset="0"/>
              </a:rPr>
              <a:t>Good preliminary pilot results: </a:t>
            </a:r>
          </a:p>
          <a:p>
            <a:pPr>
              <a:spcBef>
                <a:spcPts val="800"/>
              </a:spcBef>
            </a:pPr>
            <a:r>
              <a:rPr lang="en-US" sz="1600">
                <a:latin typeface="+mj-lt"/>
                <a:cs typeface="Segoe UI" panose="020B0502040204020203" pitchFamily="34" charset="0"/>
              </a:rPr>
              <a:t>       Strong operator adoption (activation &gt;85% of time)</a:t>
            </a:r>
          </a:p>
          <a:p>
            <a:pPr>
              <a:spcBef>
                <a:spcPts val="800"/>
              </a:spcBef>
            </a:pPr>
            <a:r>
              <a:rPr lang="en-US" sz="1600">
                <a:latin typeface="+mj-lt"/>
                <a:cs typeface="Segoe UI" panose="020B0502040204020203" pitchFamily="34" charset="0"/>
              </a:rPr>
              <a:t>       Faster gas-lift restart (x3 in some cases)</a:t>
            </a:r>
          </a:p>
          <a:p>
            <a:pPr>
              <a:spcBef>
                <a:spcPts val="800"/>
              </a:spcBef>
            </a:pPr>
            <a:r>
              <a:rPr lang="en-US" sz="1600">
                <a:latin typeface="+mj-lt"/>
                <a:cs typeface="Segoe UI" panose="020B0502040204020203" pitchFamily="34" charset="0"/>
              </a:rPr>
              <a:t>       Smoother ESP restarts (less spikes in load)</a:t>
            </a:r>
          </a:p>
          <a:p>
            <a:pPr>
              <a:spcBef>
                <a:spcPts val="800"/>
              </a:spcBef>
            </a:pPr>
            <a:r>
              <a:rPr lang="en-US" sz="1600">
                <a:latin typeface="+mj-lt"/>
                <a:cs typeface="Segoe UI" panose="020B0502040204020203" pitchFamily="34" charset="0"/>
              </a:rPr>
              <a:t>       Production at target: +</a:t>
            </a:r>
            <a:r>
              <a:rPr lang="en-US" sz="1600" i="1">
                <a:solidFill>
                  <a:schemeClr val="bg1">
                    <a:lumMod val="50000"/>
                  </a:schemeClr>
                </a:solidFill>
                <a:latin typeface="+mj-lt"/>
                <a:cs typeface="Segoe UI" panose="020B0502040204020203" pitchFamily="34" charset="0"/>
              </a:rPr>
              <a:t>5</a:t>
            </a:r>
            <a:r>
              <a:rPr lang="en-US" sz="1600">
                <a:solidFill>
                  <a:schemeClr val="bg1">
                    <a:lumMod val="50000"/>
                  </a:schemeClr>
                </a:solidFill>
                <a:latin typeface="+mj-lt"/>
                <a:cs typeface="Segoe UI" panose="020B0502040204020203" pitchFamily="34" charset="0"/>
              </a:rPr>
              <a:t>%</a:t>
            </a:r>
            <a:r>
              <a:rPr lang="en-US" sz="1600">
                <a:latin typeface="+mj-lt"/>
                <a:cs typeface="Segoe UI" panose="020B0502040204020203" pitchFamily="34" charset="0"/>
              </a:rPr>
              <a:t> production in some wells (TBC) </a:t>
            </a:r>
          </a:p>
          <a:p>
            <a:pPr>
              <a:spcBef>
                <a:spcPts val="800"/>
              </a:spcBef>
            </a:pPr>
            <a:r>
              <a:rPr lang="en-US" sz="1600">
                <a:latin typeface="+mj-lt"/>
                <a:cs typeface="Segoe UI" panose="020B0502040204020203" pitchFamily="34" charset="0"/>
              </a:rPr>
              <a:t>	                         -</a:t>
            </a:r>
            <a:r>
              <a:rPr lang="en-US" sz="1600" i="1">
                <a:solidFill>
                  <a:schemeClr val="bg1">
                    <a:lumMod val="50000"/>
                  </a:schemeClr>
                </a:solidFill>
                <a:latin typeface="+mj-lt"/>
                <a:cs typeface="Segoe UI" panose="020B0502040204020203" pitchFamily="34" charset="0"/>
              </a:rPr>
              <a:t>30</a:t>
            </a:r>
            <a:r>
              <a:rPr lang="en-US" sz="1600">
                <a:solidFill>
                  <a:schemeClr val="bg1">
                    <a:lumMod val="50000"/>
                  </a:schemeClr>
                </a:solidFill>
                <a:latin typeface="+mj-lt"/>
                <a:cs typeface="Segoe UI" panose="020B0502040204020203" pitchFamily="34" charset="0"/>
              </a:rPr>
              <a:t>%</a:t>
            </a:r>
            <a:r>
              <a:rPr lang="en-US" sz="1600">
                <a:latin typeface="+mj-lt"/>
                <a:cs typeface="Segoe UI" panose="020B0502040204020203" pitchFamily="34" charset="0"/>
              </a:rPr>
              <a:t> gas-lift use in some wells (TBC)</a:t>
            </a:r>
            <a:endParaRPr lang="en-AE" sz="1600">
              <a:latin typeface="+mj-lt"/>
              <a:cs typeface="Segoe UI" panose="020B0502040204020203" pitchFamily="34" charset="0"/>
            </a:endParaRPr>
          </a:p>
        </p:txBody>
      </p:sp>
      <p:sp>
        <p:nvSpPr>
          <p:cNvPr id="46" name="TextBox 45">
            <a:extLst>
              <a:ext uri="{FF2B5EF4-FFF2-40B4-BE49-F238E27FC236}">
                <a16:creationId xmlns:a16="http://schemas.microsoft.com/office/drawing/2014/main" id="{523C30D3-A2A4-F43B-7678-576BA5456F89}"/>
              </a:ext>
            </a:extLst>
          </p:cNvPr>
          <p:cNvSpPr txBox="1"/>
          <p:nvPr/>
        </p:nvSpPr>
        <p:spPr>
          <a:xfrm>
            <a:off x="581024" y="4217618"/>
            <a:ext cx="4435033" cy="473505"/>
          </a:xfrm>
          <a:prstGeom prst="rect">
            <a:avLst/>
          </a:prstGeom>
          <a:noFill/>
        </p:spPr>
        <p:txBody>
          <a:bodyPr wrap="square" lIns="0" tIns="0" rIns="0" bIns="0" rtlCol="0">
            <a:noAutofit/>
          </a:bodyPr>
          <a:lstStyle/>
          <a:p>
            <a:pPr algn="l">
              <a:spcBef>
                <a:spcPts val="800"/>
              </a:spcBef>
            </a:pPr>
            <a:r>
              <a:rPr lang="en-US" sz="1600" b="1" err="1">
                <a:latin typeface="+mj-lt"/>
                <a:cs typeface="Segoe UI" panose="020B0502040204020203" pitchFamily="34" charset="0"/>
              </a:rPr>
              <a:t>Qusawirah</a:t>
            </a:r>
            <a:r>
              <a:rPr lang="en-US" sz="1600" b="1">
                <a:latin typeface="+mj-lt"/>
                <a:cs typeface="Segoe UI" panose="020B0502040204020203" pitchFamily="34" charset="0"/>
              </a:rPr>
              <a:t> pilot: </a:t>
            </a:r>
            <a:r>
              <a:rPr lang="en-US" sz="1600">
                <a:latin typeface="+mj-lt"/>
                <a:cs typeface="Segoe UI" panose="020B0502040204020203" pitchFamily="34" charset="0"/>
              </a:rPr>
              <a:t>6 gas-lifted and 4 ESP wells</a:t>
            </a:r>
            <a:endParaRPr lang="en-AE" sz="1600" err="1">
              <a:latin typeface="+mj-lt"/>
              <a:cs typeface="Segoe UI" panose="020B0502040204020203" pitchFamily="34" charset="0"/>
            </a:endParaRPr>
          </a:p>
        </p:txBody>
      </p:sp>
      <p:sp>
        <p:nvSpPr>
          <p:cNvPr id="47" name="TextBox 46">
            <a:extLst>
              <a:ext uri="{FF2B5EF4-FFF2-40B4-BE49-F238E27FC236}">
                <a16:creationId xmlns:a16="http://schemas.microsoft.com/office/drawing/2014/main" id="{C9F827E5-2BFD-C39F-385B-DA7A1167FF98}"/>
              </a:ext>
            </a:extLst>
          </p:cNvPr>
          <p:cNvSpPr txBox="1"/>
          <p:nvPr/>
        </p:nvSpPr>
        <p:spPr>
          <a:xfrm>
            <a:off x="6896626" y="2675124"/>
            <a:ext cx="4652173" cy="378619"/>
          </a:xfrm>
          <a:prstGeom prst="rect">
            <a:avLst/>
          </a:prstGeom>
          <a:noFill/>
        </p:spPr>
        <p:txBody>
          <a:bodyPr wrap="square" lIns="0" tIns="0" rIns="0" bIns="0" rtlCol="0">
            <a:noAutofit/>
          </a:bodyPr>
          <a:lstStyle/>
          <a:p>
            <a:pPr>
              <a:spcBef>
                <a:spcPts val="800"/>
              </a:spcBef>
            </a:pPr>
            <a:r>
              <a:rPr lang="en-AE" sz="1600" b="1">
                <a:solidFill>
                  <a:schemeClr val="accent3"/>
                </a:solidFill>
                <a:latin typeface="+mj-lt"/>
                <a:cs typeface="Segoe UI" panose="020B0502040204020203" pitchFamily="34" charset="0"/>
              </a:rPr>
              <a:t>Limited cost </a:t>
            </a:r>
            <a:r>
              <a:rPr lang="en-AE" sz="1600">
                <a:latin typeface="+mj-lt"/>
                <a:cs typeface="Segoe UI" panose="020B0502040204020203" pitchFamily="34" charset="0"/>
              </a:rPr>
              <a:t>compared to commercial solutions: </a:t>
            </a:r>
          </a:p>
          <a:p>
            <a:pPr>
              <a:spcBef>
                <a:spcPts val="800"/>
              </a:spcBef>
            </a:pPr>
            <a:r>
              <a:rPr lang="en-AE" sz="1600">
                <a:latin typeface="+mj-lt"/>
                <a:cs typeface="Segoe UI" panose="020B0502040204020203" pitchFamily="34" charset="0"/>
              </a:rPr>
              <a:t>~10-30 </a:t>
            </a:r>
            <a:r>
              <a:rPr lang="en-AE" sz="1600" err="1">
                <a:latin typeface="+mj-lt"/>
                <a:cs typeface="Segoe UI" panose="020B0502040204020203" pitchFamily="34" charset="0"/>
              </a:rPr>
              <a:t>kUSD</a:t>
            </a:r>
            <a:r>
              <a:rPr lang="en-AE" sz="1600">
                <a:latin typeface="+mj-lt"/>
                <a:cs typeface="Segoe UI" panose="020B0502040204020203" pitchFamily="34" charset="0"/>
              </a:rPr>
              <a:t>/well (TBC) in CAPEX, no OPEX</a:t>
            </a:r>
          </a:p>
          <a:p>
            <a:pPr>
              <a:spcBef>
                <a:spcPts val="800"/>
              </a:spcBef>
            </a:pPr>
            <a:r>
              <a:rPr lang="en-AE" sz="1600">
                <a:latin typeface="+mj-lt"/>
                <a:cs typeface="Segoe UI" panose="020B0502040204020203" pitchFamily="34" charset="0"/>
              </a:rPr>
              <a:t>~10 times cheaper than </a:t>
            </a:r>
            <a:r>
              <a:rPr lang="en-AE" sz="1600" err="1">
                <a:latin typeface="+mj-lt"/>
                <a:cs typeface="Segoe UI" panose="020B0502040204020203" pitchFamily="34" charset="0"/>
              </a:rPr>
              <a:t>robowell</a:t>
            </a:r>
            <a:r>
              <a:rPr lang="en-AE" sz="1600">
                <a:latin typeface="+mj-lt"/>
                <a:cs typeface="Segoe UI" panose="020B0502040204020203" pitchFamily="34" charset="0"/>
              </a:rPr>
              <a:t> (AIQ)</a:t>
            </a:r>
          </a:p>
          <a:p>
            <a:pPr>
              <a:spcBef>
                <a:spcPts val="800"/>
              </a:spcBef>
            </a:pPr>
            <a:endParaRPr lang="en-AE" sz="1600">
              <a:latin typeface="+mj-lt"/>
              <a:cs typeface="Segoe UI" panose="020B0502040204020203" pitchFamily="34" charset="0"/>
            </a:endParaRPr>
          </a:p>
          <a:p>
            <a:pPr algn="l">
              <a:spcBef>
                <a:spcPts val="800"/>
              </a:spcBef>
            </a:pPr>
            <a:endParaRPr lang="en-AE" sz="1600">
              <a:solidFill>
                <a:schemeClr val="accent4"/>
              </a:solidFill>
              <a:latin typeface="+mj-lt"/>
            </a:endParaRPr>
          </a:p>
        </p:txBody>
      </p:sp>
      <p:pic>
        <p:nvPicPr>
          <p:cNvPr id="54" name="Picture 53">
            <a:extLst>
              <a:ext uri="{FF2B5EF4-FFF2-40B4-BE49-F238E27FC236}">
                <a16:creationId xmlns:a16="http://schemas.microsoft.com/office/drawing/2014/main" id="{A0C7E90E-D32F-BBE4-6A2E-A3C297024948}"/>
              </a:ext>
            </a:extLst>
          </p:cNvPr>
          <p:cNvPicPr>
            <a:picLocks noChangeAspect="1"/>
          </p:cNvPicPr>
          <p:nvPr/>
        </p:nvPicPr>
        <p:blipFill>
          <a:blip r:embed="rId4"/>
          <a:stretch>
            <a:fillRect/>
          </a:stretch>
        </p:blipFill>
        <p:spPr>
          <a:xfrm>
            <a:off x="312375" y="1763231"/>
            <a:ext cx="1306135" cy="1202237"/>
          </a:xfrm>
          <a:prstGeom prst="rect">
            <a:avLst/>
          </a:prstGeom>
          <a:ln>
            <a:solidFill>
              <a:schemeClr val="tx1"/>
            </a:solidFill>
          </a:ln>
        </p:spPr>
      </p:pic>
      <p:pic>
        <p:nvPicPr>
          <p:cNvPr id="56" name="Graphic 55" descr="Checkmark with solid fill">
            <a:extLst>
              <a:ext uri="{FF2B5EF4-FFF2-40B4-BE49-F238E27FC236}">
                <a16:creationId xmlns:a16="http://schemas.microsoft.com/office/drawing/2014/main" id="{FE4C5C5B-C4FE-7D97-3304-8C6C961C2E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8231" y="2068032"/>
            <a:ext cx="252751" cy="252751"/>
          </a:xfrm>
          <a:prstGeom prst="rect">
            <a:avLst/>
          </a:prstGeom>
        </p:spPr>
      </p:pic>
      <p:pic>
        <p:nvPicPr>
          <p:cNvPr id="57" name="Graphic 56" descr="Checkmark with solid fill">
            <a:extLst>
              <a:ext uri="{FF2B5EF4-FFF2-40B4-BE49-F238E27FC236}">
                <a16:creationId xmlns:a16="http://schemas.microsoft.com/office/drawing/2014/main" id="{B15CF9EE-9F96-792E-FF96-AA8527B053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8231" y="2402605"/>
            <a:ext cx="252751" cy="252751"/>
          </a:xfrm>
          <a:prstGeom prst="rect">
            <a:avLst/>
          </a:prstGeom>
        </p:spPr>
      </p:pic>
      <p:pic>
        <p:nvPicPr>
          <p:cNvPr id="58" name="Graphic 57" descr="Checkmark with solid fill">
            <a:extLst>
              <a:ext uri="{FF2B5EF4-FFF2-40B4-BE49-F238E27FC236}">
                <a16:creationId xmlns:a16="http://schemas.microsoft.com/office/drawing/2014/main" id="{C790951A-BAF5-7FAB-9687-FFD86D0F6B7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8230" y="2738059"/>
            <a:ext cx="252751" cy="252751"/>
          </a:xfrm>
          <a:prstGeom prst="rect">
            <a:avLst/>
          </a:prstGeom>
        </p:spPr>
      </p:pic>
      <p:pic>
        <p:nvPicPr>
          <p:cNvPr id="60" name="Graphique 34" descr="Pièces contour">
            <a:extLst>
              <a:ext uri="{FF2B5EF4-FFF2-40B4-BE49-F238E27FC236}">
                <a16:creationId xmlns:a16="http://schemas.microsoft.com/office/drawing/2014/main" id="{45F12B42-736F-03CD-3B0F-2A20EF1F7C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5764" y="2965801"/>
            <a:ext cx="555436" cy="555436"/>
          </a:xfrm>
          <a:prstGeom prst="rect">
            <a:avLst/>
          </a:prstGeom>
        </p:spPr>
      </p:pic>
      <p:pic>
        <p:nvPicPr>
          <p:cNvPr id="61" name="Graphic 60" descr="Checkmark with solid fill">
            <a:extLst>
              <a:ext uri="{FF2B5EF4-FFF2-40B4-BE49-F238E27FC236}">
                <a16:creationId xmlns:a16="http://schemas.microsoft.com/office/drawing/2014/main" id="{88FA47BD-C524-DDC3-D9A8-F02AB18AA3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764" y="4564747"/>
            <a:ext cx="252751" cy="252751"/>
          </a:xfrm>
          <a:prstGeom prst="rect">
            <a:avLst/>
          </a:prstGeom>
        </p:spPr>
      </p:pic>
      <p:pic>
        <p:nvPicPr>
          <p:cNvPr id="62" name="Graphic 61" descr="Checkmark with solid fill">
            <a:extLst>
              <a:ext uri="{FF2B5EF4-FFF2-40B4-BE49-F238E27FC236}">
                <a16:creationId xmlns:a16="http://schemas.microsoft.com/office/drawing/2014/main" id="{7FAFF679-266D-95A8-0C4B-F6B32D4DAC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764" y="4911876"/>
            <a:ext cx="252751" cy="252751"/>
          </a:xfrm>
          <a:prstGeom prst="rect">
            <a:avLst/>
          </a:prstGeom>
        </p:spPr>
      </p:pic>
      <p:pic>
        <p:nvPicPr>
          <p:cNvPr id="63" name="Graphic 62" descr="Checkmark with solid fill">
            <a:extLst>
              <a:ext uri="{FF2B5EF4-FFF2-40B4-BE49-F238E27FC236}">
                <a16:creationId xmlns:a16="http://schemas.microsoft.com/office/drawing/2014/main" id="{3FF541D0-AD75-3630-47E4-D07C397155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764" y="5245913"/>
            <a:ext cx="252751" cy="252751"/>
          </a:xfrm>
          <a:prstGeom prst="rect">
            <a:avLst/>
          </a:prstGeom>
        </p:spPr>
      </p:pic>
      <p:pic>
        <p:nvPicPr>
          <p:cNvPr id="64" name="Graphic 63" descr="Checkmark with solid fill">
            <a:extLst>
              <a:ext uri="{FF2B5EF4-FFF2-40B4-BE49-F238E27FC236}">
                <a16:creationId xmlns:a16="http://schemas.microsoft.com/office/drawing/2014/main" id="{491D9508-5192-AB2A-0B67-DBA73DE64B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764" y="5579950"/>
            <a:ext cx="252751" cy="252751"/>
          </a:xfrm>
          <a:prstGeom prst="rect">
            <a:avLst/>
          </a:prstGeom>
        </p:spPr>
      </p:pic>
      <p:pic>
        <p:nvPicPr>
          <p:cNvPr id="5" name="Picture 1">
            <a:extLst>
              <a:ext uri="{FF2B5EF4-FFF2-40B4-BE49-F238E27FC236}">
                <a16:creationId xmlns:a16="http://schemas.microsoft.com/office/drawing/2014/main" id="{D294B82C-34B4-3EEA-17B3-5E2417ECAA6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9545708" y="288489"/>
            <a:ext cx="791151" cy="797901"/>
          </a:xfrm>
          <a:prstGeom prst="rect">
            <a:avLst/>
          </a:prstGeom>
        </p:spPr>
      </p:pic>
      <p:sp>
        <p:nvSpPr>
          <p:cNvPr id="2" name="Espace réservé du pied de page 1">
            <a:extLst>
              <a:ext uri="{FF2B5EF4-FFF2-40B4-BE49-F238E27FC236}">
                <a16:creationId xmlns:a16="http://schemas.microsoft.com/office/drawing/2014/main" id="{B4E5B628-77D4-554E-E2F6-243FA43B2817}"/>
              </a:ext>
            </a:extLst>
          </p:cNvPr>
          <p:cNvSpPr>
            <a:spLocks noGrp="1"/>
          </p:cNvSpPr>
          <p:nvPr>
            <p:ph type="ftr" sz="quarter" idx="15"/>
          </p:nvPr>
        </p:nvSpPr>
        <p:spPr/>
        <p:txBody>
          <a:bodyPr/>
          <a:lstStyle/>
          <a:p>
            <a:r>
              <a:rPr lang="nl-NL" noProof="0"/>
              <a:t>ADNOC Upstream - TotalEnergies - 06/10/2025</a:t>
            </a:r>
            <a:endParaRPr lang="en-US" noProof="0"/>
          </a:p>
        </p:txBody>
      </p:sp>
      <p:sp>
        <p:nvSpPr>
          <p:cNvPr id="3" name="Espace réservé du numéro de diapositive 2">
            <a:extLst>
              <a:ext uri="{FF2B5EF4-FFF2-40B4-BE49-F238E27FC236}">
                <a16:creationId xmlns:a16="http://schemas.microsoft.com/office/drawing/2014/main" id="{6D9A5387-7328-FF8D-FE3E-66ED1366B2FF}"/>
              </a:ext>
            </a:extLst>
          </p:cNvPr>
          <p:cNvSpPr>
            <a:spLocks noGrp="1"/>
          </p:cNvSpPr>
          <p:nvPr>
            <p:ph type="sldNum" sz="quarter" idx="16"/>
          </p:nvPr>
        </p:nvSpPr>
        <p:spPr/>
        <p:txBody>
          <a:bodyPr/>
          <a:lstStyle/>
          <a:p>
            <a:fld id="{975A587B-5814-4D9B-9598-FE9CB954CB01}" type="slidenum">
              <a:rPr lang="en-US" noProof="0" smtClean="0"/>
              <a:pPr/>
              <a:t>17</a:t>
            </a:fld>
            <a:endParaRPr lang="en-US" noProof="0"/>
          </a:p>
        </p:txBody>
      </p:sp>
    </p:spTree>
    <p:extLst>
      <p:ext uri="{BB962C8B-B14F-4D97-AF65-F5344CB8AC3E}">
        <p14:creationId xmlns:p14="http://schemas.microsoft.com/office/powerpoint/2010/main" val="1413566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E2E94880-C549-E9F7-5952-B19420A1883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6" name="think-cell data - do not delete" hidden="1">
                        <a:extLst>
                          <a:ext uri="{FF2B5EF4-FFF2-40B4-BE49-F238E27FC236}">
                            <a16:creationId xmlns:a16="http://schemas.microsoft.com/office/drawing/2014/main" id="{E2E94880-C549-E9F7-5952-B19420A1883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1" name="Picture 1">
            <a:extLst>
              <a:ext uri="{FF2B5EF4-FFF2-40B4-BE49-F238E27FC236}">
                <a16:creationId xmlns:a16="http://schemas.microsoft.com/office/drawing/2014/main" id="{7D0F7425-3F13-1E17-0F9D-0D4FC69948EB}"/>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9545708" y="288489"/>
            <a:ext cx="791151" cy="797901"/>
          </a:xfrm>
          <a:prstGeom prst="rect">
            <a:avLst/>
          </a:prstGeom>
        </p:spPr>
      </p:pic>
      <p:sp>
        <p:nvSpPr>
          <p:cNvPr id="8" name="Title 1">
            <a:extLst>
              <a:ext uri="{FF2B5EF4-FFF2-40B4-BE49-F238E27FC236}">
                <a16:creationId xmlns:a16="http://schemas.microsoft.com/office/drawing/2014/main" id="{CAB8C00B-1A1F-F6EB-3830-9220EE97AC70}"/>
              </a:ext>
            </a:extLst>
          </p:cNvPr>
          <p:cNvSpPr txBox="1">
            <a:spLocks/>
          </p:cNvSpPr>
          <p:nvPr/>
        </p:nvSpPr>
        <p:spPr>
          <a:xfrm>
            <a:off x="5887869" y="773739"/>
            <a:ext cx="3657839" cy="360348"/>
          </a:xfrm>
          <a:prstGeom prst="rect">
            <a:avLst/>
          </a:prstGeom>
        </p:spPr>
        <p:txBody>
          <a:bodyPr vert="horz" lIns="0" tIns="0" rIns="0" bIns="0" rtlCol="0" anchor="ctr" anchorCtr="0">
            <a:noAutofit/>
          </a:bodyPr>
          <a:lstStyle>
            <a:lvl1pPr algn="l" defTabSz="906528" rtl="0" eaLnBrk="1" latinLnBrk="0" hangingPunct="1">
              <a:lnSpc>
                <a:spcPct val="80000"/>
              </a:lnSpc>
              <a:spcBef>
                <a:spcPct val="0"/>
              </a:spcBef>
              <a:buNone/>
              <a:defRPr sz="4400" b="1" kern="1200" cap="all" baseline="0">
                <a:solidFill>
                  <a:schemeClr val="tx2"/>
                </a:solidFill>
                <a:latin typeface="+mj-lt"/>
                <a:ea typeface="+mj-ea"/>
                <a:cs typeface="+mj-cs"/>
              </a:defRPr>
            </a:lvl1pPr>
          </a:lstStyle>
          <a:p>
            <a:pPr>
              <a:defRPr/>
            </a:pPr>
            <a:r>
              <a:rPr lang="en-US" sz="1400" kern="0" spc="50">
                <a:ln w="11430">
                  <a:noFill/>
                </a:ln>
                <a:solidFill>
                  <a:srgbClr val="1859A9"/>
                </a:solidFill>
                <a:effectLst>
                  <a:glow>
                    <a:prstClr val="white"/>
                  </a:glow>
                </a:effectLst>
                <a:latin typeface="Arial" panose="020B0604020202020204" pitchFamily="34" charset="0"/>
                <a:cs typeface="Arial" panose="020B0604020202020204" pitchFamily="34" charset="0"/>
              </a:rPr>
              <a:t>activities</a:t>
            </a:r>
          </a:p>
        </p:txBody>
      </p:sp>
      <p:pic>
        <p:nvPicPr>
          <p:cNvPr id="2" name="Image 1">
            <a:extLst>
              <a:ext uri="{FF2B5EF4-FFF2-40B4-BE49-F238E27FC236}">
                <a16:creationId xmlns:a16="http://schemas.microsoft.com/office/drawing/2014/main" id="{8BDCA595-1A1A-E5D0-F22F-33C9D2D176E9}"/>
              </a:ext>
            </a:extLst>
          </p:cNvPr>
          <p:cNvPicPr>
            <a:picLocks noChangeAspect="1"/>
          </p:cNvPicPr>
          <p:nvPr/>
        </p:nvPicPr>
        <p:blipFill>
          <a:blip r:embed="rId7"/>
          <a:stretch>
            <a:fillRect/>
          </a:stretch>
        </p:blipFill>
        <p:spPr>
          <a:xfrm>
            <a:off x="158684" y="1486605"/>
            <a:ext cx="5364945" cy="4810161"/>
          </a:xfrm>
          <a:prstGeom prst="rect">
            <a:avLst/>
          </a:prstGeom>
        </p:spPr>
      </p:pic>
      <p:sp>
        <p:nvSpPr>
          <p:cNvPr id="6" name="Rectangle: Top Corners Rounded 46">
            <a:extLst>
              <a:ext uri="{FF2B5EF4-FFF2-40B4-BE49-F238E27FC236}">
                <a16:creationId xmlns:a16="http://schemas.microsoft.com/office/drawing/2014/main" id="{2D9F9BA9-D6F5-5678-9AAD-77CC98F8AE38}"/>
              </a:ext>
            </a:extLst>
          </p:cNvPr>
          <p:cNvSpPr/>
          <p:nvPr/>
        </p:nvSpPr>
        <p:spPr>
          <a:xfrm rot="5400000">
            <a:off x="10143124" y="1233794"/>
            <a:ext cx="1443311" cy="2133077"/>
          </a:xfrm>
          <a:prstGeom prst="round2SameRect">
            <a:avLst/>
          </a:prstGeom>
          <a:solidFill>
            <a:srgbClr val="CFE4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Arial"/>
              <a:ea typeface="SimHei"/>
            </a:endParaRPr>
          </a:p>
        </p:txBody>
      </p:sp>
      <p:sp>
        <p:nvSpPr>
          <p:cNvPr id="10" name="Rectangle: Top Corners Rounded 50">
            <a:extLst>
              <a:ext uri="{FF2B5EF4-FFF2-40B4-BE49-F238E27FC236}">
                <a16:creationId xmlns:a16="http://schemas.microsoft.com/office/drawing/2014/main" id="{A2DDFF14-4239-2EE8-B621-D9CFDE20D3EE}"/>
              </a:ext>
            </a:extLst>
          </p:cNvPr>
          <p:cNvSpPr/>
          <p:nvPr/>
        </p:nvSpPr>
        <p:spPr>
          <a:xfrm rot="5400000">
            <a:off x="10143124" y="2774609"/>
            <a:ext cx="1443311" cy="2133077"/>
          </a:xfrm>
          <a:prstGeom prst="round2SameRect">
            <a:avLst/>
          </a:prstGeom>
          <a:solidFill>
            <a:srgbClr val="7CABE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Arial"/>
              <a:ea typeface="SimHei"/>
            </a:endParaRPr>
          </a:p>
        </p:txBody>
      </p:sp>
      <p:sp>
        <p:nvSpPr>
          <p:cNvPr id="13" name="Rectangle: Top Corners Rounded 52">
            <a:extLst>
              <a:ext uri="{FF2B5EF4-FFF2-40B4-BE49-F238E27FC236}">
                <a16:creationId xmlns:a16="http://schemas.microsoft.com/office/drawing/2014/main" id="{4E992963-080E-76D1-8FC7-F82672681CFB}"/>
              </a:ext>
            </a:extLst>
          </p:cNvPr>
          <p:cNvSpPr/>
          <p:nvPr/>
        </p:nvSpPr>
        <p:spPr>
          <a:xfrm rot="5400000">
            <a:off x="10635419" y="3811316"/>
            <a:ext cx="458722" cy="2133077"/>
          </a:xfrm>
          <a:prstGeom prst="round2SameRect">
            <a:avLst/>
          </a:prstGeom>
          <a:solidFill>
            <a:srgbClr val="CFE4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Arial"/>
              <a:ea typeface="SimHei"/>
            </a:endParaRPr>
          </a:p>
        </p:txBody>
      </p:sp>
      <p:sp>
        <p:nvSpPr>
          <p:cNvPr id="14" name="Rectangle: Top Corners Rounded 53">
            <a:extLst>
              <a:ext uri="{FF2B5EF4-FFF2-40B4-BE49-F238E27FC236}">
                <a16:creationId xmlns:a16="http://schemas.microsoft.com/office/drawing/2014/main" id="{6C42D892-8D25-06E5-F526-10D499EA0A51}"/>
              </a:ext>
            </a:extLst>
          </p:cNvPr>
          <p:cNvSpPr/>
          <p:nvPr/>
        </p:nvSpPr>
        <p:spPr>
          <a:xfrm rot="5400000">
            <a:off x="10434369" y="4622367"/>
            <a:ext cx="860820" cy="2133077"/>
          </a:xfrm>
          <a:prstGeom prst="round2SameRect">
            <a:avLst/>
          </a:prstGeom>
          <a:solidFill>
            <a:srgbClr val="4F647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Arial"/>
              <a:ea typeface="SimHei"/>
            </a:endParaRPr>
          </a:p>
        </p:txBody>
      </p:sp>
      <p:sp>
        <p:nvSpPr>
          <p:cNvPr id="17" name="Rectangle: Top Corners Rounded 44">
            <a:extLst>
              <a:ext uri="{FF2B5EF4-FFF2-40B4-BE49-F238E27FC236}">
                <a16:creationId xmlns:a16="http://schemas.microsoft.com/office/drawing/2014/main" id="{FB94A90A-2677-43FA-0239-36339FFD641B}"/>
              </a:ext>
            </a:extLst>
          </p:cNvPr>
          <p:cNvSpPr/>
          <p:nvPr/>
        </p:nvSpPr>
        <p:spPr>
          <a:xfrm rot="5400000">
            <a:off x="6742889" y="4014003"/>
            <a:ext cx="2163657" cy="2767364"/>
          </a:xfrm>
          <a:prstGeom prst="round2SameRect">
            <a:avLst/>
          </a:prstGeom>
          <a:solidFill>
            <a:srgbClr val="4978B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Arial"/>
              <a:ea typeface="SimHei"/>
            </a:endParaRPr>
          </a:p>
        </p:txBody>
      </p:sp>
      <p:sp>
        <p:nvSpPr>
          <p:cNvPr id="18" name="Rectangle: Top Corners Rounded 45">
            <a:extLst>
              <a:ext uri="{FF2B5EF4-FFF2-40B4-BE49-F238E27FC236}">
                <a16:creationId xmlns:a16="http://schemas.microsoft.com/office/drawing/2014/main" id="{FF97F3AA-D074-AA24-8F80-914D7C63354B}"/>
              </a:ext>
            </a:extLst>
          </p:cNvPr>
          <p:cNvSpPr/>
          <p:nvPr/>
        </p:nvSpPr>
        <p:spPr>
          <a:xfrm rot="5400000">
            <a:off x="6362534" y="1425010"/>
            <a:ext cx="2924360" cy="2767363"/>
          </a:xfrm>
          <a:prstGeom prst="round2SameRect">
            <a:avLst/>
          </a:prstGeom>
          <a:solidFill>
            <a:srgbClr val="4F647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Arial"/>
              <a:ea typeface="SimHei"/>
            </a:endParaRPr>
          </a:p>
        </p:txBody>
      </p:sp>
      <p:sp>
        <p:nvSpPr>
          <p:cNvPr id="20" name="Rectangle: Rounded Corners 67">
            <a:extLst>
              <a:ext uri="{FF2B5EF4-FFF2-40B4-BE49-F238E27FC236}">
                <a16:creationId xmlns:a16="http://schemas.microsoft.com/office/drawing/2014/main" id="{71AA6FDA-D14E-953A-7645-126DC6E7FD8F}"/>
              </a:ext>
            </a:extLst>
          </p:cNvPr>
          <p:cNvSpPr/>
          <p:nvPr/>
        </p:nvSpPr>
        <p:spPr>
          <a:xfrm>
            <a:off x="6756402" y="1269676"/>
            <a:ext cx="2366687" cy="3092068"/>
          </a:xfrm>
          <a:prstGeom prst="roundRect">
            <a:avLst/>
          </a:prstGeom>
          <a:noFill/>
        </p:spPr>
        <p:txBody>
          <a:bodyPr wrap="square" lIns="0" tIns="0" rIns="0" bIns="0" rtlCol="0">
            <a:spAutoFit/>
          </a:bodyPr>
          <a:lstStyle/>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Process Quick-Look Assessment (29/4)</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HSE Incident Management (7/7)</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SAFE DRIVER tool (8/7)</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GRIF for Safety (22/9)</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Bean up procedure (1/7)</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WISH (20/10)</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Well Integrity &amp; Management System (28/4)</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Laser Downhole Operations (27/5)</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Global Technology P&amp;A Roadmap update (7/10)</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Rotating machines commissioning (25/2)</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Robots can read / interpret gauges values (17/6)</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Risk Based Inspection (15/7)</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Pipeline Risk Based Inspection (13/10)</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3D printing (24/11)</a:t>
            </a:r>
            <a:endParaRPr lang="en-US" sz="800">
              <a:solidFill>
                <a:prstClr val="white"/>
              </a:solidFill>
              <a:latin typeface="Segoe UI Semilight" panose="020B0402040204020203" pitchFamily="34" charset="0"/>
              <a:ea typeface="SimHei"/>
              <a:cs typeface="Segoe UI Semilight" panose="020B0402040204020203" pitchFamily="34" charset="0"/>
            </a:endParaRP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Building a Choke Model (8/4)</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Production Optimization (20/6)</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Digital Rock Physics (12/5)</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30 Years of Research on AI &amp; Applications (1/7)</a:t>
            </a:r>
          </a:p>
        </p:txBody>
      </p:sp>
      <p:sp>
        <p:nvSpPr>
          <p:cNvPr id="21" name="Rectangle : coins arrondis 20">
            <a:extLst>
              <a:ext uri="{FF2B5EF4-FFF2-40B4-BE49-F238E27FC236}">
                <a16:creationId xmlns:a16="http://schemas.microsoft.com/office/drawing/2014/main" id="{47CED87E-64AA-F49E-36E5-1488DC8295F4}"/>
              </a:ext>
            </a:extLst>
          </p:cNvPr>
          <p:cNvSpPr/>
          <p:nvPr/>
        </p:nvSpPr>
        <p:spPr>
          <a:xfrm>
            <a:off x="6466869" y="1414596"/>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HSE</a:t>
            </a:r>
          </a:p>
        </p:txBody>
      </p:sp>
      <p:sp>
        <p:nvSpPr>
          <p:cNvPr id="22" name="Rectangle : coins arrondis 21">
            <a:extLst>
              <a:ext uri="{FF2B5EF4-FFF2-40B4-BE49-F238E27FC236}">
                <a16:creationId xmlns:a16="http://schemas.microsoft.com/office/drawing/2014/main" id="{06181D71-61E2-F688-D646-6831233E4C54}"/>
              </a:ext>
            </a:extLst>
          </p:cNvPr>
          <p:cNvSpPr/>
          <p:nvPr/>
        </p:nvSpPr>
        <p:spPr>
          <a:xfrm>
            <a:off x="6466869" y="2359137"/>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DRILLING</a:t>
            </a:r>
          </a:p>
        </p:txBody>
      </p:sp>
      <p:sp>
        <p:nvSpPr>
          <p:cNvPr id="23" name="Rectangle : coins arrondis 22">
            <a:extLst>
              <a:ext uri="{FF2B5EF4-FFF2-40B4-BE49-F238E27FC236}">
                <a16:creationId xmlns:a16="http://schemas.microsoft.com/office/drawing/2014/main" id="{FEA77C9F-0A80-7F39-FB63-B7766CB3EA59}"/>
              </a:ext>
            </a:extLst>
          </p:cNvPr>
          <p:cNvSpPr/>
          <p:nvPr/>
        </p:nvSpPr>
        <p:spPr>
          <a:xfrm>
            <a:off x="6466869" y="2849410"/>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OPS</a:t>
            </a:r>
          </a:p>
        </p:txBody>
      </p:sp>
      <p:sp>
        <p:nvSpPr>
          <p:cNvPr id="24" name="Rectangle : coins arrondis 23">
            <a:extLst>
              <a:ext uri="{FF2B5EF4-FFF2-40B4-BE49-F238E27FC236}">
                <a16:creationId xmlns:a16="http://schemas.microsoft.com/office/drawing/2014/main" id="{C2AD3587-BEB4-2BE7-5C24-B63B20EF083F}"/>
              </a:ext>
            </a:extLst>
          </p:cNvPr>
          <p:cNvSpPr/>
          <p:nvPr/>
        </p:nvSpPr>
        <p:spPr>
          <a:xfrm>
            <a:off x="6466869" y="3637881"/>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P.O.</a:t>
            </a:r>
          </a:p>
        </p:txBody>
      </p:sp>
      <p:sp>
        <p:nvSpPr>
          <p:cNvPr id="25" name="Rectangle : coins arrondis 24">
            <a:extLst>
              <a:ext uri="{FF2B5EF4-FFF2-40B4-BE49-F238E27FC236}">
                <a16:creationId xmlns:a16="http://schemas.microsoft.com/office/drawing/2014/main" id="{89459E2E-0648-918B-182D-48ACA1942281}"/>
              </a:ext>
            </a:extLst>
          </p:cNvPr>
          <p:cNvSpPr/>
          <p:nvPr/>
        </p:nvSpPr>
        <p:spPr>
          <a:xfrm>
            <a:off x="6466869" y="3952940"/>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DIGITAL</a:t>
            </a:r>
          </a:p>
        </p:txBody>
      </p:sp>
      <p:sp>
        <p:nvSpPr>
          <p:cNvPr id="26" name="Rectangle: Rounded Corners 67">
            <a:extLst>
              <a:ext uri="{FF2B5EF4-FFF2-40B4-BE49-F238E27FC236}">
                <a16:creationId xmlns:a16="http://schemas.microsoft.com/office/drawing/2014/main" id="{9C65D77B-379D-C0F6-817A-E96080570466}"/>
              </a:ext>
            </a:extLst>
          </p:cNvPr>
          <p:cNvSpPr/>
          <p:nvPr/>
        </p:nvSpPr>
        <p:spPr>
          <a:xfrm>
            <a:off x="6756402" y="4270871"/>
            <a:ext cx="2565299" cy="2281476"/>
          </a:xfrm>
          <a:prstGeom prst="roundRect">
            <a:avLst/>
          </a:prstGeom>
          <a:noFill/>
        </p:spPr>
        <p:txBody>
          <a:bodyPr wrap="square" lIns="0" tIns="0" rIns="0" bIns="0" rtlCol="0">
            <a:spAutoFit/>
          </a:bodyPr>
          <a:lstStyle/>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Intersect (Reservoir Simulation) 5 modules (14-18/4)</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Formation Damage (5/5)</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Acid stimulation &amp; field cases (6/5)</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Water Shut-off (7/5)</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Uncertainty Management 3G (16-17/6)</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Well Test Interpretation (23-24/6)</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Dynamic Uncertainties Management &amp; HM (8-9/7)</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Thermodynamic modeling (15-17/9)</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Water Management Optimization (Intersect) (12/11)</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Core Measurements (CCA &amp; SCAL &amp; QA/QC) (6-8/10)</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EOR (CO2-Smart WI-</a:t>
            </a:r>
            <a:r>
              <a:rPr lang="en-US" sz="800" b="1" err="1">
                <a:solidFill>
                  <a:prstClr val="white"/>
                </a:solidFill>
                <a:highlight>
                  <a:srgbClr val="28445C"/>
                </a:highlight>
                <a:latin typeface="Segoe UI Semilight" panose="020B0402040204020203" pitchFamily="34" charset="0"/>
                <a:ea typeface="SimHei"/>
                <a:cs typeface="Segoe UI Semilight" panose="020B0402040204020203" pitchFamily="34" charset="0"/>
              </a:rPr>
              <a:t>Polymeres</a:t>
            </a: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-WAG) (13-16/10)</a:t>
            </a:r>
          </a:p>
          <a:p>
            <a:pPr>
              <a:spcAft>
                <a:spcPts val="300"/>
              </a:spcAft>
            </a:pPr>
            <a:r>
              <a:rPr lang="en-US" sz="800" err="1">
                <a:solidFill>
                  <a:prstClr val="white"/>
                </a:solidFill>
                <a:latin typeface="Segoe UI Semilight" panose="020B0402040204020203" pitchFamily="34" charset="0"/>
                <a:ea typeface="SimHei"/>
                <a:cs typeface="Segoe UI Semilight" panose="020B0402040204020203" pitchFamily="34" charset="0"/>
              </a:rPr>
              <a:t>GeoSteering</a:t>
            </a:r>
            <a:r>
              <a:rPr lang="en-US" sz="800">
                <a:solidFill>
                  <a:prstClr val="white"/>
                </a:solidFill>
                <a:latin typeface="Segoe UI Semilight" panose="020B0402040204020203" pitchFamily="34" charset="0"/>
                <a:ea typeface="SimHei"/>
                <a:cs typeface="Segoe UI Semilight" panose="020B0402040204020203" pitchFamily="34" charset="0"/>
              </a:rPr>
              <a:t> for reservoir management (11-12/6)</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Well performance | Gas lift &amp; ESP (22-26/9)</a:t>
            </a:r>
          </a:p>
        </p:txBody>
      </p:sp>
      <p:sp>
        <p:nvSpPr>
          <p:cNvPr id="27" name="Rectangle : coins arrondis 26">
            <a:extLst>
              <a:ext uri="{FF2B5EF4-FFF2-40B4-BE49-F238E27FC236}">
                <a16:creationId xmlns:a16="http://schemas.microsoft.com/office/drawing/2014/main" id="{EE10CFBC-B5DF-CCD3-D178-F76E5AA6D5FA}"/>
              </a:ext>
            </a:extLst>
          </p:cNvPr>
          <p:cNvSpPr/>
          <p:nvPr/>
        </p:nvSpPr>
        <p:spPr>
          <a:xfrm>
            <a:off x="6466869" y="4363151"/>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G&amp;R</a:t>
            </a:r>
          </a:p>
        </p:txBody>
      </p:sp>
      <p:sp>
        <p:nvSpPr>
          <p:cNvPr id="28" name="Rectangle: Rounded Corners 67">
            <a:extLst>
              <a:ext uri="{FF2B5EF4-FFF2-40B4-BE49-F238E27FC236}">
                <a16:creationId xmlns:a16="http://schemas.microsoft.com/office/drawing/2014/main" id="{34BAC388-E738-D543-75B7-36DE306DCA51}"/>
              </a:ext>
            </a:extLst>
          </p:cNvPr>
          <p:cNvSpPr/>
          <p:nvPr/>
        </p:nvSpPr>
        <p:spPr>
          <a:xfrm>
            <a:off x="10208680" y="3098465"/>
            <a:ext cx="1811869" cy="1523821"/>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Road Safety (24-26/11)</a:t>
            </a:r>
          </a:p>
          <a:p>
            <a:pPr>
              <a:spcAft>
                <a:spcPts val="300"/>
              </a:spcAft>
            </a:pPr>
            <a:r>
              <a:rPr lang="en-US" sz="800" err="1">
                <a:solidFill>
                  <a:prstClr val="black"/>
                </a:solidFill>
                <a:latin typeface="Segoe UI Semilight" panose="020B0402040204020203" pitchFamily="34" charset="0"/>
                <a:ea typeface="SimHei"/>
                <a:cs typeface="Segoe UI Semilight" panose="020B0402040204020203" pitchFamily="34" charset="0"/>
              </a:rPr>
              <a:t>Geomechanical</a:t>
            </a:r>
            <a:r>
              <a:rPr lang="en-US" sz="800">
                <a:solidFill>
                  <a:prstClr val="black"/>
                </a:solidFill>
                <a:latin typeface="Segoe UI Semilight" panose="020B0402040204020203" pitchFamily="34" charset="0"/>
                <a:ea typeface="SimHei"/>
                <a:cs typeface="Segoe UI Semilight" panose="020B0402040204020203" pitchFamily="34" charset="0"/>
              </a:rPr>
              <a:t> issues (11/6)</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Losses decision tree &amp; practices (Q4)</a:t>
            </a:r>
            <a:endParaRPr lang="en-US" sz="800">
              <a:solidFill>
                <a:prstClr val="black"/>
              </a:solidFill>
              <a:latin typeface="Segoe UI Semilight" panose="020B0402040204020203" pitchFamily="34" charset="0"/>
              <a:ea typeface="SimHei"/>
              <a:cs typeface="Segoe UI Semilight" panose="020B0402040204020203" pitchFamily="34" charset="0"/>
            </a:endParaRP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Pipeline Integrity Automation (13/1)</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Inspection &amp; Corrosion (3/2)</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Robots (30/6)</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Corrosion / metallurgy selection criteria (17/7)</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Business Plan Process (8/4)</a:t>
            </a:r>
          </a:p>
        </p:txBody>
      </p:sp>
      <p:sp>
        <p:nvSpPr>
          <p:cNvPr id="29" name="Rectangle : coins arrondis 28">
            <a:extLst>
              <a:ext uri="{FF2B5EF4-FFF2-40B4-BE49-F238E27FC236}">
                <a16:creationId xmlns:a16="http://schemas.microsoft.com/office/drawing/2014/main" id="{F0826973-1850-999B-DF47-FF952F5FEBDD}"/>
              </a:ext>
            </a:extLst>
          </p:cNvPr>
          <p:cNvSpPr/>
          <p:nvPr/>
        </p:nvSpPr>
        <p:spPr>
          <a:xfrm>
            <a:off x="9844572" y="3651239"/>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OPS</a:t>
            </a:r>
          </a:p>
        </p:txBody>
      </p:sp>
      <p:sp>
        <p:nvSpPr>
          <p:cNvPr id="30" name="Rectangle : coins arrondis 29">
            <a:extLst>
              <a:ext uri="{FF2B5EF4-FFF2-40B4-BE49-F238E27FC236}">
                <a16:creationId xmlns:a16="http://schemas.microsoft.com/office/drawing/2014/main" id="{0B77069A-BA64-7156-6C6D-5A58AAF53923}"/>
              </a:ext>
            </a:extLst>
          </p:cNvPr>
          <p:cNvSpPr/>
          <p:nvPr/>
        </p:nvSpPr>
        <p:spPr>
          <a:xfrm>
            <a:off x="9844572" y="5322202"/>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G&amp;R</a:t>
            </a:r>
          </a:p>
        </p:txBody>
      </p:sp>
      <p:sp>
        <p:nvSpPr>
          <p:cNvPr id="31" name="Rectangle: Rounded Corners 67">
            <a:extLst>
              <a:ext uri="{FF2B5EF4-FFF2-40B4-BE49-F238E27FC236}">
                <a16:creationId xmlns:a16="http://schemas.microsoft.com/office/drawing/2014/main" id="{2DB6B31F-35E8-8CFC-E66D-0D73131F3A55}"/>
              </a:ext>
            </a:extLst>
          </p:cNvPr>
          <p:cNvSpPr/>
          <p:nvPr/>
        </p:nvSpPr>
        <p:spPr>
          <a:xfrm>
            <a:off x="10228022" y="5268019"/>
            <a:ext cx="1678764" cy="851297"/>
          </a:xfrm>
          <a:prstGeom prst="roundRect">
            <a:avLst/>
          </a:prstGeom>
          <a:noFill/>
        </p:spPr>
        <p:txBody>
          <a:bodyPr wrap="square" lIns="0" tIns="0" rIns="0" bIns="0" rtlCol="0">
            <a:spAutoFit/>
          </a:bodyPr>
          <a:lstStyle/>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RM4 HM QC (SE/</a:t>
            </a:r>
            <a:r>
              <a:rPr lang="en-US" sz="800" err="1">
                <a:solidFill>
                  <a:prstClr val="white"/>
                </a:solidFill>
                <a:latin typeface="Segoe UI Semilight" panose="020B0402040204020203" pitchFamily="34" charset="0"/>
                <a:ea typeface="SimHei"/>
                <a:cs typeface="Segoe UI Semilight" panose="020B0402040204020203" pitchFamily="34" charset="0"/>
              </a:rPr>
              <a:t>Asab</a:t>
            </a:r>
            <a:r>
              <a:rPr lang="en-US" sz="800">
                <a:solidFill>
                  <a:prstClr val="white"/>
                </a:solidFill>
                <a:latin typeface="Segoe UI Semilight" panose="020B0402040204020203" pitchFamily="34" charset="0"/>
                <a:ea typeface="SimHei"/>
                <a:cs typeface="Segoe UI Semilight" panose="020B0402040204020203" pitchFamily="34" charset="0"/>
              </a:rPr>
              <a:t>)</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FCW (SE/QW)</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Phaser feasibility light IOP (BUH)</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Dashboard (SE/BUH)</a:t>
            </a:r>
          </a:p>
          <a:p>
            <a:pPr>
              <a:spcAft>
                <a:spcPts val="300"/>
              </a:spcAft>
            </a:pPr>
            <a:r>
              <a:rPr lang="en-US" sz="800">
                <a:solidFill>
                  <a:prstClr val="white"/>
                </a:solidFill>
                <a:latin typeface="Segoe UI Semilight" panose="020B0402040204020203" pitchFamily="34" charset="0"/>
                <a:ea typeface="SimHei"/>
                <a:cs typeface="Segoe UI Semilight" panose="020B0402040204020203" pitchFamily="34" charset="0"/>
              </a:rPr>
              <a:t>Digital Rock Physics (SE/</a:t>
            </a:r>
            <a:r>
              <a:rPr lang="en-US" sz="800" err="1">
                <a:solidFill>
                  <a:prstClr val="white"/>
                </a:solidFill>
                <a:latin typeface="Segoe UI Semilight" panose="020B0402040204020203" pitchFamily="34" charset="0"/>
                <a:ea typeface="SimHei"/>
                <a:cs typeface="Segoe UI Semilight" panose="020B0402040204020203" pitchFamily="34" charset="0"/>
              </a:rPr>
              <a:t>Asab</a:t>
            </a:r>
            <a:r>
              <a:rPr lang="en-US" sz="800">
                <a:solidFill>
                  <a:prstClr val="white"/>
                </a:solidFill>
                <a:latin typeface="Segoe UI Semilight" panose="020B0402040204020203" pitchFamily="34" charset="0"/>
                <a:ea typeface="SimHei"/>
                <a:cs typeface="Segoe UI Semilight" panose="020B0402040204020203" pitchFamily="34" charset="0"/>
              </a:rPr>
              <a:t>)</a:t>
            </a:r>
          </a:p>
        </p:txBody>
      </p:sp>
      <p:sp>
        <p:nvSpPr>
          <p:cNvPr id="32" name="Rectangle : coins arrondis 31">
            <a:extLst>
              <a:ext uri="{FF2B5EF4-FFF2-40B4-BE49-F238E27FC236}">
                <a16:creationId xmlns:a16="http://schemas.microsoft.com/office/drawing/2014/main" id="{4171588C-4D04-2FC4-7730-4E19CC2857D5}"/>
              </a:ext>
            </a:extLst>
          </p:cNvPr>
          <p:cNvSpPr/>
          <p:nvPr/>
        </p:nvSpPr>
        <p:spPr>
          <a:xfrm>
            <a:off x="9844572" y="5476417"/>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OPS</a:t>
            </a:r>
          </a:p>
        </p:txBody>
      </p:sp>
      <p:sp>
        <p:nvSpPr>
          <p:cNvPr id="33" name="Rectangle: Rounded Corners 67">
            <a:extLst>
              <a:ext uri="{FF2B5EF4-FFF2-40B4-BE49-F238E27FC236}">
                <a16:creationId xmlns:a16="http://schemas.microsoft.com/office/drawing/2014/main" id="{58DCEDDF-939F-5A4E-A2FD-9CAB43CF7E3A}"/>
              </a:ext>
            </a:extLst>
          </p:cNvPr>
          <p:cNvSpPr/>
          <p:nvPr/>
        </p:nvSpPr>
        <p:spPr>
          <a:xfrm>
            <a:off x="10228022" y="4709685"/>
            <a:ext cx="1692341" cy="314980"/>
          </a:xfrm>
          <a:prstGeom prst="roundRect">
            <a:avLst/>
          </a:prstGeom>
          <a:noFill/>
        </p:spPr>
        <p:txBody>
          <a:bodyPr wrap="square" lIns="0" tIns="0" rIns="0" bIns="0" rtlCol="0">
            <a:spAutoFit/>
          </a:bodyPr>
          <a:lstStyle/>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FCW</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Prod./Planning/RM Dashboards</a:t>
            </a:r>
          </a:p>
        </p:txBody>
      </p:sp>
      <p:sp>
        <p:nvSpPr>
          <p:cNvPr id="34" name="Rectangle : coins arrondis 33">
            <a:extLst>
              <a:ext uri="{FF2B5EF4-FFF2-40B4-BE49-F238E27FC236}">
                <a16:creationId xmlns:a16="http://schemas.microsoft.com/office/drawing/2014/main" id="{CB86E73E-E6C0-1919-C510-B3A027A8A0D5}"/>
              </a:ext>
            </a:extLst>
          </p:cNvPr>
          <p:cNvSpPr/>
          <p:nvPr/>
        </p:nvSpPr>
        <p:spPr>
          <a:xfrm>
            <a:off x="9844572" y="4911845"/>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DIGITAL</a:t>
            </a:r>
          </a:p>
        </p:txBody>
      </p:sp>
      <p:pic>
        <p:nvPicPr>
          <p:cNvPr id="35" name="Image 34">
            <a:extLst>
              <a:ext uri="{FF2B5EF4-FFF2-40B4-BE49-F238E27FC236}">
                <a16:creationId xmlns:a16="http://schemas.microsoft.com/office/drawing/2014/main" id="{AB3C88CA-BDD6-6B98-0339-670ED72041AA}"/>
              </a:ext>
            </a:extLst>
          </p:cNvPr>
          <p:cNvPicPr>
            <a:picLocks noChangeAspect="1"/>
          </p:cNvPicPr>
          <p:nvPr/>
        </p:nvPicPr>
        <p:blipFill>
          <a:blip r:embed="rId8"/>
          <a:stretch>
            <a:fillRect/>
          </a:stretch>
        </p:blipFill>
        <p:spPr>
          <a:xfrm>
            <a:off x="5815428" y="1344842"/>
            <a:ext cx="588521" cy="588521"/>
          </a:xfrm>
          <a:prstGeom prst="rect">
            <a:avLst/>
          </a:prstGeom>
        </p:spPr>
      </p:pic>
      <p:pic>
        <p:nvPicPr>
          <p:cNvPr id="36" name="Image 35">
            <a:extLst>
              <a:ext uri="{FF2B5EF4-FFF2-40B4-BE49-F238E27FC236}">
                <a16:creationId xmlns:a16="http://schemas.microsoft.com/office/drawing/2014/main" id="{89C7D88C-8E83-1F3D-25B8-D8E035990DB1}"/>
              </a:ext>
            </a:extLst>
          </p:cNvPr>
          <p:cNvPicPr>
            <a:picLocks noChangeAspect="1"/>
          </p:cNvPicPr>
          <p:nvPr/>
        </p:nvPicPr>
        <p:blipFill>
          <a:blip r:embed="rId9"/>
          <a:stretch>
            <a:fillRect/>
          </a:stretch>
        </p:blipFill>
        <p:spPr>
          <a:xfrm>
            <a:off x="9259218" y="4648493"/>
            <a:ext cx="541610" cy="554404"/>
          </a:xfrm>
          <a:prstGeom prst="rect">
            <a:avLst/>
          </a:prstGeom>
        </p:spPr>
      </p:pic>
      <p:pic>
        <p:nvPicPr>
          <p:cNvPr id="37" name="Image 36">
            <a:extLst>
              <a:ext uri="{FF2B5EF4-FFF2-40B4-BE49-F238E27FC236}">
                <a16:creationId xmlns:a16="http://schemas.microsoft.com/office/drawing/2014/main" id="{50A2E548-9E78-FFBF-C4E4-BFD20235FAE1}"/>
              </a:ext>
            </a:extLst>
          </p:cNvPr>
          <p:cNvPicPr>
            <a:picLocks noChangeAspect="1"/>
          </p:cNvPicPr>
          <p:nvPr/>
        </p:nvPicPr>
        <p:blipFill>
          <a:blip r:embed="rId10"/>
          <a:stretch>
            <a:fillRect/>
          </a:stretch>
        </p:blipFill>
        <p:spPr>
          <a:xfrm>
            <a:off x="5813829" y="4319147"/>
            <a:ext cx="591718" cy="579991"/>
          </a:xfrm>
          <a:prstGeom prst="rect">
            <a:avLst/>
          </a:prstGeom>
        </p:spPr>
      </p:pic>
      <p:pic>
        <p:nvPicPr>
          <p:cNvPr id="38" name="Image 37">
            <a:extLst>
              <a:ext uri="{FF2B5EF4-FFF2-40B4-BE49-F238E27FC236}">
                <a16:creationId xmlns:a16="http://schemas.microsoft.com/office/drawing/2014/main" id="{97FEE66C-B682-8BD8-095A-BAAF0E759373}"/>
              </a:ext>
            </a:extLst>
          </p:cNvPr>
          <p:cNvPicPr>
            <a:picLocks noChangeAspect="1"/>
          </p:cNvPicPr>
          <p:nvPr/>
        </p:nvPicPr>
        <p:blipFill>
          <a:blip r:embed="rId11"/>
          <a:stretch>
            <a:fillRect/>
          </a:stretch>
        </p:blipFill>
        <p:spPr>
          <a:xfrm>
            <a:off x="9250082" y="5261756"/>
            <a:ext cx="540543" cy="572529"/>
          </a:xfrm>
          <a:prstGeom prst="rect">
            <a:avLst/>
          </a:prstGeom>
        </p:spPr>
      </p:pic>
      <p:pic>
        <p:nvPicPr>
          <p:cNvPr id="39" name="Image 38">
            <a:extLst>
              <a:ext uri="{FF2B5EF4-FFF2-40B4-BE49-F238E27FC236}">
                <a16:creationId xmlns:a16="http://schemas.microsoft.com/office/drawing/2014/main" id="{BC06369E-968F-6600-FFC5-C8E412E90072}"/>
              </a:ext>
            </a:extLst>
          </p:cNvPr>
          <p:cNvPicPr>
            <a:picLocks noChangeAspect="1"/>
          </p:cNvPicPr>
          <p:nvPr/>
        </p:nvPicPr>
        <p:blipFill>
          <a:blip r:embed="rId12"/>
          <a:stretch>
            <a:fillRect/>
          </a:stretch>
        </p:blipFill>
        <p:spPr>
          <a:xfrm>
            <a:off x="9259751" y="3107455"/>
            <a:ext cx="540545" cy="573595"/>
          </a:xfrm>
          <a:prstGeom prst="rect">
            <a:avLst/>
          </a:prstGeom>
        </p:spPr>
      </p:pic>
      <p:pic>
        <p:nvPicPr>
          <p:cNvPr id="40" name="Image 39">
            <a:extLst>
              <a:ext uri="{FF2B5EF4-FFF2-40B4-BE49-F238E27FC236}">
                <a16:creationId xmlns:a16="http://schemas.microsoft.com/office/drawing/2014/main" id="{DDB1DE59-FDBA-963B-AB8E-3A02CA2B41D2}"/>
              </a:ext>
            </a:extLst>
          </p:cNvPr>
          <p:cNvPicPr>
            <a:picLocks noChangeAspect="1"/>
          </p:cNvPicPr>
          <p:nvPr/>
        </p:nvPicPr>
        <p:blipFill>
          <a:blip r:embed="rId13"/>
          <a:stretch>
            <a:fillRect/>
          </a:stretch>
        </p:blipFill>
        <p:spPr>
          <a:xfrm>
            <a:off x="9259752" y="1589115"/>
            <a:ext cx="540543" cy="562933"/>
          </a:xfrm>
          <a:prstGeom prst="rect">
            <a:avLst/>
          </a:prstGeom>
        </p:spPr>
      </p:pic>
      <p:sp>
        <p:nvSpPr>
          <p:cNvPr id="41" name="Rectangle: Rounded Corners 67">
            <a:extLst>
              <a:ext uri="{FF2B5EF4-FFF2-40B4-BE49-F238E27FC236}">
                <a16:creationId xmlns:a16="http://schemas.microsoft.com/office/drawing/2014/main" id="{61C6AA46-7F60-EC9C-1D49-CF9517F2B8C0}"/>
              </a:ext>
            </a:extLst>
          </p:cNvPr>
          <p:cNvSpPr/>
          <p:nvPr/>
        </p:nvSpPr>
        <p:spPr>
          <a:xfrm>
            <a:off x="10208681" y="1551928"/>
            <a:ext cx="1698105" cy="1566386"/>
          </a:xfrm>
          <a:prstGeom prst="roundRect">
            <a:avLst/>
          </a:prstGeom>
          <a:noFill/>
        </p:spPr>
        <p:txBody>
          <a:bodyPr wrap="square" lIns="0" tIns="0" rIns="0" bIns="0" rtlCol="0">
            <a:spAutoFit/>
          </a:bodyPr>
          <a:lstStyle/>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GRIF Safety</a:t>
            </a:r>
          </a:p>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WISH</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Laser Downhole Operations</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FCW</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Pipeline Integrity Automation</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Robots can read gauges values </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Phaser</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Prod./Planning/RM Dashboards</a:t>
            </a:r>
          </a:p>
          <a:p>
            <a:pPr>
              <a:spcAft>
                <a:spcPts val="300"/>
              </a:spcAft>
            </a:pPr>
            <a:r>
              <a:rPr lang="en-US" sz="800">
                <a:solidFill>
                  <a:prstClr val="black"/>
                </a:solidFill>
                <a:latin typeface="Segoe UI Semilight" panose="020B0402040204020203" pitchFamily="34" charset="0"/>
                <a:ea typeface="SimHei"/>
                <a:cs typeface="Segoe UI Semilight" panose="020B0402040204020203" pitchFamily="34" charset="0"/>
              </a:rPr>
              <a:t>Digital Rock Physics</a:t>
            </a:r>
          </a:p>
        </p:txBody>
      </p:sp>
      <p:sp>
        <p:nvSpPr>
          <p:cNvPr id="42" name="Rectangle : coins arrondis 41">
            <a:extLst>
              <a:ext uri="{FF2B5EF4-FFF2-40B4-BE49-F238E27FC236}">
                <a16:creationId xmlns:a16="http://schemas.microsoft.com/office/drawing/2014/main" id="{EDD47EBF-F689-1208-9854-5A9DE91A0F6E}"/>
              </a:ext>
            </a:extLst>
          </p:cNvPr>
          <p:cNvSpPr/>
          <p:nvPr/>
        </p:nvSpPr>
        <p:spPr>
          <a:xfrm>
            <a:off x="9844572" y="2100633"/>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OPS</a:t>
            </a:r>
          </a:p>
        </p:txBody>
      </p:sp>
      <p:sp>
        <p:nvSpPr>
          <p:cNvPr id="43" name="Rectangle : coins arrondis 53">
            <a:extLst>
              <a:ext uri="{FF2B5EF4-FFF2-40B4-BE49-F238E27FC236}">
                <a16:creationId xmlns:a16="http://schemas.microsoft.com/office/drawing/2014/main" id="{EF20CC9F-9158-F47A-AAE6-FCA39BAF465B}"/>
              </a:ext>
            </a:extLst>
          </p:cNvPr>
          <p:cNvSpPr/>
          <p:nvPr/>
        </p:nvSpPr>
        <p:spPr>
          <a:xfrm>
            <a:off x="9844572" y="4732690"/>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OPS</a:t>
            </a:r>
          </a:p>
        </p:txBody>
      </p:sp>
      <p:sp>
        <p:nvSpPr>
          <p:cNvPr id="44" name="Rectangle : coins arrondis 29">
            <a:extLst>
              <a:ext uri="{FF2B5EF4-FFF2-40B4-BE49-F238E27FC236}">
                <a16:creationId xmlns:a16="http://schemas.microsoft.com/office/drawing/2014/main" id="{67E015E9-8BCB-59BE-E7A0-8208CB09B5CD}"/>
              </a:ext>
            </a:extLst>
          </p:cNvPr>
          <p:cNvSpPr/>
          <p:nvPr/>
        </p:nvSpPr>
        <p:spPr>
          <a:xfrm>
            <a:off x="9844572" y="4420267"/>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PLANNING</a:t>
            </a:r>
          </a:p>
        </p:txBody>
      </p:sp>
      <p:sp>
        <p:nvSpPr>
          <p:cNvPr id="45" name="Rectangle : coins arrondis 54">
            <a:extLst>
              <a:ext uri="{FF2B5EF4-FFF2-40B4-BE49-F238E27FC236}">
                <a16:creationId xmlns:a16="http://schemas.microsoft.com/office/drawing/2014/main" id="{6AA9E695-116B-25F5-430B-C4F656003C1B}"/>
              </a:ext>
            </a:extLst>
          </p:cNvPr>
          <p:cNvSpPr/>
          <p:nvPr/>
        </p:nvSpPr>
        <p:spPr>
          <a:xfrm>
            <a:off x="9844572" y="5812898"/>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DIGITAL</a:t>
            </a:r>
          </a:p>
        </p:txBody>
      </p:sp>
      <p:sp>
        <p:nvSpPr>
          <p:cNvPr id="46" name="Rectangle : coins arrondis 29">
            <a:extLst>
              <a:ext uri="{FF2B5EF4-FFF2-40B4-BE49-F238E27FC236}">
                <a16:creationId xmlns:a16="http://schemas.microsoft.com/office/drawing/2014/main" id="{B2786B7C-A113-8EF9-7024-94F38CB28A50}"/>
              </a:ext>
            </a:extLst>
          </p:cNvPr>
          <p:cNvSpPr/>
          <p:nvPr/>
        </p:nvSpPr>
        <p:spPr>
          <a:xfrm>
            <a:off x="9844572" y="5650307"/>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PLANNING</a:t>
            </a:r>
          </a:p>
        </p:txBody>
      </p:sp>
      <p:pic>
        <p:nvPicPr>
          <p:cNvPr id="47" name="Picture 58">
            <a:extLst>
              <a:ext uri="{FF2B5EF4-FFF2-40B4-BE49-F238E27FC236}">
                <a16:creationId xmlns:a16="http://schemas.microsoft.com/office/drawing/2014/main" id="{EA405AE2-91B2-8936-8445-3C748B371BAE}"/>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1532118" y="2287765"/>
            <a:ext cx="376844" cy="80752"/>
          </a:xfrm>
          <a:prstGeom prst="rect">
            <a:avLst/>
          </a:prstGeom>
        </p:spPr>
      </p:pic>
      <p:sp>
        <p:nvSpPr>
          <p:cNvPr id="48" name="Rectangle : coins arrondis 30">
            <a:extLst>
              <a:ext uri="{FF2B5EF4-FFF2-40B4-BE49-F238E27FC236}">
                <a16:creationId xmlns:a16="http://schemas.microsoft.com/office/drawing/2014/main" id="{73282FE6-C6FD-0FDA-C227-5395734A6495}"/>
              </a:ext>
            </a:extLst>
          </p:cNvPr>
          <p:cNvSpPr/>
          <p:nvPr/>
        </p:nvSpPr>
        <p:spPr>
          <a:xfrm>
            <a:off x="9844572" y="2758002"/>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DIGITAL</a:t>
            </a:r>
          </a:p>
        </p:txBody>
      </p:sp>
      <p:sp>
        <p:nvSpPr>
          <p:cNvPr id="49" name="Rectangle : coins arrondis 29">
            <a:extLst>
              <a:ext uri="{FF2B5EF4-FFF2-40B4-BE49-F238E27FC236}">
                <a16:creationId xmlns:a16="http://schemas.microsoft.com/office/drawing/2014/main" id="{74133887-6646-09AD-5FD3-549BFE998963}"/>
              </a:ext>
            </a:extLst>
          </p:cNvPr>
          <p:cNvSpPr/>
          <p:nvPr/>
        </p:nvSpPr>
        <p:spPr>
          <a:xfrm>
            <a:off x="9844572" y="2594938"/>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PLANNING</a:t>
            </a:r>
          </a:p>
        </p:txBody>
      </p:sp>
      <p:sp>
        <p:nvSpPr>
          <p:cNvPr id="50" name="Rectangle : coins arrondis 26">
            <a:extLst>
              <a:ext uri="{FF2B5EF4-FFF2-40B4-BE49-F238E27FC236}">
                <a16:creationId xmlns:a16="http://schemas.microsoft.com/office/drawing/2014/main" id="{1D26237C-2668-EF20-26D6-8CDE2E430D8C}"/>
              </a:ext>
            </a:extLst>
          </p:cNvPr>
          <p:cNvSpPr/>
          <p:nvPr/>
        </p:nvSpPr>
        <p:spPr>
          <a:xfrm>
            <a:off x="9844572" y="1946140"/>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DRILLING</a:t>
            </a:r>
          </a:p>
        </p:txBody>
      </p:sp>
      <p:pic>
        <p:nvPicPr>
          <p:cNvPr id="51" name="Picture 2" descr="Zerlux AS – Provides innovative downhole high-power laser ...">
            <a:extLst>
              <a:ext uri="{FF2B5EF4-FFF2-40B4-BE49-F238E27FC236}">
                <a16:creationId xmlns:a16="http://schemas.microsoft.com/office/drawing/2014/main" id="{9F91F248-65CE-B0AD-DEAF-E40E437A4D09}"/>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506136" y="1883731"/>
            <a:ext cx="350784" cy="19217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5">
            <a:extLst>
              <a:ext uri="{FF2B5EF4-FFF2-40B4-BE49-F238E27FC236}">
                <a16:creationId xmlns:a16="http://schemas.microsoft.com/office/drawing/2014/main" id="{DCA20A6A-C397-ACA9-3224-CF795E0D8766}"/>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8974612" y="3043091"/>
            <a:ext cx="164974" cy="202422"/>
          </a:xfrm>
          <a:prstGeom prst="rect">
            <a:avLst/>
          </a:prstGeom>
        </p:spPr>
      </p:pic>
      <p:sp>
        <p:nvSpPr>
          <p:cNvPr id="53" name="Rectangle : coins arrondis 26">
            <a:extLst>
              <a:ext uri="{FF2B5EF4-FFF2-40B4-BE49-F238E27FC236}">
                <a16:creationId xmlns:a16="http://schemas.microsoft.com/office/drawing/2014/main" id="{8C121F75-9D45-89E8-993C-EF75A98EFF4E}"/>
              </a:ext>
            </a:extLst>
          </p:cNvPr>
          <p:cNvSpPr/>
          <p:nvPr/>
        </p:nvSpPr>
        <p:spPr>
          <a:xfrm>
            <a:off x="6466869" y="6150498"/>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DRILLING</a:t>
            </a:r>
          </a:p>
        </p:txBody>
      </p:sp>
      <p:sp>
        <p:nvSpPr>
          <p:cNvPr id="54" name="Rectangle : coins arrondis 26">
            <a:extLst>
              <a:ext uri="{FF2B5EF4-FFF2-40B4-BE49-F238E27FC236}">
                <a16:creationId xmlns:a16="http://schemas.microsoft.com/office/drawing/2014/main" id="{3A35665D-026F-FBA2-4EE0-2A5BFA66C36E}"/>
              </a:ext>
            </a:extLst>
          </p:cNvPr>
          <p:cNvSpPr/>
          <p:nvPr/>
        </p:nvSpPr>
        <p:spPr>
          <a:xfrm>
            <a:off x="9844572" y="3332682"/>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DRILLING</a:t>
            </a:r>
          </a:p>
        </p:txBody>
      </p:sp>
      <p:sp>
        <p:nvSpPr>
          <p:cNvPr id="55" name="Rectangle : coins arrondis 28">
            <a:extLst>
              <a:ext uri="{FF2B5EF4-FFF2-40B4-BE49-F238E27FC236}">
                <a16:creationId xmlns:a16="http://schemas.microsoft.com/office/drawing/2014/main" id="{73A6A52D-794E-6664-E53A-CF2B64CDB625}"/>
              </a:ext>
            </a:extLst>
          </p:cNvPr>
          <p:cNvSpPr/>
          <p:nvPr/>
        </p:nvSpPr>
        <p:spPr>
          <a:xfrm>
            <a:off x="6466869" y="6300952"/>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P.O.</a:t>
            </a:r>
          </a:p>
        </p:txBody>
      </p:sp>
      <p:sp>
        <p:nvSpPr>
          <p:cNvPr id="56" name="Rectangle : coins arrondis 36">
            <a:extLst>
              <a:ext uri="{FF2B5EF4-FFF2-40B4-BE49-F238E27FC236}">
                <a16:creationId xmlns:a16="http://schemas.microsoft.com/office/drawing/2014/main" id="{27A2BC69-E90D-1313-C6EA-FA121987982E}"/>
              </a:ext>
            </a:extLst>
          </p:cNvPr>
          <p:cNvSpPr/>
          <p:nvPr/>
        </p:nvSpPr>
        <p:spPr>
          <a:xfrm>
            <a:off x="6466869" y="2025860"/>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G&amp;R</a:t>
            </a:r>
          </a:p>
        </p:txBody>
      </p:sp>
      <p:pic>
        <p:nvPicPr>
          <p:cNvPr id="57" name="Image 88">
            <a:extLst>
              <a:ext uri="{FF2B5EF4-FFF2-40B4-BE49-F238E27FC236}">
                <a16:creationId xmlns:a16="http://schemas.microsoft.com/office/drawing/2014/main" id="{422AF08A-EF1C-C10F-3D64-08011DF3F54E}"/>
              </a:ext>
            </a:extLst>
          </p:cNvPr>
          <p:cNvPicPr>
            <a:picLocks noChangeAspect="1"/>
          </p:cNvPicPr>
          <p:nvPr/>
        </p:nvPicPr>
        <p:blipFill>
          <a:blip r:embed="rId17"/>
          <a:stretch>
            <a:fillRect/>
          </a:stretch>
        </p:blipFill>
        <p:spPr>
          <a:xfrm>
            <a:off x="8958694" y="4515735"/>
            <a:ext cx="120821" cy="124377"/>
          </a:xfrm>
          <a:prstGeom prst="rect">
            <a:avLst/>
          </a:prstGeom>
          <a:solidFill>
            <a:sysClr val="window" lastClr="FFFFFF"/>
          </a:solidFill>
        </p:spPr>
      </p:pic>
      <p:sp>
        <p:nvSpPr>
          <p:cNvPr id="58" name="Rectangle: Rounded Corners 67">
            <a:extLst>
              <a:ext uri="{FF2B5EF4-FFF2-40B4-BE49-F238E27FC236}">
                <a16:creationId xmlns:a16="http://schemas.microsoft.com/office/drawing/2014/main" id="{F2166FDE-CD5C-46B9-39C5-674E4FEF881C}"/>
              </a:ext>
            </a:extLst>
          </p:cNvPr>
          <p:cNvSpPr/>
          <p:nvPr/>
        </p:nvSpPr>
        <p:spPr>
          <a:xfrm>
            <a:off x="5901560" y="2178264"/>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pic>
        <p:nvPicPr>
          <p:cNvPr id="60" name="Image 88">
            <a:extLst>
              <a:ext uri="{FF2B5EF4-FFF2-40B4-BE49-F238E27FC236}">
                <a16:creationId xmlns:a16="http://schemas.microsoft.com/office/drawing/2014/main" id="{411A6391-C2B8-01C5-BEA4-88AF488A5792}"/>
              </a:ext>
            </a:extLst>
          </p:cNvPr>
          <p:cNvPicPr>
            <a:picLocks noChangeAspect="1"/>
          </p:cNvPicPr>
          <p:nvPr/>
        </p:nvPicPr>
        <p:blipFill>
          <a:blip r:embed="rId17"/>
          <a:stretch>
            <a:fillRect/>
          </a:stretch>
        </p:blipFill>
        <p:spPr>
          <a:xfrm>
            <a:off x="8958694" y="6324601"/>
            <a:ext cx="120821" cy="124377"/>
          </a:xfrm>
          <a:prstGeom prst="rect">
            <a:avLst/>
          </a:prstGeom>
          <a:solidFill>
            <a:sysClr val="window" lastClr="FFFFFF"/>
          </a:solidFill>
        </p:spPr>
      </p:pic>
      <p:pic>
        <p:nvPicPr>
          <p:cNvPr id="61" name="Image 88">
            <a:extLst>
              <a:ext uri="{FF2B5EF4-FFF2-40B4-BE49-F238E27FC236}">
                <a16:creationId xmlns:a16="http://schemas.microsoft.com/office/drawing/2014/main" id="{7E5661C9-D55C-7228-BB9F-E5E96BAE60E3}"/>
              </a:ext>
            </a:extLst>
          </p:cNvPr>
          <p:cNvPicPr>
            <a:picLocks noChangeAspect="1"/>
          </p:cNvPicPr>
          <p:nvPr/>
        </p:nvPicPr>
        <p:blipFill>
          <a:blip r:embed="rId17"/>
          <a:stretch>
            <a:fillRect/>
          </a:stretch>
        </p:blipFill>
        <p:spPr>
          <a:xfrm>
            <a:off x="11590912" y="3141551"/>
            <a:ext cx="120821" cy="124377"/>
          </a:xfrm>
          <a:prstGeom prst="rect">
            <a:avLst/>
          </a:prstGeom>
          <a:solidFill>
            <a:sysClr val="window" lastClr="FFFFFF"/>
          </a:solidFill>
        </p:spPr>
      </p:pic>
      <p:pic>
        <p:nvPicPr>
          <p:cNvPr id="62" name="Image 88">
            <a:extLst>
              <a:ext uri="{FF2B5EF4-FFF2-40B4-BE49-F238E27FC236}">
                <a16:creationId xmlns:a16="http://schemas.microsoft.com/office/drawing/2014/main" id="{5F6852D6-AFB9-2C9B-24CF-56CAB20106E3}"/>
              </a:ext>
            </a:extLst>
          </p:cNvPr>
          <p:cNvPicPr>
            <a:picLocks noChangeAspect="1"/>
          </p:cNvPicPr>
          <p:nvPr/>
        </p:nvPicPr>
        <p:blipFill>
          <a:blip r:embed="rId17"/>
          <a:stretch>
            <a:fillRect/>
          </a:stretch>
        </p:blipFill>
        <p:spPr>
          <a:xfrm>
            <a:off x="11590912" y="4399427"/>
            <a:ext cx="120821" cy="124377"/>
          </a:xfrm>
          <a:prstGeom prst="rect">
            <a:avLst/>
          </a:prstGeom>
          <a:solidFill>
            <a:sysClr val="window" lastClr="FFFFFF"/>
          </a:solidFill>
        </p:spPr>
      </p:pic>
      <p:sp>
        <p:nvSpPr>
          <p:cNvPr id="63" name="Rectangle : coins arrondis 24">
            <a:extLst>
              <a:ext uri="{FF2B5EF4-FFF2-40B4-BE49-F238E27FC236}">
                <a16:creationId xmlns:a16="http://schemas.microsoft.com/office/drawing/2014/main" id="{BD92420F-026F-5B92-CB94-18A658AC6034}"/>
              </a:ext>
            </a:extLst>
          </p:cNvPr>
          <p:cNvSpPr/>
          <p:nvPr/>
        </p:nvSpPr>
        <p:spPr>
          <a:xfrm>
            <a:off x="9844572" y="3157868"/>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HSE</a:t>
            </a:r>
          </a:p>
        </p:txBody>
      </p:sp>
      <p:sp>
        <p:nvSpPr>
          <p:cNvPr id="64" name="Rectangle : coins arrondis 36">
            <a:extLst>
              <a:ext uri="{FF2B5EF4-FFF2-40B4-BE49-F238E27FC236}">
                <a16:creationId xmlns:a16="http://schemas.microsoft.com/office/drawing/2014/main" id="{81173A56-7DDA-34A6-777F-BC8A62D79CF8}"/>
              </a:ext>
            </a:extLst>
          </p:cNvPr>
          <p:cNvSpPr/>
          <p:nvPr/>
        </p:nvSpPr>
        <p:spPr>
          <a:xfrm>
            <a:off x="9841247" y="1797476"/>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G&amp;R</a:t>
            </a:r>
          </a:p>
        </p:txBody>
      </p:sp>
      <p:sp>
        <p:nvSpPr>
          <p:cNvPr id="65" name="Rectangle : coins arrondis 24">
            <a:extLst>
              <a:ext uri="{FF2B5EF4-FFF2-40B4-BE49-F238E27FC236}">
                <a16:creationId xmlns:a16="http://schemas.microsoft.com/office/drawing/2014/main" id="{B76AAA9C-C074-0A8A-3871-014D336B07DD}"/>
              </a:ext>
            </a:extLst>
          </p:cNvPr>
          <p:cNvSpPr/>
          <p:nvPr/>
        </p:nvSpPr>
        <p:spPr>
          <a:xfrm>
            <a:off x="9832012" y="1630366"/>
            <a:ext cx="342900" cy="108060"/>
          </a:xfrm>
          <a:prstGeom prst="roundRect">
            <a:avLst/>
          </a:prstGeom>
          <a:solidFill>
            <a:sysClr val="window" lastClr="FFFFFF">
              <a:lumMod val="50000"/>
            </a:sysClr>
          </a:solidFill>
          <a:ln w="6350" cap="flat" cmpd="sng" algn="ctr">
            <a:solidFill>
              <a:sysClr val="windowText" lastClr="000000"/>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a:ln>
                  <a:noFill/>
                </a:ln>
                <a:solidFill>
                  <a:prstClr val="white"/>
                </a:solidFill>
                <a:effectLst/>
                <a:uLnTx/>
                <a:uFillTx/>
                <a:latin typeface="Arial"/>
                <a:ea typeface="SimHei"/>
              </a:rPr>
              <a:t>HSE</a:t>
            </a:r>
          </a:p>
        </p:txBody>
      </p:sp>
      <p:sp>
        <p:nvSpPr>
          <p:cNvPr id="66" name="Rectangle: Rounded Corners 67">
            <a:extLst>
              <a:ext uri="{FF2B5EF4-FFF2-40B4-BE49-F238E27FC236}">
                <a16:creationId xmlns:a16="http://schemas.microsoft.com/office/drawing/2014/main" id="{6531BA60-E2BB-ABC7-66C3-D5DBE6D0A1E3}"/>
              </a:ext>
            </a:extLst>
          </p:cNvPr>
          <p:cNvSpPr/>
          <p:nvPr/>
        </p:nvSpPr>
        <p:spPr>
          <a:xfrm>
            <a:off x="5901560" y="2634894"/>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sp>
        <p:nvSpPr>
          <p:cNvPr id="67" name="Rectangle: Rounded Corners 67">
            <a:extLst>
              <a:ext uri="{FF2B5EF4-FFF2-40B4-BE49-F238E27FC236}">
                <a16:creationId xmlns:a16="http://schemas.microsoft.com/office/drawing/2014/main" id="{430646D6-714F-328A-5266-A5EE6AD7BD9A}"/>
              </a:ext>
            </a:extLst>
          </p:cNvPr>
          <p:cNvSpPr/>
          <p:nvPr/>
        </p:nvSpPr>
        <p:spPr>
          <a:xfrm>
            <a:off x="5901560" y="3368794"/>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sp>
        <p:nvSpPr>
          <p:cNvPr id="68" name="Rectangle: Rounded Corners 67">
            <a:extLst>
              <a:ext uri="{FF2B5EF4-FFF2-40B4-BE49-F238E27FC236}">
                <a16:creationId xmlns:a16="http://schemas.microsoft.com/office/drawing/2014/main" id="{B72D0875-24B7-25A6-CC16-2B18F8122D73}"/>
              </a:ext>
            </a:extLst>
          </p:cNvPr>
          <p:cNvSpPr/>
          <p:nvPr/>
        </p:nvSpPr>
        <p:spPr>
          <a:xfrm>
            <a:off x="5899384" y="5823506"/>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sp>
        <p:nvSpPr>
          <p:cNvPr id="69" name="Rectangle: Rounded Corners 67">
            <a:extLst>
              <a:ext uri="{FF2B5EF4-FFF2-40B4-BE49-F238E27FC236}">
                <a16:creationId xmlns:a16="http://schemas.microsoft.com/office/drawing/2014/main" id="{9316FFAC-ADA7-9427-1ECC-4DE7AD682EBD}"/>
              </a:ext>
            </a:extLst>
          </p:cNvPr>
          <p:cNvSpPr/>
          <p:nvPr/>
        </p:nvSpPr>
        <p:spPr>
          <a:xfrm>
            <a:off x="11784785" y="3156138"/>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sp>
        <p:nvSpPr>
          <p:cNvPr id="70" name="Rectangle: Rounded Corners 67">
            <a:extLst>
              <a:ext uri="{FF2B5EF4-FFF2-40B4-BE49-F238E27FC236}">
                <a16:creationId xmlns:a16="http://schemas.microsoft.com/office/drawing/2014/main" id="{24FAB2FE-E5B7-F12A-7C7E-A159AD3B7D70}"/>
              </a:ext>
            </a:extLst>
          </p:cNvPr>
          <p:cNvSpPr/>
          <p:nvPr/>
        </p:nvSpPr>
        <p:spPr>
          <a:xfrm>
            <a:off x="11763577" y="1805114"/>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sp>
        <p:nvSpPr>
          <p:cNvPr id="77" name="Rectangle: Rounded Corners 67">
            <a:extLst>
              <a:ext uri="{FF2B5EF4-FFF2-40B4-BE49-F238E27FC236}">
                <a16:creationId xmlns:a16="http://schemas.microsoft.com/office/drawing/2014/main" id="{5005FFDC-687D-457A-B8D5-F9984CDED973}"/>
              </a:ext>
            </a:extLst>
          </p:cNvPr>
          <p:cNvSpPr/>
          <p:nvPr/>
        </p:nvSpPr>
        <p:spPr>
          <a:xfrm>
            <a:off x="11802515" y="3630793"/>
            <a:ext cx="513943" cy="136208"/>
          </a:xfrm>
          <a:prstGeom prst="roundRect">
            <a:avLst/>
          </a:prstGeom>
          <a:noFill/>
        </p:spPr>
        <p:txBody>
          <a:bodyPr wrap="square" lIns="0" tIns="0" rIns="0" bIns="0" rtlCol="0">
            <a:spAutoFit/>
          </a:bodyPr>
          <a:lstStyle/>
          <a:p>
            <a:pPr>
              <a:spcAft>
                <a:spcPts val="300"/>
              </a:spcAft>
            </a:pPr>
            <a:r>
              <a:rPr lang="en-US" sz="800" b="1">
                <a:solidFill>
                  <a:prstClr val="white"/>
                </a:solidFill>
                <a:highlight>
                  <a:srgbClr val="28445C"/>
                </a:highlight>
                <a:latin typeface="Segoe UI Semilight" panose="020B0402040204020203" pitchFamily="34" charset="0"/>
                <a:ea typeface="SimHei"/>
                <a:cs typeface="Segoe UI Semilight" panose="020B0402040204020203" pitchFamily="34" charset="0"/>
              </a:rPr>
              <a:t>TO COME</a:t>
            </a:r>
          </a:p>
        </p:txBody>
      </p:sp>
      <p:graphicFrame>
        <p:nvGraphicFramePr>
          <p:cNvPr id="9" name="Tableau 8">
            <a:extLst>
              <a:ext uri="{FF2B5EF4-FFF2-40B4-BE49-F238E27FC236}">
                <a16:creationId xmlns:a16="http://schemas.microsoft.com/office/drawing/2014/main" id="{D9770A9C-881B-E2D9-7FF0-C23CD9EC9159}"/>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12" name="Rectangle 11">
            <a:extLst>
              <a:ext uri="{FF2B5EF4-FFF2-40B4-BE49-F238E27FC236}">
                <a16:creationId xmlns:a16="http://schemas.microsoft.com/office/drawing/2014/main" id="{F5AC8E8A-168A-08CC-FBFE-3E41F5975208}"/>
              </a:ext>
            </a:extLst>
          </p:cNvPr>
          <p:cNvSpPr/>
          <p:nvPr/>
        </p:nvSpPr>
        <p:spPr>
          <a:xfrm>
            <a:off x="4304872" y="0"/>
            <a:ext cx="1530849"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600" b="1">
                <a:solidFill>
                  <a:srgbClr val="1FAAFF"/>
                </a:solidFill>
                <a:latin typeface="Aptos (Body)"/>
              </a:rPr>
              <a:t>TECHNOLOGY</a:t>
            </a:r>
          </a:p>
          <a:p>
            <a:pPr algn="ctr" fontAlgn="ctr"/>
            <a:r>
              <a:rPr lang="en-US" sz="1600" b="1" u="none" strike="noStrike">
                <a:solidFill>
                  <a:srgbClr val="1FAAFF"/>
                </a:solidFill>
                <a:effectLst/>
                <a:latin typeface="Aptos (Body)"/>
              </a:rPr>
              <a:t>HUB</a:t>
            </a:r>
            <a:endParaRPr lang="en-US" sz="1600" u="none" strike="noStrike">
              <a:solidFill>
                <a:schemeClr val="tx1"/>
              </a:solidFill>
              <a:effectLst/>
              <a:latin typeface="Aptos (Body)"/>
            </a:endParaRPr>
          </a:p>
        </p:txBody>
      </p:sp>
      <p:sp>
        <p:nvSpPr>
          <p:cNvPr id="71" name="Title 1">
            <a:extLst>
              <a:ext uri="{FF2B5EF4-FFF2-40B4-BE49-F238E27FC236}">
                <a16:creationId xmlns:a16="http://schemas.microsoft.com/office/drawing/2014/main" id="{9E2808EE-2DCC-B2EC-35CF-C49FACDDB2C1}"/>
              </a:ext>
            </a:extLst>
          </p:cNvPr>
          <p:cNvSpPr txBox="1">
            <a:spLocks/>
          </p:cNvSpPr>
          <p:nvPr/>
        </p:nvSpPr>
        <p:spPr>
          <a:xfrm>
            <a:off x="238411" y="1156217"/>
            <a:ext cx="3953156" cy="360348"/>
          </a:xfrm>
          <a:prstGeom prst="rect">
            <a:avLst/>
          </a:prstGeom>
        </p:spPr>
        <p:txBody>
          <a:bodyPr vert="horz" lIns="0" tIns="0" rIns="0" bIns="0" rtlCol="0" anchor="ctr" anchorCtr="0">
            <a:noAutofit/>
          </a:bodyPr>
          <a:lstStyle>
            <a:lvl1pPr algn="l" defTabSz="906528" rtl="0" eaLnBrk="1" latinLnBrk="0" hangingPunct="1">
              <a:lnSpc>
                <a:spcPct val="80000"/>
              </a:lnSpc>
              <a:spcBef>
                <a:spcPct val="0"/>
              </a:spcBef>
              <a:buNone/>
              <a:defRPr sz="4400" b="1" kern="1200" cap="all" baseline="0">
                <a:solidFill>
                  <a:schemeClr val="tx2"/>
                </a:solidFill>
                <a:latin typeface="+mj-lt"/>
                <a:ea typeface="+mj-ea"/>
                <a:cs typeface="+mj-cs"/>
              </a:defRPr>
            </a:lvl1pPr>
          </a:lstStyle>
          <a:p>
            <a:pPr>
              <a:defRPr/>
            </a:pPr>
            <a:r>
              <a:rPr lang="en-US" sz="1400" kern="0" spc="50">
                <a:ln w="11430">
                  <a:noFill/>
                </a:ln>
                <a:solidFill>
                  <a:srgbClr val="1859A9"/>
                </a:solidFill>
                <a:effectLst>
                  <a:glow>
                    <a:prstClr val="white"/>
                  </a:glow>
                </a:effectLst>
                <a:latin typeface="Arial" panose="020B0604020202020204" pitchFamily="34" charset="0"/>
                <a:cs typeface="Arial" panose="020B0604020202020204" pitchFamily="34" charset="0"/>
              </a:rPr>
              <a:t>DASHBOARD ACTIVITIES – End Sept-25 </a:t>
            </a:r>
          </a:p>
        </p:txBody>
      </p:sp>
      <p:sp>
        <p:nvSpPr>
          <p:cNvPr id="74" name="Espace réservé du pied de page 73">
            <a:extLst>
              <a:ext uri="{FF2B5EF4-FFF2-40B4-BE49-F238E27FC236}">
                <a16:creationId xmlns:a16="http://schemas.microsoft.com/office/drawing/2014/main" id="{DCC5009F-B127-826E-51D1-3B826D2022A3}"/>
              </a:ext>
            </a:extLst>
          </p:cNvPr>
          <p:cNvSpPr>
            <a:spLocks noGrp="1"/>
          </p:cNvSpPr>
          <p:nvPr>
            <p:ph type="ftr" sz="quarter" idx="15"/>
          </p:nvPr>
        </p:nvSpPr>
        <p:spPr/>
        <p:txBody>
          <a:bodyPr/>
          <a:lstStyle/>
          <a:p>
            <a:r>
              <a:rPr lang="nl-NL" noProof="0"/>
              <a:t>ADNOC Upstream - TotalEnergies - 06/10/2025</a:t>
            </a:r>
            <a:endParaRPr lang="en-US" noProof="0"/>
          </a:p>
        </p:txBody>
      </p:sp>
      <p:sp>
        <p:nvSpPr>
          <p:cNvPr id="75" name="Espace réservé du numéro de diapositive 74">
            <a:extLst>
              <a:ext uri="{FF2B5EF4-FFF2-40B4-BE49-F238E27FC236}">
                <a16:creationId xmlns:a16="http://schemas.microsoft.com/office/drawing/2014/main" id="{0FA55344-4688-0115-4C5F-A1D91F2BACF3}"/>
              </a:ext>
            </a:extLst>
          </p:cNvPr>
          <p:cNvSpPr>
            <a:spLocks noGrp="1"/>
          </p:cNvSpPr>
          <p:nvPr>
            <p:ph type="sldNum" sz="quarter" idx="16"/>
          </p:nvPr>
        </p:nvSpPr>
        <p:spPr/>
        <p:txBody>
          <a:bodyPr/>
          <a:lstStyle/>
          <a:p>
            <a:fld id="{975A587B-5814-4D9B-9598-FE9CB954CB01}" type="slidenum">
              <a:rPr lang="en-US" noProof="0" smtClean="0"/>
              <a:pPr/>
              <a:t>18</a:t>
            </a:fld>
            <a:endParaRPr lang="en-US" noProof="0"/>
          </a:p>
        </p:txBody>
      </p:sp>
    </p:spTree>
    <p:extLst>
      <p:ext uri="{BB962C8B-B14F-4D97-AF65-F5344CB8AC3E}">
        <p14:creationId xmlns:p14="http://schemas.microsoft.com/office/powerpoint/2010/main" val="2618898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3C658-A2F5-4176-79C7-5EA9805B01BB}"/>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F8A63798-7F51-3227-3A67-C8D70444EAF3}"/>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D69D1909-F647-A3CD-429A-A6847D02DE0A}"/>
              </a:ext>
            </a:extLst>
          </p:cNvPr>
          <p:cNvSpPr>
            <a:spLocks noGrp="1"/>
          </p:cNvSpPr>
          <p:nvPr>
            <p:ph type="sldNum" sz="quarter" idx="16"/>
          </p:nvPr>
        </p:nvSpPr>
        <p:spPr/>
        <p:txBody>
          <a:bodyPr/>
          <a:lstStyle/>
          <a:p>
            <a:fld id="{975A587B-5814-4D9B-9598-FE9CB954CB01}" type="slidenum">
              <a:rPr lang="en-US" noProof="0" smtClean="0"/>
              <a:pPr/>
              <a:t>19</a:t>
            </a:fld>
            <a:endParaRPr lang="en-US" noProof="0"/>
          </a:p>
        </p:txBody>
      </p:sp>
      <p:sp>
        <p:nvSpPr>
          <p:cNvPr id="16" name="Rectangle : coins arrondis 15">
            <a:extLst>
              <a:ext uri="{FF2B5EF4-FFF2-40B4-BE49-F238E27FC236}">
                <a16:creationId xmlns:a16="http://schemas.microsoft.com/office/drawing/2014/main" id="{940003E3-B029-0226-AC7A-3A27CF335DFA}"/>
              </a:ext>
            </a:extLst>
          </p:cNvPr>
          <p:cNvSpPr/>
          <p:nvPr/>
        </p:nvSpPr>
        <p:spPr>
          <a:xfrm>
            <a:off x="469879" y="5883349"/>
            <a:ext cx="11204670" cy="566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Successful mission in Paris – All sets to launch secondment program in France</a:t>
            </a:r>
          </a:p>
        </p:txBody>
      </p:sp>
      <p:graphicFrame>
        <p:nvGraphicFramePr>
          <p:cNvPr id="7" name="Tableau 6">
            <a:extLst>
              <a:ext uri="{FF2B5EF4-FFF2-40B4-BE49-F238E27FC236}">
                <a16:creationId xmlns:a16="http://schemas.microsoft.com/office/drawing/2014/main" id="{2315124A-BC9C-2458-6595-5D442547C27D}"/>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8" name="Rectangle 7">
            <a:extLst>
              <a:ext uri="{FF2B5EF4-FFF2-40B4-BE49-F238E27FC236}">
                <a16:creationId xmlns:a16="http://schemas.microsoft.com/office/drawing/2014/main" id="{5E851B62-DAB5-B79B-0CB4-810A4772EB48}"/>
              </a:ext>
            </a:extLst>
          </p:cNvPr>
          <p:cNvSpPr/>
          <p:nvPr/>
        </p:nvSpPr>
        <p:spPr>
          <a:xfrm>
            <a:off x="5260370" y="0"/>
            <a:ext cx="1428106"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sz="1600" b="1" u="none" strike="noStrike">
              <a:solidFill>
                <a:srgbClr val="1FAAFF"/>
              </a:solidFill>
              <a:effectLst/>
              <a:latin typeface="Aptos (Body)"/>
            </a:endParaRPr>
          </a:p>
          <a:p>
            <a:pPr algn="ctr" fontAlgn="ctr"/>
            <a:r>
              <a:rPr lang="en-US" sz="1600" b="1" u="none" strike="noStrike">
                <a:solidFill>
                  <a:srgbClr val="1FAAFF"/>
                </a:solidFill>
                <a:effectLst/>
                <a:latin typeface="Aptos (Body)"/>
              </a:rPr>
              <a:t>People development</a:t>
            </a:r>
            <a:endParaRPr lang="en-US" sz="1600" u="none" strike="noStrike">
              <a:solidFill>
                <a:schemeClr val="tx1"/>
              </a:solidFill>
              <a:effectLst/>
              <a:latin typeface="Aptos (Body)"/>
            </a:endParaRPr>
          </a:p>
        </p:txBody>
      </p:sp>
      <p:sp>
        <p:nvSpPr>
          <p:cNvPr id="12" name="Rectangle : coins arrondis 11">
            <a:extLst>
              <a:ext uri="{FF2B5EF4-FFF2-40B4-BE49-F238E27FC236}">
                <a16:creationId xmlns:a16="http://schemas.microsoft.com/office/drawing/2014/main" id="{6350F361-B554-A721-4FDA-876DE882A11C}"/>
              </a:ext>
            </a:extLst>
          </p:cNvPr>
          <p:cNvSpPr/>
          <p:nvPr/>
        </p:nvSpPr>
        <p:spPr>
          <a:xfrm>
            <a:off x="506235" y="1419731"/>
            <a:ext cx="3951226" cy="1204730"/>
          </a:xfrm>
          <a:prstGeom prst="roundRect">
            <a:avLst/>
          </a:prstGeom>
          <a:solidFill>
            <a:srgbClr val="FFFFFF"/>
          </a:solid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r>
              <a:rPr lang="en-US" sz="1500">
                <a:solidFill>
                  <a:schemeClr val="tx1"/>
                </a:solidFill>
              </a:rPr>
              <a:t>Full immersion mission in TTE Digital, Research &amp; Technology centers achieved on 19</a:t>
            </a:r>
            <a:r>
              <a:rPr lang="en-US" sz="1500" baseline="30000">
                <a:solidFill>
                  <a:schemeClr val="tx1"/>
                </a:solidFill>
              </a:rPr>
              <a:t>th - </a:t>
            </a:r>
            <a:r>
              <a:rPr lang="en-US" sz="1500">
                <a:solidFill>
                  <a:schemeClr val="tx1"/>
                </a:solidFill>
              </a:rPr>
              <a:t>23</a:t>
            </a:r>
            <a:r>
              <a:rPr lang="en-US" sz="1500" baseline="30000">
                <a:solidFill>
                  <a:schemeClr val="tx1"/>
                </a:solidFill>
              </a:rPr>
              <a:t>rd</a:t>
            </a:r>
            <a:r>
              <a:rPr lang="en-US" sz="1500">
                <a:solidFill>
                  <a:schemeClr val="tx1"/>
                </a:solidFill>
              </a:rPr>
              <a:t> May </a:t>
            </a:r>
            <a:endParaRPr lang="fr-FR" sz="1500">
              <a:solidFill>
                <a:schemeClr val="tx1"/>
              </a:solidFill>
            </a:endParaRPr>
          </a:p>
        </p:txBody>
      </p:sp>
      <p:sp>
        <p:nvSpPr>
          <p:cNvPr id="13" name="Rectangle : coins arrondis 12">
            <a:extLst>
              <a:ext uri="{FF2B5EF4-FFF2-40B4-BE49-F238E27FC236}">
                <a16:creationId xmlns:a16="http://schemas.microsoft.com/office/drawing/2014/main" id="{DBD5734A-9FF6-D819-632A-330AEA0B5C82}"/>
              </a:ext>
            </a:extLst>
          </p:cNvPr>
          <p:cNvSpPr/>
          <p:nvPr/>
        </p:nvSpPr>
        <p:spPr>
          <a:xfrm>
            <a:off x="506234" y="2497541"/>
            <a:ext cx="3946825" cy="1245795"/>
          </a:xfrm>
          <a:prstGeom prst="roundRect">
            <a:avLst/>
          </a:prstGeom>
          <a:gradFill flip="none" rotWithShape="1">
            <a:gsLst>
              <a:gs pos="0">
                <a:srgbClr val="1FAAFF">
                  <a:shade val="30000"/>
                  <a:satMod val="115000"/>
                </a:srgbClr>
              </a:gs>
              <a:gs pos="50000">
                <a:srgbClr val="1FAAFF">
                  <a:shade val="67500"/>
                  <a:satMod val="115000"/>
                </a:srgbClr>
              </a:gs>
              <a:gs pos="100000">
                <a:srgbClr val="1FAAFF">
                  <a:shade val="100000"/>
                  <a:satMod val="115000"/>
                </a:srgbClr>
              </a:gs>
            </a:gsLst>
            <a:lin ang="2700000" scaled="1"/>
            <a:tileRect/>
          </a:gradFill>
          <a:ln>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Focus on AI integrations, IoT technologies, and digital tools for operational excellence and GHG reduction for future cooperation &amp; networking</a:t>
            </a:r>
            <a:endParaRPr lang="fr-FR" sz="1400" b="1">
              <a:solidFill>
                <a:schemeClr val="bg1"/>
              </a:solidFill>
            </a:endParaRPr>
          </a:p>
        </p:txBody>
      </p:sp>
      <p:pic>
        <p:nvPicPr>
          <p:cNvPr id="14" name="Image 13">
            <a:extLst>
              <a:ext uri="{FF2B5EF4-FFF2-40B4-BE49-F238E27FC236}">
                <a16:creationId xmlns:a16="http://schemas.microsoft.com/office/drawing/2014/main" id="{0E5EC33F-8DC8-6530-545A-B6D8433F1492}"/>
              </a:ext>
            </a:extLst>
          </p:cNvPr>
          <p:cNvPicPr>
            <a:picLocks noChangeAspect="1"/>
          </p:cNvPicPr>
          <p:nvPr/>
        </p:nvPicPr>
        <p:blipFill>
          <a:blip r:embed="rId3"/>
          <a:stretch>
            <a:fillRect/>
          </a:stretch>
        </p:blipFill>
        <p:spPr>
          <a:xfrm>
            <a:off x="5465160" y="-393787"/>
            <a:ext cx="1018525" cy="1018525"/>
          </a:xfrm>
          <a:prstGeom prst="rect">
            <a:avLst/>
          </a:prstGeom>
        </p:spPr>
      </p:pic>
      <p:pic>
        <p:nvPicPr>
          <p:cNvPr id="19" name="Picture Placeholder 11" descr="A group of people posing for a photo&#10;&#10;AI-generated content may be incorrect.">
            <a:extLst>
              <a:ext uri="{FF2B5EF4-FFF2-40B4-BE49-F238E27FC236}">
                <a16:creationId xmlns:a16="http://schemas.microsoft.com/office/drawing/2014/main" id="{2146EDC0-5E67-7196-372F-95DFDF82D83A}"/>
              </a:ext>
            </a:extLst>
          </p:cNvPr>
          <p:cNvPicPr>
            <a:picLocks noChangeAspect="1"/>
          </p:cNvPicPr>
          <p:nvPr/>
        </p:nvPicPr>
        <p:blipFill>
          <a:blip r:embed="rId4">
            <a:extLst>
              <a:ext uri="{28A0092B-C50C-407E-A947-70E740481C1C}">
                <a14:useLocalDpi xmlns:a14="http://schemas.microsoft.com/office/drawing/2010/main" val="0"/>
              </a:ext>
            </a:extLst>
          </a:blip>
          <a:srcRect l="10863" t="41006" r="6330" b="25016"/>
          <a:stretch/>
        </p:blipFill>
        <p:spPr>
          <a:xfrm>
            <a:off x="158856" y="3817382"/>
            <a:ext cx="4662758" cy="1435173"/>
          </a:xfrm>
          <a:prstGeom prst="rect">
            <a:avLst/>
          </a:prstGeom>
          <a:ln>
            <a:noFill/>
          </a:ln>
          <a:effectLst>
            <a:softEdge rad="112500"/>
          </a:effectLst>
        </p:spPr>
      </p:pic>
      <p:pic>
        <p:nvPicPr>
          <p:cNvPr id="20" name="Picture 7">
            <a:extLst>
              <a:ext uri="{FF2B5EF4-FFF2-40B4-BE49-F238E27FC236}">
                <a16:creationId xmlns:a16="http://schemas.microsoft.com/office/drawing/2014/main" id="{5E4C7A1C-A01F-1AE2-4F3E-6662C9E44D79}"/>
              </a:ext>
            </a:extLst>
          </p:cNvPr>
          <p:cNvPicPr>
            <a:picLocks noChangeAspect="1"/>
          </p:cNvPicPr>
          <p:nvPr/>
        </p:nvPicPr>
        <p:blipFill>
          <a:blip r:embed="rId5"/>
          <a:stretch>
            <a:fillRect/>
          </a:stretch>
        </p:blipFill>
        <p:spPr>
          <a:xfrm>
            <a:off x="363854" y="5219820"/>
            <a:ext cx="576000" cy="386430"/>
          </a:xfrm>
          <a:prstGeom prst="rect">
            <a:avLst/>
          </a:prstGeom>
        </p:spPr>
      </p:pic>
      <p:pic>
        <p:nvPicPr>
          <p:cNvPr id="21" name="Picture 9">
            <a:extLst>
              <a:ext uri="{FF2B5EF4-FFF2-40B4-BE49-F238E27FC236}">
                <a16:creationId xmlns:a16="http://schemas.microsoft.com/office/drawing/2014/main" id="{9BEE1D91-4C5A-D034-6B15-D6234A7F90B8}"/>
              </a:ext>
            </a:extLst>
          </p:cNvPr>
          <p:cNvPicPr>
            <a:picLocks noChangeAspect="1"/>
          </p:cNvPicPr>
          <p:nvPr/>
        </p:nvPicPr>
        <p:blipFill rotWithShape="1">
          <a:blip r:embed="rId6">
            <a:clrChange>
              <a:clrFrom>
                <a:srgbClr val="FFFFFF"/>
              </a:clrFrom>
              <a:clrTo>
                <a:srgbClr val="FFFFFF">
                  <a:alpha val="0"/>
                </a:srgbClr>
              </a:clrTo>
            </a:clrChange>
          </a:blip>
          <a:srcRect b="2084"/>
          <a:stretch/>
        </p:blipFill>
        <p:spPr>
          <a:xfrm>
            <a:off x="1065799" y="5260528"/>
            <a:ext cx="825844" cy="305013"/>
          </a:xfrm>
          <a:prstGeom prst="rect">
            <a:avLst/>
          </a:prstGeom>
        </p:spPr>
      </p:pic>
      <p:pic>
        <p:nvPicPr>
          <p:cNvPr id="23" name="Picture 14">
            <a:extLst>
              <a:ext uri="{FF2B5EF4-FFF2-40B4-BE49-F238E27FC236}">
                <a16:creationId xmlns:a16="http://schemas.microsoft.com/office/drawing/2014/main" id="{1CC9111F-D5B2-D5F7-B4CF-E6BD5060BC1F}"/>
              </a:ext>
            </a:extLst>
          </p:cNvPr>
          <p:cNvPicPr>
            <a:picLocks noChangeAspect="1"/>
          </p:cNvPicPr>
          <p:nvPr/>
        </p:nvPicPr>
        <p:blipFill>
          <a:blip r:embed="rId7"/>
          <a:stretch>
            <a:fillRect/>
          </a:stretch>
        </p:blipFill>
        <p:spPr>
          <a:xfrm>
            <a:off x="2000957" y="5185003"/>
            <a:ext cx="507735" cy="507735"/>
          </a:xfrm>
          <a:prstGeom prst="rect">
            <a:avLst/>
          </a:prstGeom>
        </p:spPr>
      </p:pic>
      <p:pic>
        <p:nvPicPr>
          <p:cNvPr id="24" name="Image 8">
            <a:extLst>
              <a:ext uri="{FF2B5EF4-FFF2-40B4-BE49-F238E27FC236}">
                <a16:creationId xmlns:a16="http://schemas.microsoft.com/office/drawing/2014/main" id="{5F0665DD-1C57-F0F8-2831-4089FFFED6A8}"/>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2563804" y="5198413"/>
            <a:ext cx="502103" cy="480913"/>
          </a:xfrm>
          <a:prstGeom prst="rect">
            <a:avLst/>
          </a:prstGeom>
        </p:spPr>
      </p:pic>
      <p:pic>
        <p:nvPicPr>
          <p:cNvPr id="25" name="Image 3">
            <a:extLst>
              <a:ext uri="{FF2B5EF4-FFF2-40B4-BE49-F238E27FC236}">
                <a16:creationId xmlns:a16="http://schemas.microsoft.com/office/drawing/2014/main" id="{1E1C735A-871E-5842-3026-5CACAB381DAE}"/>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3897452" y="5043580"/>
            <a:ext cx="816106" cy="816106"/>
          </a:xfrm>
          <a:prstGeom prst="rect">
            <a:avLst/>
          </a:prstGeom>
        </p:spPr>
      </p:pic>
      <p:pic>
        <p:nvPicPr>
          <p:cNvPr id="26" name="Image 3" descr="Une image contenant Graphique, Police, logo, symbole&#10;&#10;Description générée automatiquement">
            <a:extLst>
              <a:ext uri="{FF2B5EF4-FFF2-40B4-BE49-F238E27FC236}">
                <a16:creationId xmlns:a16="http://schemas.microsoft.com/office/drawing/2014/main" id="{C59AF587-C490-D304-38A3-A5BFBF3F7590}"/>
              </a:ext>
            </a:extLst>
          </p:cNvPr>
          <p:cNvPicPr>
            <a:picLocks noChangeAspect="1"/>
          </p:cNvPicPr>
          <p:nvPr/>
        </p:nvPicPr>
        <p:blipFill>
          <a:blip r:embed="rId10"/>
          <a:stretch>
            <a:fillRect/>
          </a:stretch>
        </p:blipFill>
        <p:spPr>
          <a:xfrm>
            <a:off x="3117025" y="5219820"/>
            <a:ext cx="799301" cy="337205"/>
          </a:xfrm>
          <a:prstGeom prst="rect">
            <a:avLst/>
          </a:prstGeom>
        </p:spPr>
      </p:pic>
      <p:sp>
        <p:nvSpPr>
          <p:cNvPr id="27" name="Espace réservé du texte 21">
            <a:extLst>
              <a:ext uri="{FF2B5EF4-FFF2-40B4-BE49-F238E27FC236}">
                <a16:creationId xmlns:a16="http://schemas.microsoft.com/office/drawing/2014/main" id="{D624CA78-8F6A-036C-1559-FC40F6A0F374}"/>
              </a:ext>
            </a:extLst>
          </p:cNvPr>
          <p:cNvSpPr>
            <a:spLocks noGrp="1"/>
          </p:cNvSpPr>
          <p:nvPr>
            <p:ph type="body" sz="quarter" idx="13"/>
          </p:nvPr>
        </p:nvSpPr>
        <p:spPr>
          <a:xfrm>
            <a:off x="5284604" y="1419731"/>
            <a:ext cx="6568090" cy="4463618"/>
          </a:xfrm>
        </p:spPr>
        <p:txBody>
          <a:bodyPr numCol="1"/>
          <a:lstStyle/>
          <a:p>
            <a:pPr marL="0" lvl="0" indent="0">
              <a:buNone/>
              <a:defRPr/>
            </a:pPr>
            <a:r>
              <a:rPr lang="en-US" sz="1800" b="1" u="sng"/>
              <a:t>Secondee in TTE</a:t>
            </a:r>
          </a:p>
          <a:p>
            <a:pPr lvl="0">
              <a:defRPr/>
            </a:pPr>
            <a:r>
              <a:rPr lang="en-US" sz="1800">
                <a:solidFill>
                  <a:schemeClr val="accent1"/>
                </a:solidFill>
              </a:rPr>
              <a:t>Multiple programs proposed by TotalEnergies</a:t>
            </a:r>
          </a:p>
          <a:p>
            <a:pPr lvl="0">
              <a:defRPr/>
            </a:pPr>
            <a:r>
              <a:rPr lang="en-US" sz="1800">
                <a:solidFill>
                  <a:schemeClr val="accent1"/>
                </a:solidFill>
              </a:rPr>
              <a:t>AON selected Petroleum Architect role </a:t>
            </a:r>
            <a:r>
              <a:rPr lang="en-US" sz="1800"/>
              <a:t>– 1 AON engineer followed Petroleum Archietct training</a:t>
            </a:r>
          </a:p>
          <a:p>
            <a:pPr lvl="0">
              <a:defRPr/>
            </a:pPr>
            <a:r>
              <a:rPr lang="en-US" sz="1800">
                <a:solidFill>
                  <a:schemeClr val="accent1"/>
                </a:solidFill>
              </a:rPr>
              <a:t>TotalEnergies engaged with 3</a:t>
            </a:r>
            <a:r>
              <a:rPr lang="en-US" sz="1800" baseline="30000">
                <a:solidFill>
                  <a:schemeClr val="accent1"/>
                </a:solidFill>
              </a:rPr>
              <a:t>rd</a:t>
            </a:r>
            <a:r>
              <a:rPr lang="en-US" sz="1800">
                <a:solidFill>
                  <a:schemeClr val="accent1"/>
                </a:solidFill>
              </a:rPr>
              <a:t> parties to clarify ADNOC all administrative requirements</a:t>
            </a:r>
          </a:p>
          <a:p>
            <a:pPr>
              <a:defRPr/>
            </a:pPr>
            <a:r>
              <a:rPr lang="en-US" sz="1800">
                <a:solidFill>
                  <a:schemeClr val="accent1"/>
                </a:solidFill>
              </a:rPr>
              <a:t>All set by TotalEnergies</a:t>
            </a:r>
            <a:r>
              <a:rPr lang="en-US" sz="1800"/>
              <a:t>: program finalized, Xavier Poirier-Coutansais, our VP ASLG, proposed to be mentor: regular meeting, coaching, advisor… </a:t>
            </a:r>
          </a:p>
          <a:p>
            <a:pPr lvl="0">
              <a:defRPr/>
            </a:pPr>
            <a:r>
              <a:rPr lang="en-US" sz="1800">
                <a:solidFill>
                  <a:schemeClr val="accent1"/>
                </a:solidFill>
              </a:rPr>
              <a:t>ADNOC approval granted </a:t>
            </a:r>
            <a:r>
              <a:rPr lang="en-US" sz="1800">
                <a:sym typeface="Wingdings" panose="05000000000000000000" pitchFamily="2" charset="2"/>
              </a:rPr>
              <a:t> Follow/support administrative process</a:t>
            </a:r>
            <a:endParaRPr lang="en-US" sz="1800"/>
          </a:p>
          <a:p>
            <a:pPr lvl="0">
              <a:defRPr/>
            </a:pPr>
            <a:r>
              <a:rPr lang="en-US" sz="1800">
                <a:solidFill>
                  <a:schemeClr val="accent1"/>
                </a:solidFill>
              </a:rPr>
              <a:t>Continuous mentoring by secondees</a:t>
            </a:r>
            <a:endParaRPr lang="en-US" sz="1400"/>
          </a:p>
          <a:p>
            <a:pPr marL="0" indent="0">
              <a:buNone/>
              <a:defRPr/>
            </a:pPr>
            <a:r>
              <a:rPr lang="en-US" sz="1800" b="1" u="sng"/>
              <a:t>Knowledge Sharing &amp; training sessions via Technology Hub &amp; various ALPC objectives </a:t>
            </a:r>
          </a:p>
          <a:p>
            <a:pPr marL="0" lvl="0" indent="0">
              <a:buNone/>
              <a:defRPr/>
            </a:pPr>
            <a:endParaRPr lang="en-US" sz="1800"/>
          </a:p>
        </p:txBody>
      </p:sp>
    </p:spTree>
    <p:extLst>
      <p:ext uri="{BB962C8B-B14F-4D97-AF65-F5344CB8AC3E}">
        <p14:creationId xmlns:p14="http://schemas.microsoft.com/office/powerpoint/2010/main" val="491952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0634-2299-A046-FDD4-BADCF19C2450}"/>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F7E7A849-0DB5-7EE7-0B26-8FC69C11190D}"/>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43FBF950-0882-290E-700F-EA3F8FE8FB25}"/>
              </a:ext>
            </a:extLst>
          </p:cNvPr>
          <p:cNvSpPr>
            <a:spLocks noGrp="1"/>
          </p:cNvSpPr>
          <p:nvPr>
            <p:ph type="sldNum" sz="quarter" idx="16"/>
          </p:nvPr>
        </p:nvSpPr>
        <p:spPr/>
        <p:txBody>
          <a:bodyPr/>
          <a:lstStyle/>
          <a:p>
            <a:fld id="{975A587B-5814-4D9B-9598-FE9CB954CB01}" type="slidenum">
              <a:rPr lang="en-US" noProof="0" smtClean="0"/>
              <a:pPr/>
              <a:t>20</a:t>
            </a:fld>
            <a:endParaRPr lang="en-US" noProof="0"/>
          </a:p>
        </p:txBody>
      </p:sp>
      <p:graphicFrame>
        <p:nvGraphicFramePr>
          <p:cNvPr id="7" name="Tableau 6">
            <a:extLst>
              <a:ext uri="{FF2B5EF4-FFF2-40B4-BE49-F238E27FC236}">
                <a16:creationId xmlns:a16="http://schemas.microsoft.com/office/drawing/2014/main" id="{9EB5EB42-A50A-1462-CC05-6DC9959E0AE5}"/>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8" name="Rectangle 7">
            <a:extLst>
              <a:ext uri="{FF2B5EF4-FFF2-40B4-BE49-F238E27FC236}">
                <a16:creationId xmlns:a16="http://schemas.microsoft.com/office/drawing/2014/main" id="{EA53EDA8-FC9D-CF16-D43D-7E8428A8A76C}"/>
              </a:ext>
            </a:extLst>
          </p:cNvPr>
          <p:cNvSpPr/>
          <p:nvPr/>
        </p:nvSpPr>
        <p:spPr>
          <a:xfrm>
            <a:off x="6010382" y="0"/>
            <a:ext cx="1582219"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600" b="1">
                <a:solidFill>
                  <a:srgbClr val="1FAAFF"/>
                </a:solidFill>
                <a:latin typeface="Aptos (Body)"/>
              </a:rPr>
              <a:t>CAPEX / OPEX Optimization</a:t>
            </a:r>
            <a:endParaRPr lang="en-US" sz="1600" u="none" strike="noStrike">
              <a:solidFill>
                <a:schemeClr val="tx1"/>
              </a:solidFill>
              <a:effectLst/>
              <a:latin typeface="Aptos (Body)"/>
            </a:endParaRPr>
          </a:p>
        </p:txBody>
      </p:sp>
      <p:pic>
        <p:nvPicPr>
          <p:cNvPr id="2" name="Image 1">
            <a:extLst>
              <a:ext uri="{FF2B5EF4-FFF2-40B4-BE49-F238E27FC236}">
                <a16:creationId xmlns:a16="http://schemas.microsoft.com/office/drawing/2014/main" id="{988A110D-31FB-6A02-5047-DAB51626AAA7}"/>
              </a:ext>
            </a:extLst>
          </p:cNvPr>
          <p:cNvPicPr>
            <a:picLocks noChangeAspect="1"/>
          </p:cNvPicPr>
          <p:nvPr/>
        </p:nvPicPr>
        <p:blipFill>
          <a:blip r:embed="rId3"/>
          <a:stretch>
            <a:fillRect/>
          </a:stretch>
        </p:blipFill>
        <p:spPr>
          <a:xfrm>
            <a:off x="6512606" y="-252001"/>
            <a:ext cx="660017" cy="660017"/>
          </a:xfrm>
          <a:prstGeom prst="rect">
            <a:avLst/>
          </a:prstGeom>
        </p:spPr>
      </p:pic>
      <p:sp>
        <p:nvSpPr>
          <p:cNvPr id="5" name="Text Placeholder 4">
            <a:extLst>
              <a:ext uri="{FF2B5EF4-FFF2-40B4-BE49-F238E27FC236}">
                <a16:creationId xmlns:a16="http://schemas.microsoft.com/office/drawing/2014/main" id="{3745D067-DBCD-CA74-8267-E12551553FCA}"/>
              </a:ext>
            </a:extLst>
          </p:cNvPr>
          <p:cNvSpPr txBox="1">
            <a:spLocks/>
          </p:cNvSpPr>
          <p:nvPr/>
        </p:nvSpPr>
        <p:spPr>
          <a:xfrm>
            <a:off x="7559992" y="1171712"/>
            <a:ext cx="4638643" cy="2724143"/>
          </a:xfrm>
          <a:prstGeom prst="rect">
            <a:avLst/>
          </a:prstGeom>
        </p:spPr>
        <p:txBody>
          <a:bodyPr/>
          <a:lst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374649"/>
                </a:solidFill>
                <a:effectLst/>
                <a:uLnTx/>
                <a:uFillTx/>
                <a:latin typeface="Arial" panose="020B0604020202020204"/>
                <a:ea typeface="+mn-ea"/>
                <a:cs typeface="+mn-cs"/>
              </a:rPr>
              <a:t>Active participation </a:t>
            </a:r>
            <a:r>
              <a:rPr kumimoji="0" lang="en-US" sz="1800" b="0" i="0" u="none" strike="noStrike" kern="1200" cap="none" spc="0" normalizeH="0" baseline="0" noProof="0">
                <a:ln>
                  <a:noFill/>
                </a:ln>
                <a:solidFill>
                  <a:srgbClr val="374649"/>
                </a:solidFill>
                <a:effectLst/>
                <a:uLnTx/>
                <a:uFillTx/>
                <a:latin typeface="Arial" panose="020B0604020202020204"/>
                <a:ea typeface="+mn-ea"/>
                <a:cs typeface="+mn-cs"/>
              </a:rPr>
              <a:t>to the deep dive review sessions organized by ADNOC as part of the Capex review taskforce</a:t>
            </a:r>
          </a:p>
          <a:p>
            <a:pPr marL="180000" marR="0" lvl="0"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374649"/>
              </a:solidFill>
              <a:effectLst/>
              <a:uLnTx/>
              <a:uFillTx/>
              <a:latin typeface="Arial" panose="020B0604020202020204"/>
              <a:ea typeface="+mn-ea"/>
              <a:cs typeface="+mn-cs"/>
            </a:endParaRPr>
          </a:p>
          <a:p>
            <a:pPr marL="180000" marR="0" lvl="0"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374649"/>
                </a:solidFill>
                <a:effectLst/>
                <a:uLnTx/>
                <a:uFillTx/>
                <a:latin typeface="Arial" panose="020B0604020202020204"/>
                <a:ea typeface="+mn-ea"/>
                <a:cs typeface="+mn-cs"/>
              </a:rPr>
              <a:t>48 reductions opportunities </a:t>
            </a:r>
            <a:r>
              <a:rPr kumimoji="0" lang="en-US" sz="1800" b="0" i="0" u="none" strike="noStrike" kern="1200" cap="none" spc="0" normalizeH="0" baseline="0" noProof="0">
                <a:ln>
                  <a:noFill/>
                </a:ln>
                <a:solidFill>
                  <a:srgbClr val="374649"/>
                </a:solidFill>
                <a:effectLst/>
                <a:uLnTx/>
                <a:uFillTx/>
                <a:latin typeface="Arial" panose="020B0604020202020204"/>
                <a:ea typeface="+mn-ea"/>
                <a:cs typeface="+mn-cs"/>
              </a:rPr>
              <a:t>identified following July IAG EC (half by TTE) leading to significant CAPEX optimization</a:t>
            </a:r>
          </a:p>
        </p:txBody>
      </p:sp>
      <p:sp>
        <p:nvSpPr>
          <p:cNvPr id="22" name="Espace réservé du texte 21">
            <a:extLst>
              <a:ext uri="{FF2B5EF4-FFF2-40B4-BE49-F238E27FC236}">
                <a16:creationId xmlns:a16="http://schemas.microsoft.com/office/drawing/2014/main" id="{C1825CE5-6A8D-FA86-4EF0-DC9A26163CE1}"/>
              </a:ext>
            </a:extLst>
          </p:cNvPr>
          <p:cNvSpPr>
            <a:spLocks noGrp="1"/>
          </p:cNvSpPr>
          <p:nvPr>
            <p:ph type="body" sz="quarter" idx="13"/>
          </p:nvPr>
        </p:nvSpPr>
        <p:spPr>
          <a:xfrm>
            <a:off x="2267439" y="991931"/>
            <a:ext cx="3331521" cy="500315"/>
          </a:xfrm>
        </p:spPr>
        <p:txBody>
          <a:bodyPr/>
          <a:lstStyle/>
          <a:p>
            <a:pPr marL="0" lvl="0" indent="0" algn="ctr">
              <a:buNone/>
              <a:defRPr/>
            </a:pPr>
            <a:r>
              <a:rPr lang="en-US" sz="1800" b="1">
                <a:solidFill>
                  <a:schemeClr val="accent1"/>
                </a:solidFill>
              </a:rPr>
              <a:t>2026</a:t>
            </a:r>
          </a:p>
        </p:txBody>
      </p:sp>
      <p:pic>
        <p:nvPicPr>
          <p:cNvPr id="1026" name="Picture 1">
            <a:extLst>
              <a:ext uri="{FF2B5EF4-FFF2-40B4-BE49-F238E27FC236}">
                <a16:creationId xmlns:a16="http://schemas.microsoft.com/office/drawing/2014/main" id="{294B3FE9-1FDB-4D32-488F-25B4A98E3F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6628" y="3429000"/>
            <a:ext cx="4625372" cy="2423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a:extLst>
              <a:ext uri="{FF2B5EF4-FFF2-40B4-BE49-F238E27FC236}">
                <a16:creationId xmlns:a16="http://schemas.microsoft.com/office/drawing/2014/main" id="{2A2CFE39-41E6-A68C-9830-7A43A2EEA519}"/>
              </a:ext>
            </a:extLst>
          </p:cNvPr>
          <p:cNvPicPr>
            <a:picLocks noChangeAspect="1"/>
          </p:cNvPicPr>
          <p:nvPr/>
        </p:nvPicPr>
        <p:blipFill>
          <a:blip r:embed="rId5"/>
          <a:stretch>
            <a:fillRect/>
          </a:stretch>
        </p:blipFill>
        <p:spPr>
          <a:xfrm>
            <a:off x="-3071" y="1280424"/>
            <a:ext cx="7556428" cy="4731045"/>
          </a:xfrm>
          <a:prstGeom prst="rect">
            <a:avLst/>
          </a:prstGeom>
        </p:spPr>
      </p:pic>
      <p:sp>
        <p:nvSpPr>
          <p:cNvPr id="16" name="Rectangle : coins arrondis 15">
            <a:extLst>
              <a:ext uri="{FF2B5EF4-FFF2-40B4-BE49-F238E27FC236}">
                <a16:creationId xmlns:a16="http://schemas.microsoft.com/office/drawing/2014/main" id="{26B3E437-2855-F03A-D076-AF6680CC4B93}"/>
              </a:ext>
            </a:extLst>
          </p:cNvPr>
          <p:cNvSpPr/>
          <p:nvPr/>
        </p:nvSpPr>
        <p:spPr>
          <a:xfrm>
            <a:off x="1310886" y="5948495"/>
            <a:ext cx="9398992" cy="5755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TTE supported ADNOC approving 2025 revised budget while being very active in proposing optimization for 2026</a:t>
            </a:r>
          </a:p>
        </p:txBody>
      </p:sp>
      <p:sp>
        <p:nvSpPr>
          <p:cNvPr id="6" name="Espace réservé du texte 21">
            <a:extLst>
              <a:ext uri="{FF2B5EF4-FFF2-40B4-BE49-F238E27FC236}">
                <a16:creationId xmlns:a16="http://schemas.microsoft.com/office/drawing/2014/main" id="{D9995963-4EFA-72D1-B851-F144EA3D7588}"/>
              </a:ext>
            </a:extLst>
          </p:cNvPr>
          <p:cNvSpPr txBox="1">
            <a:spLocks/>
          </p:cNvSpPr>
          <p:nvPr/>
        </p:nvSpPr>
        <p:spPr>
          <a:xfrm>
            <a:off x="9514389" y="3363487"/>
            <a:ext cx="2270069" cy="500315"/>
          </a:xfrm>
          <a:prstGeom prst="rect">
            <a:avLst/>
          </a:prstGeom>
        </p:spPr>
        <p:txBody>
          <a:bodyPr vert="horz" lIns="91440" tIns="45720" rIns="91440" bIns="45720" rtlCol="0">
            <a:noAutofit/>
          </a:bodyPr>
          <a:lstStyle>
            <a:lvl1pPr marL="180000" indent="-1800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88000" indent="0" algn="l" defTabSz="914400" rtl="0" eaLnBrk="1" latinLnBrk="0" hangingPunct="1">
              <a:lnSpc>
                <a:spcPct val="100000"/>
              </a:lnSpc>
              <a:spcBef>
                <a:spcPts val="1300"/>
              </a:spcBef>
              <a:buFont typeface="Arial" panose="020B0604020202020204" pitchFamily="34" charset="0"/>
              <a:buNone/>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sz="1800" b="1">
                <a:solidFill>
                  <a:schemeClr val="accent1"/>
                </a:solidFill>
              </a:rPr>
              <a:t>2025</a:t>
            </a:r>
          </a:p>
        </p:txBody>
      </p:sp>
    </p:spTree>
    <p:extLst>
      <p:ext uri="{BB962C8B-B14F-4D97-AF65-F5344CB8AC3E}">
        <p14:creationId xmlns:p14="http://schemas.microsoft.com/office/powerpoint/2010/main" val="3632704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268D4-7BC1-C4D6-8908-3599DEE644F0}"/>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3E4E454A-EF86-0680-9FC6-DC0AE1BDF4E5}"/>
              </a:ext>
            </a:extLst>
          </p:cNvPr>
          <p:cNvSpPr>
            <a:spLocks noGrp="1"/>
          </p:cNvSpPr>
          <p:nvPr>
            <p:ph type="ftr" sz="quarter" idx="15"/>
          </p:nvPr>
        </p:nvSpPr>
        <p:spPr/>
        <p:txBody>
          <a:bodyPr/>
          <a:lstStyle/>
          <a:p>
            <a:r>
              <a:rPr lang="nl-NL" noProof="0"/>
              <a:t>ADNOC Upstream - TotalEnergies - 06/10/2025</a:t>
            </a:r>
            <a:endParaRPr lang="en-US" noProof="0"/>
          </a:p>
        </p:txBody>
      </p:sp>
      <p:sp>
        <p:nvSpPr>
          <p:cNvPr id="4" name="Espace réservé du numéro de diapositive 3">
            <a:extLst>
              <a:ext uri="{FF2B5EF4-FFF2-40B4-BE49-F238E27FC236}">
                <a16:creationId xmlns:a16="http://schemas.microsoft.com/office/drawing/2014/main" id="{E03B5AF6-7D65-10D1-73CD-2343DCFF276E}"/>
              </a:ext>
            </a:extLst>
          </p:cNvPr>
          <p:cNvSpPr>
            <a:spLocks noGrp="1"/>
          </p:cNvSpPr>
          <p:nvPr>
            <p:ph type="sldNum" sz="quarter" idx="16"/>
          </p:nvPr>
        </p:nvSpPr>
        <p:spPr/>
        <p:txBody>
          <a:bodyPr/>
          <a:lstStyle/>
          <a:p>
            <a:fld id="{975A587B-5814-4D9B-9598-FE9CB954CB01}" type="slidenum">
              <a:rPr lang="en-US" noProof="0" smtClean="0"/>
              <a:pPr/>
              <a:t>21</a:t>
            </a:fld>
            <a:endParaRPr lang="en-US" noProof="0"/>
          </a:p>
        </p:txBody>
      </p:sp>
      <p:sp>
        <p:nvSpPr>
          <p:cNvPr id="22" name="Espace réservé du texte 21">
            <a:extLst>
              <a:ext uri="{FF2B5EF4-FFF2-40B4-BE49-F238E27FC236}">
                <a16:creationId xmlns:a16="http://schemas.microsoft.com/office/drawing/2014/main" id="{1995FCF1-A44C-9A98-B3C8-AC1111E42E5C}"/>
              </a:ext>
            </a:extLst>
          </p:cNvPr>
          <p:cNvSpPr>
            <a:spLocks noGrp="1"/>
          </p:cNvSpPr>
          <p:nvPr>
            <p:ph type="body" sz="quarter" idx="13"/>
          </p:nvPr>
        </p:nvSpPr>
        <p:spPr>
          <a:xfrm>
            <a:off x="110818" y="1076900"/>
            <a:ext cx="5572830" cy="4510998"/>
          </a:xfrm>
        </p:spPr>
        <p:txBody>
          <a:bodyPr/>
          <a:lstStyle/>
          <a:p>
            <a:pPr marL="0" lvl="0" indent="0">
              <a:buNone/>
              <a:defRPr/>
            </a:pPr>
            <a:r>
              <a:rPr lang="en-US" sz="1600" b="1" u="sng"/>
              <a:t>Methane Permanent Monitoring</a:t>
            </a:r>
          </a:p>
          <a:p>
            <a:pPr marL="0" lvl="1" indent="0">
              <a:buNone/>
              <a:defRPr/>
            </a:pPr>
            <a:r>
              <a:rPr lang="en-US" sz="1400">
                <a:solidFill>
                  <a:schemeClr val="accent1"/>
                </a:solidFill>
              </a:rPr>
              <a:t>Establish a permanent surveillance of methane emissions</a:t>
            </a:r>
            <a:r>
              <a:rPr lang="en-US" sz="1400"/>
              <a:t> on upstream sites using existing and proven technologies </a:t>
            </a:r>
            <a:r>
              <a:rPr lang="en-US" sz="1400">
                <a:solidFill>
                  <a:schemeClr val="accent1"/>
                </a:solidFill>
              </a:rPr>
              <a:t>enabling quick detection and repair of any gas leak</a:t>
            </a:r>
            <a:r>
              <a:rPr lang="en-US" sz="1400"/>
              <a:t>.</a:t>
            </a:r>
          </a:p>
          <a:p>
            <a:pPr marL="0" lvl="1" indent="0">
              <a:buNone/>
              <a:defRPr/>
            </a:pPr>
            <a:r>
              <a:rPr lang="en-US" sz="1400">
                <a:solidFill>
                  <a:schemeClr val="accent1"/>
                </a:solidFill>
              </a:rPr>
              <a:t>Proven technologies shared with ADNOC</a:t>
            </a:r>
            <a:r>
              <a:rPr lang="en-US" sz="1400"/>
              <a:t>:</a:t>
            </a:r>
          </a:p>
          <a:p>
            <a:pPr marL="0" lvl="1" indent="0">
              <a:defRPr/>
            </a:pPr>
            <a:r>
              <a:rPr lang="en-US" sz="1400"/>
              <a:t>Wireless sensors, </a:t>
            </a:r>
          </a:p>
          <a:p>
            <a:pPr marL="0" lvl="1" indent="0">
              <a:defRPr/>
            </a:pPr>
            <a:r>
              <a:rPr lang="en-US" sz="1400"/>
              <a:t>Cameras and pyrometers</a:t>
            </a:r>
          </a:p>
          <a:p>
            <a:pPr marL="0" lvl="1" indent="0">
              <a:buNone/>
              <a:defRPr/>
            </a:pPr>
            <a:r>
              <a:rPr lang="en-US" sz="1400"/>
              <a:t>+ Predictive Emission Monitoring System for evaluating continuously stationary combustion (flare and fuel)</a:t>
            </a:r>
          </a:p>
          <a:p>
            <a:pPr marL="180000" lvl="1" indent="0">
              <a:buNone/>
              <a:defRPr/>
            </a:pPr>
            <a:endParaRPr lang="en-US" sz="1400"/>
          </a:p>
          <a:p>
            <a:pPr marL="0" indent="0">
              <a:buNone/>
              <a:defRPr/>
            </a:pPr>
            <a:r>
              <a:rPr lang="en-US" sz="1600" b="1" u="sng"/>
              <a:t>Energy Efficiency: </a:t>
            </a:r>
            <a:r>
              <a:rPr lang="en-US" sz="1600">
                <a:solidFill>
                  <a:schemeClr val="accent1"/>
                </a:solidFill>
              </a:rPr>
              <a:t>workshop done by TTE</a:t>
            </a:r>
          </a:p>
          <a:p>
            <a:pPr marL="0" indent="0">
              <a:buNone/>
              <a:defRPr/>
            </a:pPr>
            <a:endParaRPr lang="en-US" sz="800"/>
          </a:p>
          <a:p>
            <a:pPr marL="0" indent="0">
              <a:buNone/>
              <a:defRPr/>
            </a:pPr>
            <a:r>
              <a:rPr lang="en-US" sz="1600">
                <a:solidFill>
                  <a:schemeClr val="accent1"/>
                </a:solidFill>
              </a:rPr>
              <a:t>PQLA technology</a:t>
            </a:r>
            <a:r>
              <a:rPr lang="en-US" sz="1600"/>
              <a:t>: implemented within ADNOC + methodology transferred to ADNOC</a:t>
            </a:r>
          </a:p>
          <a:p>
            <a:pPr marL="0" indent="0">
              <a:buNone/>
              <a:defRPr/>
            </a:pPr>
            <a:r>
              <a:rPr lang="en-US" sz="1600">
                <a:solidFill>
                  <a:schemeClr val="accent1"/>
                </a:solidFill>
              </a:rPr>
              <a:t>Solar Plant proposal </a:t>
            </a:r>
            <a:r>
              <a:rPr lang="en-US" sz="1600"/>
              <a:t>to reduce emissions and OPEX</a:t>
            </a:r>
          </a:p>
          <a:p>
            <a:pPr marL="0" indent="0">
              <a:buNone/>
              <a:defRPr/>
            </a:pPr>
            <a:r>
              <a:rPr lang="en-US" sz="1600">
                <a:solidFill>
                  <a:schemeClr val="accent1"/>
                </a:solidFill>
              </a:rPr>
              <a:t>Continuous support provided by 1 secondee specialists on GHG/CH4 deployed within ADNOC Onshore</a:t>
            </a:r>
          </a:p>
        </p:txBody>
      </p:sp>
      <p:sp>
        <p:nvSpPr>
          <p:cNvPr id="16" name="Rectangle : coins arrondis 15">
            <a:extLst>
              <a:ext uri="{FF2B5EF4-FFF2-40B4-BE49-F238E27FC236}">
                <a16:creationId xmlns:a16="http://schemas.microsoft.com/office/drawing/2014/main" id="{CE274DF8-35E0-6435-AA68-49C88A754575}"/>
              </a:ext>
            </a:extLst>
          </p:cNvPr>
          <p:cNvSpPr/>
          <p:nvPr/>
        </p:nvSpPr>
        <p:spPr>
          <a:xfrm>
            <a:off x="469879" y="5883349"/>
            <a:ext cx="11204670" cy="5666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Continuous engagement with ADNOC to support GHG/CH4 reduction and Energy Efficiency </a:t>
            </a:r>
          </a:p>
        </p:txBody>
      </p:sp>
      <p:sp>
        <p:nvSpPr>
          <p:cNvPr id="2" name="Rectangle : coins arrondis 1">
            <a:extLst>
              <a:ext uri="{FF2B5EF4-FFF2-40B4-BE49-F238E27FC236}">
                <a16:creationId xmlns:a16="http://schemas.microsoft.com/office/drawing/2014/main" id="{6DD1DA00-42A5-6CF5-29A2-142CA5A11E3B}"/>
              </a:ext>
            </a:extLst>
          </p:cNvPr>
          <p:cNvSpPr>
            <a:spLocks/>
          </p:cNvSpPr>
          <p:nvPr/>
        </p:nvSpPr>
        <p:spPr>
          <a:xfrm>
            <a:off x="7715511" y="3917777"/>
            <a:ext cx="2001901" cy="1688865"/>
          </a:xfrm>
          <a:prstGeom prst="roundRect">
            <a:avLst>
              <a:gd name="adj" fmla="val 3440"/>
            </a:avLst>
          </a:prstGeom>
          <a:solidFill>
            <a:schemeClr val="bg1">
              <a:lumMod val="95000"/>
            </a:schemeClr>
          </a:solidFill>
          <a:ln w="12700" cap="flat" cmpd="sng" algn="ctr">
            <a:noFill/>
            <a:prstDash val="solid"/>
            <a:miter lim="800000"/>
          </a:ln>
          <a:effectLst/>
        </p:spPr>
        <p:txBody>
          <a:bodyPr lIns="72000" tIns="108000" rIns="7200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25000" noProof="0">
              <a:ln>
                <a:noFill/>
              </a:ln>
              <a:solidFill>
                <a:srgbClr val="374649"/>
              </a:solidFill>
              <a:effectLst/>
              <a:uLnTx/>
              <a:uFillTx/>
              <a:latin typeface="Arial" panose="020B0604020202020204"/>
              <a:ea typeface="+mn-ea"/>
              <a:cs typeface="+mn-cs"/>
            </a:endParaRPr>
          </a:p>
        </p:txBody>
      </p:sp>
      <p:sp>
        <p:nvSpPr>
          <p:cNvPr id="6" name="Rectangle : coins arrondis 5">
            <a:extLst>
              <a:ext uri="{FF2B5EF4-FFF2-40B4-BE49-F238E27FC236}">
                <a16:creationId xmlns:a16="http://schemas.microsoft.com/office/drawing/2014/main" id="{F6BAE555-D851-FC31-48C2-4445CE412F53}"/>
              </a:ext>
            </a:extLst>
          </p:cNvPr>
          <p:cNvSpPr>
            <a:spLocks/>
          </p:cNvSpPr>
          <p:nvPr/>
        </p:nvSpPr>
        <p:spPr>
          <a:xfrm>
            <a:off x="9165602" y="1851635"/>
            <a:ext cx="2185472" cy="1484556"/>
          </a:xfrm>
          <a:prstGeom prst="roundRect">
            <a:avLst>
              <a:gd name="adj" fmla="val 3440"/>
            </a:avLst>
          </a:prstGeom>
          <a:solidFill>
            <a:schemeClr val="bg1">
              <a:lumMod val="95000"/>
            </a:schemeClr>
          </a:solidFill>
          <a:ln w="12700" cap="flat" cmpd="sng" algn="ctr">
            <a:noFill/>
            <a:prstDash val="solid"/>
            <a:miter lim="800000"/>
          </a:ln>
          <a:effectLst/>
        </p:spPr>
        <p:txBody>
          <a:bodyPr lIns="72000" tIns="108000" rIns="7200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25000" noProof="0">
              <a:ln>
                <a:noFill/>
              </a:ln>
              <a:solidFill>
                <a:srgbClr val="374649"/>
              </a:solidFill>
              <a:effectLst/>
              <a:uLnTx/>
              <a:uFillTx/>
              <a:latin typeface="Arial" panose="020B0604020202020204"/>
              <a:ea typeface="+mn-ea"/>
              <a:cs typeface="+mn-cs"/>
            </a:endParaRPr>
          </a:p>
        </p:txBody>
      </p:sp>
      <p:sp>
        <p:nvSpPr>
          <p:cNvPr id="7" name="Rectangle : coins arrondis 6">
            <a:extLst>
              <a:ext uri="{FF2B5EF4-FFF2-40B4-BE49-F238E27FC236}">
                <a16:creationId xmlns:a16="http://schemas.microsoft.com/office/drawing/2014/main" id="{6DA501FF-EE06-9753-0CF9-72B51CAA1BB1}"/>
              </a:ext>
            </a:extLst>
          </p:cNvPr>
          <p:cNvSpPr>
            <a:spLocks/>
          </p:cNvSpPr>
          <p:nvPr/>
        </p:nvSpPr>
        <p:spPr>
          <a:xfrm>
            <a:off x="6180687" y="1843304"/>
            <a:ext cx="2370356" cy="1492887"/>
          </a:xfrm>
          <a:prstGeom prst="roundRect">
            <a:avLst>
              <a:gd name="adj" fmla="val 3440"/>
            </a:avLst>
          </a:prstGeom>
          <a:solidFill>
            <a:schemeClr val="bg1">
              <a:lumMod val="95000"/>
            </a:schemeClr>
          </a:solidFill>
          <a:ln w="12700" cap="flat" cmpd="sng" algn="ctr">
            <a:noFill/>
            <a:prstDash val="solid"/>
            <a:miter lim="800000"/>
          </a:ln>
          <a:effectLst/>
        </p:spPr>
        <p:txBody>
          <a:bodyPr lIns="72000" tIns="108000" rIns="7200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25000" noProof="0">
              <a:ln>
                <a:noFill/>
              </a:ln>
              <a:solidFill>
                <a:srgbClr val="374649"/>
              </a:solidFill>
              <a:effectLst/>
              <a:uLnTx/>
              <a:uFillTx/>
              <a:latin typeface="Arial" panose="020B0604020202020204"/>
              <a:ea typeface="+mn-ea"/>
              <a:cs typeface="+mn-cs"/>
            </a:endParaRPr>
          </a:p>
        </p:txBody>
      </p:sp>
      <p:sp>
        <p:nvSpPr>
          <p:cNvPr id="8" name="ZoneTexte 7">
            <a:extLst>
              <a:ext uri="{FF2B5EF4-FFF2-40B4-BE49-F238E27FC236}">
                <a16:creationId xmlns:a16="http://schemas.microsoft.com/office/drawing/2014/main" id="{9AC24E59-7721-2A1D-6548-546167A7A12A}"/>
              </a:ext>
            </a:extLst>
          </p:cNvPr>
          <p:cNvSpPr txBox="1"/>
          <p:nvPr/>
        </p:nvSpPr>
        <p:spPr>
          <a:xfrm>
            <a:off x="6180687" y="1413738"/>
            <a:ext cx="5170387" cy="369240"/>
          </a:xfrm>
          <a:prstGeom prst="roundRect">
            <a:avLst/>
          </a:prstGeom>
          <a:gradFill>
            <a:gsLst>
              <a:gs pos="100000">
                <a:srgbClr val="009CEA"/>
              </a:gs>
              <a:gs pos="29000">
                <a:srgbClr val="4632FF"/>
              </a:gs>
            </a:gsLst>
            <a:lin ang="18900000" scaled="1"/>
          </a:gradFill>
          <a:ln w="508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algn="ctr">
              <a:defRPr>
                <a:solidFill>
                  <a:srgbClr val="FFFFFF"/>
                </a:solidFill>
                <a:latin typeface="Arial" panose="020B060402020202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a:t>From Periodic detection (Site Level)</a:t>
            </a:r>
          </a:p>
        </p:txBody>
      </p:sp>
      <p:sp>
        <p:nvSpPr>
          <p:cNvPr id="9" name="ZoneTexte 8">
            <a:extLst>
              <a:ext uri="{FF2B5EF4-FFF2-40B4-BE49-F238E27FC236}">
                <a16:creationId xmlns:a16="http://schemas.microsoft.com/office/drawing/2014/main" id="{3D0AD90C-9F8D-5BD7-83C8-AF22C0F4BB35}"/>
              </a:ext>
            </a:extLst>
          </p:cNvPr>
          <p:cNvSpPr txBox="1"/>
          <p:nvPr/>
        </p:nvSpPr>
        <p:spPr>
          <a:xfrm>
            <a:off x="8938074" y="1885428"/>
            <a:ext cx="2773077" cy="500137"/>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374649"/>
                </a:solidFill>
                <a:latin typeface="Arial" panose="020B0604020202020204"/>
              </a:rPr>
              <a:t>D</a:t>
            </a:r>
            <a:r>
              <a:rPr kumimoji="0" lang="en-US" sz="1600" b="1" i="0" u="none" strike="noStrike" kern="1200" cap="none" spc="0" normalizeH="0" baseline="0" noProof="0" err="1">
                <a:ln>
                  <a:noFill/>
                </a:ln>
                <a:solidFill>
                  <a:srgbClr val="374649"/>
                </a:solidFill>
                <a:effectLst/>
                <a:uLnTx/>
                <a:uFillTx/>
                <a:latin typeface="Arial" panose="020B0604020202020204"/>
                <a:ea typeface="+mn-ea"/>
                <a:cs typeface="+mn-cs"/>
              </a:rPr>
              <a:t>rone</a:t>
            </a:r>
            <a:r>
              <a:rPr lang="en-US" sz="1600" b="1">
                <a:solidFill>
                  <a:srgbClr val="374649"/>
                </a:solidFill>
                <a:latin typeface="Arial" panose="020B0604020202020204"/>
              </a:rPr>
              <a:t>s (</a:t>
            </a:r>
            <a:r>
              <a:rPr lang="en-US" sz="1600" b="1" err="1">
                <a:solidFill>
                  <a:srgbClr val="374649"/>
                </a:solidFill>
                <a:latin typeface="Arial" panose="020B0604020202020204"/>
              </a:rPr>
              <a:t>Ausea</a:t>
            </a:r>
            <a:r>
              <a:rPr lang="en-US" sz="1600" b="1">
                <a:solidFill>
                  <a:srgbClr val="374649"/>
                </a:solidFill>
                <a:latin typeface="Arial" panose="020B0604020202020204"/>
              </a:rPr>
              <a:t>)</a:t>
            </a:r>
            <a:endParaRPr kumimoji="0" lang="en-US" sz="1600" b="0" i="0" u="none" strike="noStrike" kern="1200" cap="none" spc="0" normalizeH="0" baseline="0" noProof="0">
              <a:ln>
                <a:noFill/>
              </a:ln>
              <a:solidFill>
                <a:srgbClr val="374649"/>
              </a:solidFill>
              <a:effectLst/>
              <a:uLnTx/>
              <a:uFillTx/>
              <a:latin typeface="Arial" panose="020B0604020202020204"/>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en-US" sz="1000" b="1" i="0" u="none" strike="noStrike" kern="1200" cap="none" spc="0" normalizeH="0" baseline="0" noProof="0">
              <a:ln>
                <a:noFill/>
              </a:ln>
              <a:solidFill>
                <a:srgbClr val="374649"/>
              </a:solidFill>
              <a:effectLst/>
              <a:uLnTx/>
              <a:uFillTx/>
              <a:latin typeface="Arial" panose="020B0604020202020204"/>
              <a:ea typeface="+mn-ea"/>
              <a:cs typeface="+mn-cs"/>
            </a:endParaRPr>
          </a:p>
        </p:txBody>
      </p:sp>
      <p:sp>
        <p:nvSpPr>
          <p:cNvPr id="10" name="ZoneTexte 9">
            <a:extLst>
              <a:ext uri="{FF2B5EF4-FFF2-40B4-BE49-F238E27FC236}">
                <a16:creationId xmlns:a16="http://schemas.microsoft.com/office/drawing/2014/main" id="{784DA3B7-B879-D099-3C0C-70FB8B8A900C}"/>
              </a:ext>
            </a:extLst>
          </p:cNvPr>
          <p:cNvSpPr txBox="1"/>
          <p:nvPr/>
        </p:nvSpPr>
        <p:spPr>
          <a:xfrm>
            <a:off x="8927254" y="2855345"/>
            <a:ext cx="2727947" cy="477054"/>
          </a:xfrm>
          <a:prstGeom prst="rect">
            <a:avLst/>
          </a:prstGeom>
          <a:noFill/>
        </p:spPr>
        <p:txBody>
          <a:bodyPr wrap="square" lIns="91440" tIns="45720" rIns="91440" bIns="45720" rtlCol="0" anchor="t">
            <a:spAutoFit/>
          </a:bodyPr>
          <a:lstStyle>
            <a:defPPr>
              <a:defRPr lang="fr-FR"/>
            </a:defPPr>
            <a:lvl1pPr>
              <a:defRPr sz="1600" b="1"/>
            </a:lvl1pPr>
          </a:lstStyle>
          <a:p>
            <a:pPr algn="ctr">
              <a:spcBef>
                <a:spcPts val="600"/>
              </a:spcBef>
              <a:defRPr/>
            </a:pPr>
            <a:r>
              <a:rPr lang="en-US" sz="1000">
                <a:solidFill>
                  <a:srgbClr val="374649"/>
                </a:solidFill>
              </a:rPr>
              <a:t>Site Level quantification </a:t>
            </a:r>
          </a:p>
          <a:p>
            <a:pPr algn="ctr">
              <a:spcBef>
                <a:spcPts val="600"/>
              </a:spcBef>
              <a:defRPr/>
            </a:pPr>
            <a:r>
              <a:rPr lang="en-US" sz="1000">
                <a:solidFill>
                  <a:srgbClr val="374649"/>
                </a:solidFill>
              </a:rPr>
              <a:t>&amp; Reconciliation to meet OGMP2.0  </a:t>
            </a:r>
          </a:p>
        </p:txBody>
      </p:sp>
      <p:sp>
        <p:nvSpPr>
          <p:cNvPr id="11" name="ZoneTexte 10">
            <a:extLst>
              <a:ext uri="{FF2B5EF4-FFF2-40B4-BE49-F238E27FC236}">
                <a16:creationId xmlns:a16="http://schemas.microsoft.com/office/drawing/2014/main" id="{51169534-E495-B02B-B62F-07C18E9FBA3F}"/>
              </a:ext>
            </a:extLst>
          </p:cNvPr>
          <p:cNvSpPr txBox="1"/>
          <p:nvPr/>
        </p:nvSpPr>
        <p:spPr>
          <a:xfrm>
            <a:off x="6043725" y="1868921"/>
            <a:ext cx="2773077" cy="492443"/>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74649"/>
                </a:solidFill>
                <a:effectLst/>
                <a:uLnTx/>
                <a:uFillTx/>
                <a:latin typeface="Arial" panose="020B0604020202020204"/>
                <a:ea typeface="+mn-ea"/>
                <a:cs typeface="+mn-cs"/>
              </a:rPr>
              <a:t>Satellites</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endParaRPr kumimoji="0" lang="en-US" sz="900" b="1" i="0" u="none" strike="noStrike" kern="1200" cap="none" spc="0" normalizeH="0" baseline="0" noProof="0">
              <a:ln>
                <a:noFill/>
              </a:ln>
              <a:solidFill>
                <a:srgbClr val="374649"/>
              </a:solidFill>
              <a:effectLst/>
              <a:uLnTx/>
              <a:uFillTx/>
              <a:latin typeface="Arial" panose="020B0604020202020204"/>
              <a:ea typeface="+mn-ea"/>
              <a:cs typeface="+mn-cs"/>
            </a:endParaRPr>
          </a:p>
        </p:txBody>
      </p:sp>
      <p:pic>
        <p:nvPicPr>
          <p:cNvPr id="12" name="Image 11" descr="Une image contenant ligne, conception&#10;&#10;Le contenu généré par l’IA peut être incorrect.">
            <a:extLst>
              <a:ext uri="{FF2B5EF4-FFF2-40B4-BE49-F238E27FC236}">
                <a16:creationId xmlns:a16="http://schemas.microsoft.com/office/drawing/2014/main" id="{A6BA261E-AE07-AACC-522E-38DA3954372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65213" y="2347767"/>
            <a:ext cx="1094588" cy="482018"/>
          </a:xfrm>
          <a:prstGeom prst="rect">
            <a:avLst/>
          </a:prstGeom>
        </p:spPr>
      </p:pic>
      <p:pic>
        <p:nvPicPr>
          <p:cNvPr id="13" name="Image 12" descr="Une image contenant Graphique, conception, Police, capture d’écran&#10;&#10;Le contenu généré par l’IA peut être incorrect.">
            <a:extLst>
              <a:ext uri="{FF2B5EF4-FFF2-40B4-BE49-F238E27FC236}">
                <a16:creationId xmlns:a16="http://schemas.microsoft.com/office/drawing/2014/main" id="{D641DFC4-229E-1D70-10BF-3B81E8B5593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8902252">
            <a:off x="7096389" y="2170837"/>
            <a:ext cx="617164" cy="614665"/>
          </a:xfrm>
          <a:prstGeom prst="rect">
            <a:avLst/>
          </a:prstGeom>
        </p:spPr>
      </p:pic>
      <p:sp>
        <p:nvSpPr>
          <p:cNvPr id="14" name="ZoneTexte 13">
            <a:extLst>
              <a:ext uri="{FF2B5EF4-FFF2-40B4-BE49-F238E27FC236}">
                <a16:creationId xmlns:a16="http://schemas.microsoft.com/office/drawing/2014/main" id="{34AF666B-8290-F80A-448D-C1596537376E}"/>
              </a:ext>
            </a:extLst>
          </p:cNvPr>
          <p:cNvSpPr txBox="1"/>
          <p:nvPr/>
        </p:nvSpPr>
        <p:spPr>
          <a:xfrm>
            <a:off x="5583948" y="3422447"/>
            <a:ext cx="6552046" cy="400218"/>
          </a:xfrm>
          <a:prstGeom prst="roundRect">
            <a:avLst/>
          </a:prstGeom>
          <a:gradFill>
            <a:gsLst>
              <a:gs pos="100000">
                <a:srgbClr val="009CEA"/>
              </a:gs>
              <a:gs pos="29000">
                <a:srgbClr val="4632FF"/>
              </a:gs>
            </a:gsLst>
            <a:lin ang="18900000" scaled="1"/>
          </a:gradFill>
          <a:ln w="508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algn="ctr">
              <a:defRPr sz="2400" b="1">
                <a:solidFill>
                  <a:srgbClr val="FFFFFF"/>
                </a:solidFill>
                <a:latin typeface="Arial" panose="020B060402020202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a:t>To Continuous detection  (Source Level) </a:t>
            </a:r>
          </a:p>
        </p:txBody>
      </p:sp>
      <p:sp>
        <p:nvSpPr>
          <p:cNvPr id="15" name="Rectangle : coins arrondis 14">
            <a:extLst>
              <a:ext uri="{FF2B5EF4-FFF2-40B4-BE49-F238E27FC236}">
                <a16:creationId xmlns:a16="http://schemas.microsoft.com/office/drawing/2014/main" id="{8AA180A6-04C4-5338-0759-CA230F552F61}"/>
              </a:ext>
            </a:extLst>
          </p:cNvPr>
          <p:cNvSpPr>
            <a:spLocks/>
          </p:cNvSpPr>
          <p:nvPr/>
        </p:nvSpPr>
        <p:spPr>
          <a:xfrm>
            <a:off x="5583948" y="3908920"/>
            <a:ext cx="1824062" cy="1688865"/>
          </a:xfrm>
          <a:prstGeom prst="roundRect">
            <a:avLst>
              <a:gd name="adj" fmla="val 3440"/>
            </a:avLst>
          </a:prstGeom>
          <a:solidFill>
            <a:schemeClr val="bg1">
              <a:lumMod val="95000"/>
            </a:schemeClr>
          </a:solidFill>
          <a:ln w="12700" cap="flat" cmpd="sng" algn="ctr">
            <a:noFill/>
            <a:prstDash val="solid"/>
            <a:miter lim="800000"/>
          </a:ln>
          <a:effectLst/>
        </p:spPr>
        <p:txBody>
          <a:bodyPr lIns="72000" tIns="108000" rIns="7200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25000" noProof="0">
              <a:ln>
                <a:noFill/>
              </a:ln>
              <a:solidFill>
                <a:srgbClr val="374649"/>
              </a:solidFill>
              <a:effectLst/>
              <a:uLnTx/>
              <a:uFillTx/>
              <a:latin typeface="Arial" panose="020B0604020202020204"/>
              <a:ea typeface="+mn-ea"/>
              <a:cs typeface="+mn-cs"/>
            </a:endParaRPr>
          </a:p>
        </p:txBody>
      </p:sp>
      <p:sp>
        <p:nvSpPr>
          <p:cNvPr id="17" name="Rectangle : coins arrondis 16">
            <a:extLst>
              <a:ext uri="{FF2B5EF4-FFF2-40B4-BE49-F238E27FC236}">
                <a16:creationId xmlns:a16="http://schemas.microsoft.com/office/drawing/2014/main" id="{13D45067-5844-3CA3-8DB1-E53703618F95}"/>
              </a:ext>
            </a:extLst>
          </p:cNvPr>
          <p:cNvSpPr>
            <a:spLocks/>
          </p:cNvSpPr>
          <p:nvPr/>
        </p:nvSpPr>
        <p:spPr>
          <a:xfrm>
            <a:off x="9942996" y="3917777"/>
            <a:ext cx="2212048" cy="1688865"/>
          </a:xfrm>
          <a:prstGeom prst="roundRect">
            <a:avLst>
              <a:gd name="adj" fmla="val 3440"/>
            </a:avLst>
          </a:prstGeom>
          <a:solidFill>
            <a:schemeClr val="bg1">
              <a:lumMod val="95000"/>
            </a:schemeClr>
          </a:solidFill>
          <a:ln w="12700" cap="flat" cmpd="sng" algn="ctr">
            <a:noFill/>
            <a:prstDash val="solid"/>
            <a:miter lim="800000"/>
          </a:ln>
          <a:effectLst/>
        </p:spPr>
        <p:txBody>
          <a:bodyPr lIns="72000" tIns="108000" rIns="7200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25000" noProof="0">
              <a:ln>
                <a:noFill/>
              </a:ln>
              <a:solidFill>
                <a:srgbClr val="374649"/>
              </a:solidFill>
              <a:effectLst/>
              <a:uLnTx/>
              <a:uFillTx/>
              <a:latin typeface="Arial" panose="020B0604020202020204"/>
              <a:ea typeface="+mn-ea"/>
              <a:cs typeface="+mn-cs"/>
            </a:endParaRPr>
          </a:p>
        </p:txBody>
      </p:sp>
      <p:sp>
        <p:nvSpPr>
          <p:cNvPr id="18" name="ZoneTexte 17">
            <a:extLst>
              <a:ext uri="{FF2B5EF4-FFF2-40B4-BE49-F238E27FC236}">
                <a16:creationId xmlns:a16="http://schemas.microsoft.com/office/drawing/2014/main" id="{0351F65C-F72A-3C41-E170-CDFF3E29C4AC}"/>
              </a:ext>
            </a:extLst>
          </p:cNvPr>
          <p:cNvSpPr txBox="1"/>
          <p:nvPr/>
        </p:nvSpPr>
        <p:spPr>
          <a:xfrm>
            <a:off x="9587557" y="3856508"/>
            <a:ext cx="285593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374649"/>
                </a:solidFill>
                <a:latin typeface="Arial" panose="020B0604020202020204"/>
              </a:rPr>
              <a:t>Predictive Emission Monitoring Systems</a:t>
            </a:r>
            <a:endParaRPr kumimoji="0" lang="en-US" sz="1000" b="1" i="0" u="none" strike="noStrike" kern="1200" cap="none" spc="0" normalizeH="0" baseline="0" noProof="0">
              <a:ln>
                <a:noFill/>
              </a:ln>
              <a:solidFill>
                <a:srgbClr val="374649"/>
              </a:solidFill>
              <a:effectLst/>
              <a:uLnTx/>
              <a:uFillTx/>
              <a:latin typeface="Arial" panose="020B0604020202020204"/>
              <a:ea typeface="+mn-ea"/>
              <a:cs typeface="+mn-cs"/>
            </a:endParaRPr>
          </a:p>
        </p:txBody>
      </p:sp>
      <p:sp>
        <p:nvSpPr>
          <p:cNvPr id="19" name="ZoneTexte 18">
            <a:extLst>
              <a:ext uri="{FF2B5EF4-FFF2-40B4-BE49-F238E27FC236}">
                <a16:creationId xmlns:a16="http://schemas.microsoft.com/office/drawing/2014/main" id="{9546A9C4-C7B1-3288-2ECF-358188DBD8D4}"/>
              </a:ext>
            </a:extLst>
          </p:cNvPr>
          <p:cNvSpPr txBox="1"/>
          <p:nvPr/>
        </p:nvSpPr>
        <p:spPr>
          <a:xfrm>
            <a:off x="9784157" y="5198326"/>
            <a:ext cx="2472121" cy="400110"/>
          </a:xfrm>
          <a:prstGeom prst="rect">
            <a:avLst/>
          </a:prstGeom>
          <a:noFill/>
        </p:spPr>
        <p:txBody>
          <a:bodyPr wrap="square" lIns="91440" tIns="45720" rIns="91440" bIns="45720" rtlCol="0" anchor="t">
            <a:spAutoFit/>
          </a:bodyPr>
          <a:lstStyle>
            <a:defPPr>
              <a:defRPr lang="fr-FR"/>
            </a:defPPr>
            <a:lvl1pPr>
              <a:spcBef>
                <a:spcPts val="600"/>
              </a:spcBef>
              <a:defRPr sz="1400" b="1"/>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000">
                <a:solidFill>
                  <a:srgbClr val="374649"/>
                </a:solidFill>
                <a:latin typeface="Arial" panose="020B0604020202020204"/>
              </a:rPr>
              <a:t>Methane from </a:t>
            </a:r>
            <a:r>
              <a:rPr kumimoji="0" lang="en-US" sz="1000" b="1" i="0" u="none" strike="noStrike" kern="1200" cap="none" spc="0" normalizeH="0" baseline="0" noProof="0">
                <a:ln>
                  <a:noFill/>
                </a:ln>
                <a:solidFill>
                  <a:srgbClr val="374649"/>
                </a:solidFill>
                <a:effectLst/>
                <a:uLnTx/>
                <a:uFillTx/>
                <a:latin typeface="Arial" panose="020B0604020202020204"/>
                <a:ea typeface="+mn-ea"/>
                <a:cs typeface="+mn-cs"/>
              </a:rPr>
              <a:t>Fuel gas combustion, flaring &amp; venting</a:t>
            </a:r>
          </a:p>
        </p:txBody>
      </p:sp>
      <p:sp>
        <p:nvSpPr>
          <p:cNvPr id="20" name="ZoneTexte 10">
            <a:extLst>
              <a:ext uri="{FF2B5EF4-FFF2-40B4-BE49-F238E27FC236}">
                <a16:creationId xmlns:a16="http://schemas.microsoft.com/office/drawing/2014/main" id="{B5857C3F-2AC5-C515-8AF6-2860F52DE7DD}"/>
              </a:ext>
            </a:extLst>
          </p:cNvPr>
          <p:cNvSpPr txBox="1"/>
          <p:nvPr/>
        </p:nvSpPr>
        <p:spPr>
          <a:xfrm>
            <a:off x="5430669" y="3841934"/>
            <a:ext cx="2104289" cy="3847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374649"/>
                </a:solidFill>
                <a:latin typeface="Arial" panose="020B0604020202020204"/>
              </a:rPr>
              <a:t>Wireless</a:t>
            </a:r>
            <a:r>
              <a:rPr kumimoji="0" lang="en-US" sz="1600" b="1" i="0" u="none" strike="noStrike" kern="1200" cap="none" spc="0" normalizeH="0" baseline="0" noProof="0">
                <a:ln>
                  <a:noFill/>
                </a:ln>
                <a:solidFill>
                  <a:srgbClr val="374649"/>
                </a:solidFill>
                <a:effectLst/>
                <a:uLnTx/>
                <a:uFillTx/>
                <a:latin typeface="Arial" panose="020B0604020202020204"/>
                <a:ea typeface="+mn-ea"/>
                <a:cs typeface="+mn-cs"/>
              </a:rPr>
              <a:t> sensors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ZoneTexte 20">
            <a:extLst>
              <a:ext uri="{FF2B5EF4-FFF2-40B4-BE49-F238E27FC236}">
                <a16:creationId xmlns:a16="http://schemas.microsoft.com/office/drawing/2014/main" id="{79EBF144-4207-4802-CFA8-8047DE57230A}"/>
              </a:ext>
            </a:extLst>
          </p:cNvPr>
          <p:cNvSpPr txBox="1"/>
          <p:nvPr/>
        </p:nvSpPr>
        <p:spPr>
          <a:xfrm>
            <a:off x="5420963" y="5213855"/>
            <a:ext cx="2127293" cy="400110"/>
          </a:xfrm>
          <a:prstGeom prst="rect">
            <a:avLst/>
          </a:prstGeom>
          <a:noFill/>
        </p:spPr>
        <p:txBody>
          <a:bodyPr wrap="square">
            <a:spAutoFit/>
          </a:bodyPr>
          <a:lstStyle/>
          <a:p>
            <a:pPr lvl="0" algn="ctr">
              <a:defRPr/>
            </a:pPr>
            <a:r>
              <a:rPr lang="en-US" sz="1000" b="1">
                <a:solidFill>
                  <a:srgbClr val="374649"/>
                </a:solidFill>
              </a:rPr>
              <a:t>Methane from Fugitives &amp; incidents </a:t>
            </a:r>
          </a:p>
        </p:txBody>
      </p:sp>
      <p:pic>
        <p:nvPicPr>
          <p:cNvPr id="23" name="Image 22">
            <a:extLst>
              <a:ext uri="{FF2B5EF4-FFF2-40B4-BE49-F238E27FC236}">
                <a16:creationId xmlns:a16="http://schemas.microsoft.com/office/drawing/2014/main" id="{E33B4D84-C591-9A19-637E-A3DEB1214AC2}"/>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6189253" y="4506731"/>
            <a:ext cx="587119" cy="587672"/>
          </a:xfrm>
          <a:prstGeom prst="rect">
            <a:avLst/>
          </a:prstGeom>
        </p:spPr>
      </p:pic>
      <p:pic>
        <p:nvPicPr>
          <p:cNvPr id="24" name="Image 23" descr="Une image contenant art, conception&#10;&#10;Le contenu généré par l’IA peut être incorrect.">
            <a:extLst>
              <a:ext uri="{FF2B5EF4-FFF2-40B4-BE49-F238E27FC236}">
                <a16:creationId xmlns:a16="http://schemas.microsoft.com/office/drawing/2014/main" id="{C81B6F70-6BBE-B309-1BE8-56A24150692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684505" y="4494032"/>
            <a:ext cx="571773" cy="587615"/>
          </a:xfrm>
          <a:prstGeom prst="rect">
            <a:avLst/>
          </a:prstGeom>
        </p:spPr>
      </p:pic>
      <p:sp>
        <p:nvSpPr>
          <p:cNvPr id="25" name="ZoneTexte 24">
            <a:extLst>
              <a:ext uri="{FF2B5EF4-FFF2-40B4-BE49-F238E27FC236}">
                <a16:creationId xmlns:a16="http://schemas.microsoft.com/office/drawing/2014/main" id="{E5AF3FA2-A1FC-7F8E-A5F6-4DAC75F545FE}"/>
              </a:ext>
            </a:extLst>
          </p:cNvPr>
          <p:cNvSpPr txBox="1"/>
          <p:nvPr/>
        </p:nvSpPr>
        <p:spPr>
          <a:xfrm>
            <a:off x="5993142" y="2841086"/>
            <a:ext cx="2823660" cy="477054"/>
          </a:xfrm>
          <a:prstGeom prst="rect">
            <a:avLst/>
          </a:prstGeom>
          <a:noFill/>
        </p:spPr>
        <p:txBody>
          <a:bodyPr wrap="square">
            <a:spAutoFit/>
          </a:bodyPr>
          <a:lstStyle/>
          <a:p>
            <a:pPr marR="0" indent="0" algn="ctr" fontAlgn="auto">
              <a:lnSpc>
                <a:spcPct val="100000"/>
              </a:lnSpc>
              <a:spcBef>
                <a:spcPts val="600"/>
              </a:spcBef>
              <a:spcAft>
                <a:spcPts val="0"/>
              </a:spcAft>
              <a:buClrTx/>
              <a:buSzTx/>
              <a:buFontTx/>
              <a:buNone/>
              <a:tabLst/>
              <a:defRPr/>
            </a:pPr>
            <a:r>
              <a:rPr lang="en-US" sz="1000" b="1">
                <a:solidFill>
                  <a:srgbClr val="374649"/>
                </a:solidFill>
              </a:rPr>
              <a:t>Tracking mega emitters; Spot Tasking</a:t>
            </a:r>
          </a:p>
          <a:p>
            <a:pPr marR="0" indent="0" algn="ctr" fontAlgn="auto">
              <a:lnSpc>
                <a:spcPct val="100000"/>
              </a:lnSpc>
              <a:spcBef>
                <a:spcPts val="600"/>
              </a:spcBef>
              <a:spcAft>
                <a:spcPts val="0"/>
              </a:spcAft>
              <a:buClrTx/>
              <a:buSzTx/>
              <a:buFontTx/>
              <a:buNone/>
              <a:tabLst/>
              <a:defRPr/>
            </a:pPr>
            <a:r>
              <a:rPr lang="en-US" sz="1000" b="1">
                <a:solidFill>
                  <a:srgbClr val="374649"/>
                </a:solidFill>
              </a:rPr>
              <a:t>Alert &amp; Crisis management</a:t>
            </a:r>
          </a:p>
        </p:txBody>
      </p:sp>
      <p:pic>
        <p:nvPicPr>
          <p:cNvPr id="26" name="Graphique 25" descr="Badge 1 avec un remplissage uni">
            <a:extLst>
              <a:ext uri="{FF2B5EF4-FFF2-40B4-BE49-F238E27FC236}">
                <a16:creationId xmlns:a16="http://schemas.microsoft.com/office/drawing/2014/main" id="{8BB45430-15D5-8F2E-638E-53C51F6A32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92166" y="2591301"/>
            <a:ext cx="781810" cy="781810"/>
          </a:xfrm>
          <a:prstGeom prst="rect">
            <a:avLst/>
          </a:prstGeom>
        </p:spPr>
      </p:pic>
      <p:pic>
        <p:nvPicPr>
          <p:cNvPr id="27" name="Graphique 26" descr="Badge 1 avec un remplissage uni">
            <a:extLst>
              <a:ext uri="{FF2B5EF4-FFF2-40B4-BE49-F238E27FC236}">
                <a16:creationId xmlns:a16="http://schemas.microsoft.com/office/drawing/2014/main" id="{CCD0777A-F657-0DA7-3436-FDB6C0E19A63}"/>
              </a:ext>
            </a:extLst>
          </p:cNvPr>
          <p:cNvPicPr>
            <a:picLocks noChangeAspect="1"/>
          </p:cNvPicPr>
          <p:nvPr/>
        </p:nvPicPr>
        <p:blipFill>
          <a:blip r:embed="rId7">
            <a:extLst>
              <a:ext uri="{96DAC541-7B7A-43D3-8B79-37D633B846F1}">
                <asvg:svgBlip xmlns:asvg="http://schemas.microsoft.com/office/drawing/2016/SVG/main" r:embed="rId9"/>
              </a:ext>
            </a:extLst>
          </a:blip>
          <a:stretch>
            <a:fillRect/>
          </a:stretch>
        </p:blipFill>
        <p:spPr>
          <a:xfrm>
            <a:off x="7421566" y="2610812"/>
            <a:ext cx="781200" cy="781200"/>
          </a:xfrm>
          <a:prstGeom prst="rect">
            <a:avLst/>
          </a:prstGeom>
        </p:spPr>
      </p:pic>
      <p:sp>
        <p:nvSpPr>
          <p:cNvPr id="28" name="ZoneTexte 10">
            <a:extLst>
              <a:ext uri="{FF2B5EF4-FFF2-40B4-BE49-F238E27FC236}">
                <a16:creationId xmlns:a16="http://schemas.microsoft.com/office/drawing/2014/main" id="{64AB29DD-3D5E-E07C-85E7-325196D930BA}"/>
              </a:ext>
            </a:extLst>
          </p:cNvPr>
          <p:cNvSpPr txBox="1"/>
          <p:nvPr/>
        </p:nvSpPr>
        <p:spPr>
          <a:xfrm>
            <a:off x="7724898" y="3841082"/>
            <a:ext cx="21013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74649"/>
                </a:solidFill>
                <a:effectLst/>
                <a:uLnTx/>
                <a:uFillTx/>
                <a:latin typeface="Arial" panose="020B0604020202020204"/>
                <a:ea typeface="+mn-ea"/>
                <a:cs typeface="+mn-cs"/>
              </a:rPr>
              <a:t>Cameras &amp; Pyrometers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ZoneTexte 28">
            <a:extLst>
              <a:ext uri="{FF2B5EF4-FFF2-40B4-BE49-F238E27FC236}">
                <a16:creationId xmlns:a16="http://schemas.microsoft.com/office/drawing/2014/main" id="{359E6369-CEEF-CAC6-AB3E-51EA36A824CE}"/>
              </a:ext>
            </a:extLst>
          </p:cNvPr>
          <p:cNvSpPr txBox="1"/>
          <p:nvPr/>
        </p:nvSpPr>
        <p:spPr>
          <a:xfrm>
            <a:off x="7579559" y="5211087"/>
            <a:ext cx="2212048" cy="400110"/>
          </a:xfrm>
          <a:prstGeom prst="rect">
            <a:avLst/>
          </a:prstGeom>
          <a:noFill/>
        </p:spPr>
        <p:txBody>
          <a:bodyPr wrap="square">
            <a:spAutoFit/>
          </a:bodyPr>
          <a:lstStyle/>
          <a:p>
            <a:pPr algn="ctr">
              <a:defRPr/>
            </a:pPr>
            <a:r>
              <a:rPr lang="en-US" sz="1000" b="1">
                <a:solidFill>
                  <a:srgbClr val="374649"/>
                </a:solidFill>
              </a:rPr>
              <a:t>Methane from Fugitives, incidents &amp; </a:t>
            </a:r>
            <a:r>
              <a:rPr lang="en-US" sz="1000" b="1"/>
              <a:t>Flame-out detection</a:t>
            </a:r>
          </a:p>
        </p:txBody>
      </p:sp>
      <p:pic>
        <p:nvPicPr>
          <p:cNvPr id="30" name="Image 29" descr="Une image contenant Graphique, capture d’écran, graphisme, art&#10;&#10;Le contenu généré par l’IA peut être incorrect.">
            <a:extLst>
              <a:ext uri="{FF2B5EF4-FFF2-40B4-BE49-F238E27FC236}">
                <a16:creationId xmlns:a16="http://schemas.microsoft.com/office/drawing/2014/main" id="{27FB529B-AD9A-5197-EC56-219ADC0058BB}"/>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flipH="1">
            <a:off x="8559609" y="4525927"/>
            <a:ext cx="487262" cy="549281"/>
          </a:xfrm>
          <a:prstGeom prst="rect">
            <a:avLst/>
          </a:prstGeom>
        </p:spPr>
      </p:pic>
      <p:graphicFrame>
        <p:nvGraphicFramePr>
          <p:cNvPr id="31" name="Tableau 30">
            <a:extLst>
              <a:ext uri="{FF2B5EF4-FFF2-40B4-BE49-F238E27FC236}">
                <a16:creationId xmlns:a16="http://schemas.microsoft.com/office/drawing/2014/main" id="{63781027-F6EB-F59F-0DD9-52C68F9CA0F0}"/>
              </a:ext>
            </a:extLst>
          </p:cNvPr>
          <p:cNvGraphicFramePr>
            <a:graphicFrameLocks noGrp="1"/>
          </p:cNvGraphicFramePr>
          <p:nvPr/>
        </p:nvGraphicFramePr>
        <p:xfrm>
          <a:off x="119743" y="1706"/>
          <a:ext cx="8325613" cy="1008000"/>
        </p:xfrm>
        <a:graphic>
          <a:graphicData uri="http://schemas.openxmlformats.org/drawingml/2006/table">
            <a:tbl>
              <a:tblPr>
                <a:tableStyleId>{5C22544A-7EE6-4342-B048-85BDC9FD1C3A}</a:tableStyleId>
              </a:tblPr>
              <a:tblGrid>
                <a:gridCol w="1239772">
                  <a:extLst>
                    <a:ext uri="{9D8B030D-6E8A-4147-A177-3AD203B41FA5}">
                      <a16:colId xmlns:a16="http://schemas.microsoft.com/office/drawing/2014/main" val="3016792547"/>
                    </a:ext>
                  </a:extLst>
                </a:gridCol>
                <a:gridCol w="927308">
                  <a:extLst>
                    <a:ext uri="{9D8B030D-6E8A-4147-A177-3AD203B41FA5}">
                      <a16:colId xmlns:a16="http://schemas.microsoft.com/office/drawing/2014/main" val="2840594305"/>
                    </a:ext>
                  </a:extLst>
                </a:gridCol>
                <a:gridCol w="635005">
                  <a:extLst>
                    <a:ext uri="{9D8B030D-6E8A-4147-A177-3AD203B41FA5}">
                      <a16:colId xmlns:a16="http://schemas.microsoft.com/office/drawing/2014/main" val="3487973613"/>
                    </a:ext>
                  </a:extLst>
                </a:gridCol>
                <a:gridCol w="704950">
                  <a:extLst>
                    <a:ext uri="{9D8B030D-6E8A-4147-A177-3AD203B41FA5}">
                      <a16:colId xmlns:a16="http://schemas.microsoft.com/office/drawing/2014/main" val="303259601"/>
                    </a:ext>
                  </a:extLst>
                </a:gridCol>
                <a:gridCol w="1140431">
                  <a:extLst>
                    <a:ext uri="{9D8B030D-6E8A-4147-A177-3AD203B41FA5}">
                      <a16:colId xmlns:a16="http://schemas.microsoft.com/office/drawing/2014/main" val="30030255"/>
                    </a:ext>
                  </a:extLst>
                </a:gridCol>
                <a:gridCol w="704713">
                  <a:extLst>
                    <a:ext uri="{9D8B030D-6E8A-4147-A177-3AD203B41FA5}">
                      <a16:colId xmlns:a16="http://schemas.microsoft.com/office/drawing/2014/main" val="1004312362"/>
                    </a:ext>
                  </a:extLst>
                </a:gridCol>
                <a:gridCol w="897070">
                  <a:extLst>
                    <a:ext uri="{9D8B030D-6E8A-4147-A177-3AD203B41FA5}">
                      <a16:colId xmlns:a16="http://schemas.microsoft.com/office/drawing/2014/main" val="2301429632"/>
                    </a:ext>
                  </a:extLst>
                </a:gridCol>
                <a:gridCol w="1048261">
                  <a:extLst>
                    <a:ext uri="{9D8B030D-6E8A-4147-A177-3AD203B41FA5}">
                      <a16:colId xmlns:a16="http://schemas.microsoft.com/office/drawing/2014/main" val="1119334881"/>
                    </a:ext>
                  </a:extLst>
                </a:gridCol>
                <a:gridCol w="1028103">
                  <a:extLst>
                    <a:ext uri="{9D8B030D-6E8A-4147-A177-3AD203B41FA5}">
                      <a16:colId xmlns:a16="http://schemas.microsoft.com/office/drawing/2014/main" val="4083052891"/>
                    </a:ext>
                  </a:extLst>
                </a:gridCol>
              </a:tblGrid>
              <a:tr h="1008000">
                <a:tc>
                  <a:txBody>
                    <a:bodyPr/>
                    <a:lstStyle/>
                    <a:p>
                      <a:pPr marL="0" algn="ctr" defTabSz="914400" rtl="0" eaLnBrk="1" fontAlgn="ctr" latinLnBrk="0" hangingPunct="1"/>
                      <a:r>
                        <a:rPr lang="en-US" sz="1000" b="1" i="0" u="none" strike="noStrike" kern="1200">
                          <a:solidFill>
                            <a:schemeClr val="tx1">
                              <a:lumMod val="40000"/>
                              <a:lumOff val="60000"/>
                            </a:schemeClr>
                          </a:solidFill>
                          <a:effectLst/>
                          <a:latin typeface="Aptos (Body)"/>
                          <a:ea typeface="+mn-ea"/>
                          <a:cs typeface="+mn-cs"/>
                        </a:rPr>
                        <a:t>Production</a:t>
                      </a: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chemeClr val="tx1">
                              <a:lumMod val="40000"/>
                              <a:lumOff val="60000"/>
                            </a:schemeClr>
                          </a:solidFill>
                          <a:effectLst/>
                          <a:latin typeface="Aptos (Body)"/>
                        </a:rPr>
                        <a:t>Asset Performance</a:t>
                      </a: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b="1" u="none" strike="noStrike">
                          <a:solidFill>
                            <a:schemeClr val="tx1">
                              <a:lumMod val="40000"/>
                              <a:lumOff val="60000"/>
                            </a:schemeClr>
                          </a:solidFill>
                          <a:effectLst/>
                          <a:latin typeface="Aptos (Body)"/>
                        </a:rPr>
                        <a:t>Growth</a:t>
                      </a:r>
                      <a:r>
                        <a:rPr lang="en-US" sz="1000" u="none" strike="noStrike">
                          <a:solidFill>
                            <a:schemeClr val="tx1">
                              <a:lumMod val="40000"/>
                              <a:lumOff val="60000"/>
                            </a:schemeClr>
                          </a:solidFill>
                          <a:effectLst/>
                          <a:latin typeface="Aptos (Body)"/>
                        </a:rPr>
                        <a:t> </a:t>
                      </a:r>
                    </a:p>
                    <a:p>
                      <a:pPr algn="ctr" fontAlgn="ctr"/>
                      <a:r>
                        <a:rPr lang="en-US" sz="1000" u="none" strike="noStrike">
                          <a:solidFill>
                            <a:schemeClr val="tx1">
                              <a:lumMod val="40000"/>
                              <a:lumOff val="60000"/>
                            </a:schemeClr>
                          </a:solidFill>
                          <a:effectLst/>
                          <a:latin typeface="Aptos (Body)"/>
                        </a:rPr>
                        <a:t>(AiP5)</a:t>
                      </a: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EOR</a:t>
                      </a:r>
                      <a:endParaRPr lang="en-US" sz="1000" b="0" i="0" u="none" strike="noStrike">
                        <a:solidFill>
                          <a:schemeClr val="tx1">
                            <a:lumMod val="40000"/>
                            <a:lumOff val="60000"/>
                          </a:schemeClr>
                        </a:solidFill>
                        <a:effectLst/>
                        <a:latin typeface="Aptos (Body)"/>
                      </a:endParaRPr>
                    </a:p>
                  </a:txBody>
                  <a:tcPr marL="3102" marR="3102" marT="310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Integrity  &amp;</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Operations</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Technology</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a:solidFill>
                            <a:schemeClr val="tx1">
                              <a:lumMod val="40000"/>
                              <a:lumOff val="60000"/>
                            </a:schemeClr>
                          </a:solidFill>
                          <a:effectLst/>
                          <a:latin typeface="Aptos (Body)"/>
                        </a:rPr>
                        <a:t>People</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Development</a:t>
                      </a:r>
                      <a:endParaRPr lang="en-US" sz="1000" b="0" i="0" u="none" strike="noStrike">
                        <a:solidFill>
                          <a:schemeClr val="tx1">
                            <a:lumMod val="40000"/>
                            <a:lumOff val="60000"/>
                          </a:schemeClr>
                        </a:solidFill>
                        <a:effectLst/>
                        <a:latin typeface="Aptos (Body)"/>
                      </a:endParaRPr>
                    </a:p>
                    <a:p>
                      <a:pPr algn="ctr" fontAlgn="ct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OPEX / CAPEX</a:t>
                      </a:r>
                      <a:br>
                        <a:rPr lang="en-US" sz="1000" u="none" strike="noStrike">
                          <a:solidFill>
                            <a:schemeClr val="tx1">
                              <a:lumMod val="40000"/>
                              <a:lumOff val="60000"/>
                            </a:schemeClr>
                          </a:solidFill>
                          <a:effectLst/>
                          <a:latin typeface="Aptos (Body)"/>
                        </a:rPr>
                      </a:br>
                      <a:r>
                        <a:rPr lang="en-US" sz="1000" u="none" strike="noStrike">
                          <a:solidFill>
                            <a:schemeClr val="tx1">
                              <a:lumMod val="40000"/>
                              <a:lumOff val="60000"/>
                            </a:schemeClr>
                          </a:solidFill>
                          <a:effectLst/>
                          <a:latin typeface="Aptos (Body)"/>
                        </a:rPr>
                        <a:t>Optimization</a:t>
                      </a:r>
                      <a:endParaRPr lang="en-US" sz="1000" b="0" i="0" u="none" strike="noStrike">
                        <a:solidFill>
                          <a:schemeClr val="tx1">
                            <a:lumMod val="40000"/>
                            <a:lumOff val="60000"/>
                          </a:schemeClr>
                        </a:solidFill>
                        <a:effectLst/>
                        <a:latin typeface="Aptos (Body)"/>
                      </a:endParaRPr>
                    </a:p>
                  </a:txBody>
                  <a:tcPr marL="3102" marR="3102" marT="310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tc>
                  <a:txBody>
                    <a:bodyPr/>
                    <a:lstStyle/>
                    <a:p>
                      <a:pPr algn="ctr" fontAlgn="ctr"/>
                      <a:r>
                        <a:rPr lang="en-US" sz="1000" u="none" strike="noStrike">
                          <a:solidFill>
                            <a:schemeClr val="tx1">
                              <a:lumMod val="40000"/>
                              <a:lumOff val="60000"/>
                            </a:schemeClr>
                          </a:solidFill>
                          <a:effectLst/>
                          <a:latin typeface="Aptos (Body)"/>
                        </a:rPr>
                        <a:t>Sustainability</a:t>
                      </a:r>
                      <a:endParaRPr lang="en-US" sz="1000" b="0" i="0" u="none" strike="noStrike">
                        <a:solidFill>
                          <a:schemeClr val="tx1">
                            <a:lumMod val="40000"/>
                            <a:lumOff val="60000"/>
                          </a:schemeClr>
                        </a:solidFill>
                        <a:effectLst/>
                        <a:latin typeface="Aptos (Body)"/>
                      </a:endParaRPr>
                    </a:p>
                  </a:txBody>
                  <a:tcPr marL="3102" marR="3102" marT="310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FFB"/>
                    </a:solidFill>
                  </a:tcPr>
                </a:tc>
                <a:extLst>
                  <a:ext uri="{0D108BD9-81ED-4DB2-BD59-A6C34878D82A}">
                    <a16:rowId xmlns:a16="http://schemas.microsoft.com/office/drawing/2014/main" val="1943262551"/>
                  </a:ext>
                </a:extLst>
              </a:tr>
            </a:tbl>
          </a:graphicData>
        </a:graphic>
      </p:graphicFrame>
      <p:sp>
        <p:nvSpPr>
          <p:cNvPr id="32" name="Rectangle 31">
            <a:extLst>
              <a:ext uri="{FF2B5EF4-FFF2-40B4-BE49-F238E27FC236}">
                <a16:creationId xmlns:a16="http://schemas.microsoft.com/office/drawing/2014/main" id="{E2F81E89-B552-E190-0412-7A749EAE7165}"/>
              </a:ext>
            </a:extLst>
          </p:cNvPr>
          <p:cNvSpPr/>
          <p:nvPr/>
        </p:nvSpPr>
        <p:spPr>
          <a:xfrm>
            <a:off x="7109716" y="0"/>
            <a:ext cx="1573735" cy="1008000"/>
          </a:xfrm>
          <a:prstGeom prst="rect">
            <a:avLst/>
          </a:prstGeom>
          <a:solidFill>
            <a:schemeClr val="bg2"/>
          </a:solidFill>
          <a:ln w="28575">
            <a:solidFill>
              <a:srgbClr val="1FAA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600" b="1">
                <a:solidFill>
                  <a:srgbClr val="1FAAFF"/>
                </a:solidFill>
                <a:latin typeface="Aptos (Body)"/>
              </a:rPr>
              <a:t>Sustainability</a:t>
            </a:r>
            <a:endParaRPr lang="en-US" sz="1600" u="none" strike="noStrike">
              <a:solidFill>
                <a:schemeClr val="tx1"/>
              </a:solidFill>
              <a:effectLst/>
              <a:latin typeface="Aptos (Body)"/>
            </a:endParaRPr>
          </a:p>
        </p:txBody>
      </p:sp>
      <p:pic>
        <p:nvPicPr>
          <p:cNvPr id="34" name="Image 33">
            <a:extLst>
              <a:ext uri="{FF2B5EF4-FFF2-40B4-BE49-F238E27FC236}">
                <a16:creationId xmlns:a16="http://schemas.microsoft.com/office/drawing/2014/main" id="{7B3BA024-BB14-F917-FF84-AF44BFE25CA1}"/>
              </a:ext>
            </a:extLst>
          </p:cNvPr>
          <p:cNvPicPr>
            <a:picLocks noChangeAspect="1"/>
          </p:cNvPicPr>
          <p:nvPr/>
        </p:nvPicPr>
        <p:blipFill>
          <a:blip r:embed="rId11"/>
          <a:stretch>
            <a:fillRect/>
          </a:stretch>
        </p:blipFill>
        <p:spPr>
          <a:xfrm>
            <a:off x="7588265" y="-267487"/>
            <a:ext cx="570169" cy="570169"/>
          </a:xfrm>
          <a:prstGeom prst="rect">
            <a:avLst/>
          </a:prstGeom>
        </p:spPr>
      </p:pic>
    </p:spTree>
    <p:extLst>
      <p:ext uri="{BB962C8B-B14F-4D97-AF65-F5344CB8AC3E}">
        <p14:creationId xmlns:p14="http://schemas.microsoft.com/office/powerpoint/2010/main" val="1370124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54F8-01F4-94FA-A9D1-DE8083E3227A}"/>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D057DD5A-EF0E-7A59-53B5-FE242431A63D}"/>
              </a:ext>
            </a:extLst>
          </p:cNvPr>
          <p:cNvSpPr txBox="1"/>
          <p:nvPr/>
        </p:nvSpPr>
        <p:spPr>
          <a:xfrm>
            <a:off x="306476" y="862316"/>
            <a:ext cx="11579051" cy="5628464"/>
          </a:xfrm>
          <a:prstGeom prst="rect">
            <a:avLst/>
          </a:prstGeom>
          <a:noFill/>
        </p:spPr>
        <p:txBody>
          <a:bodyPr wrap="square">
            <a:spAutoFit/>
          </a:bodyPr>
          <a:lstStyle>
            <a:defPPr>
              <a:defRPr lang="en-US"/>
            </a:defPPr>
            <a:lvl1pPr marL="0" algn="l" defTabSz="1372972" rtl="0" eaLnBrk="1" latinLnBrk="0" hangingPunct="1">
              <a:defRPr sz="2703" kern="1200">
                <a:solidFill>
                  <a:schemeClr val="tx1"/>
                </a:solidFill>
                <a:latin typeface="+mn-lt"/>
                <a:ea typeface="+mn-ea"/>
                <a:cs typeface="+mn-cs"/>
              </a:defRPr>
            </a:lvl1pPr>
            <a:lvl2pPr marL="686486" algn="l" defTabSz="1372972" rtl="0" eaLnBrk="1" latinLnBrk="0" hangingPunct="1">
              <a:defRPr sz="2703" kern="1200">
                <a:solidFill>
                  <a:schemeClr val="tx1"/>
                </a:solidFill>
                <a:latin typeface="+mn-lt"/>
                <a:ea typeface="+mn-ea"/>
                <a:cs typeface="+mn-cs"/>
              </a:defRPr>
            </a:lvl2pPr>
            <a:lvl3pPr marL="1372972" algn="l" defTabSz="1372972" rtl="0" eaLnBrk="1" latinLnBrk="0" hangingPunct="1">
              <a:defRPr sz="2703" kern="1200">
                <a:solidFill>
                  <a:schemeClr val="tx1"/>
                </a:solidFill>
                <a:latin typeface="+mn-lt"/>
                <a:ea typeface="+mn-ea"/>
                <a:cs typeface="+mn-cs"/>
              </a:defRPr>
            </a:lvl3pPr>
            <a:lvl4pPr marL="2059457" algn="l" defTabSz="1372972" rtl="0" eaLnBrk="1" latinLnBrk="0" hangingPunct="1">
              <a:defRPr sz="2703" kern="1200">
                <a:solidFill>
                  <a:schemeClr val="tx1"/>
                </a:solidFill>
                <a:latin typeface="+mn-lt"/>
                <a:ea typeface="+mn-ea"/>
                <a:cs typeface="+mn-cs"/>
              </a:defRPr>
            </a:lvl4pPr>
            <a:lvl5pPr marL="2745943" algn="l" defTabSz="1372972" rtl="0" eaLnBrk="1" latinLnBrk="0" hangingPunct="1">
              <a:defRPr sz="2703" kern="1200">
                <a:solidFill>
                  <a:schemeClr val="tx1"/>
                </a:solidFill>
                <a:latin typeface="+mn-lt"/>
                <a:ea typeface="+mn-ea"/>
                <a:cs typeface="+mn-cs"/>
              </a:defRPr>
            </a:lvl5pPr>
            <a:lvl6pPr marL="3432429" algn="l" defTabSz="1372972" rtl="0" eaLnBrk="1" latinLnBrk="0" hangingPunct="1">
              <a:defRPr sz="2703" kern="1200">
                <a:solidFill>
                  <a:schemeClr val="tx1"/>
                </a:solidFill>
                <a:latin typeface="+mn-lt"/>
                <a:ea typeface="+mn-ea"/>
                <a:cs typeface="+mn-cs"/>
              </a:defRPr>
            </a:lvl6pPr>
            <a:lvl7pPr marL="4118915" algn="l" defTabSz="1372972" rtl="0" eaLnBrk="1" latinLnBrk="0" hangingPunct="1">
              <a:defRPr sz="2703" kern="1200">
                <a:solidFill>
                  <a:schemeClr val="tx1"/>
                </a:solidFill>
                <a:latin typeface="+mn-lt"/>
                <a:ea typeface="+mn-ea"/>
                <a:cs typeface="+mn-cs"/>
              </a:defRPr>
            </a:lvl7pPr>
            <a:lvl8pPr marL="4805401" algn="l" defTabSz="1372972" rtl="0" eaLnBrk="1" latinLnBrk="0" hangingPunct="1">
              <a:defRPr sz="2703" kern="1200">
                <a:solidFill>
                  <a:schemeClr val="tx1"/>
                </a:solidFill>
                <a:latin typeface="+mn-lt"/>
                <a:ea typeface="+mn-ea"/>
                <a:cs typeface="+mn-cs"/>
              </a:defRPr>
            </a:lvl8pPr>
            <a:lvl9pPr marL="5491886" algn="l" defTabSz="1372972" rtl="0" eaLnBrk="1" latinLnBrk="0" hangingPunct="1">
              <a:defRPr sz="2703" kern="1200">
                <a:solidFill>
                  <a:schemeClr val="tx1"/>
                </a:solidFill>
                <a:latin typeface="+mn-lt"/>
                <a:ea typeface="+mn-ea"/>
                <a:cs typeface="+mn-cs"/>
              </a:defRPr>
            </a:lvl9pPr>
          </a:lstStyle>
          <a:p>
            <a:pPr algn="just" rtl="0" fontAlgn="base"/>
            <a:r>
              <a:rPr lang="en-US" sz="1199" b="1" i="0" u="none" strike="noStrike">
                <a:solidFill>
                  <a:srgbClr val="374649"/>
                </a:solidFill>
                <a:effectLst/>
                <a:latin typeface="Arial" panose="020B0604020202020204" pitchFamily="34" charset="0"/>
              </a:rPr>
              <a:t>Definition </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just" rtl="0" fontAlgn="base"/>
            <a:r>
              <a:rPr lang="en-US" sz="1199" b="1" i="0" u="none" strike="noStrike">
                <a:solidFill>
                  <a:srgbClr val="374649"/>
                </a:solidFill>
                <a:effectLst/>
                <a:latin typeface="Arial" panose="020B0604020202020204" pitchFamily="34" charset="0"/>
              </a:rPr>
              <a:t>TotalEnergies / Company</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The term "TotalEnergies" used in this disclaimer is used to refer to TotalEnergies SE and its affiliates and their officers and employees. </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It cannot be inferred from the use of these expressions that TotalEnergies SE or any of its affiliates is involved in the business or management of any other company of the TotalEnergies group. </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just" rtl="0" fontAlgn="base"/>
            <a:r>
              <a:rPr lang="en-US" sz="1199" b="1" i="0" u="none" strike="noStrike">
                <a:solidFill>
                  <a:srgbClr val="374649"/>
                </a:solidFill>
                <a:effectLst/>
                <a:latin typeface="Arial" panose="020B0604020202020204" pitchFamily="34" charset="0"/>
              </a:rPr>
              <a:t>Know-How </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Know-How means the slides, spreadsheets, handout materials and other documents, data or materials presented by TotalEnergies at workshops or meetings or provided by e-mail, together with the TotalEnergies General Specification Referential documents and any additional documents from TotalEnergies’s referential as may be shared from time to time by TotalEnergies with ADNOC. </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US" sz="1199" b="1" i="0" u="none" strike="noStrike">
                <a:solidFill>
                  <a:srgbClr val="374649"/>
                </a:solidFill>
                <a:effectLst/>
                <a:latin typeface="Arial" panose="020B0604020202020204" pitchFamily="34" charset="0"/>
              </a:rPr>
              <a:t>Disclaimer</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US" sz="1199" b="0" i="0" u="none" strike="noStrike">
                <a:solidFill>
                  <a:srgbClr val="374649"/>
                </a:solidFill>
                <a:effectLst/>
                <a:latin typeface="Arial" panose="020B0604020202020204" pitchFamily="34" charset="0"/>
              </a:rPr>
              <a:t>TotalEnergies is willing to share certain Know-How with ADNOC and its Affiliates for the sole purpose of assisting ADNOC or its Affiliates to prepare and develop their own know-how, rules, standards, policies and procedures (“Purpose”) and shall not be used for any other purpose whatsoever.  </a:t>
            </a:r>
            <a:r>
              <a:rPr lang="en-GB" sz="1199" b="0" i="0">
                <a:solidFill>
                  <a:srgbClr val="374649"/>
                </a:solidFill>
                <a:effectLst/>
                <a:latin typeface="Arial" panose="020B0604020202020204" pitchFamily="34" charset="0"/>
              </a:rPr>
              <a:t>​</a:t>
            </a:r>
            <a:endParaRPr lang="en-GB"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By accepting Know-How ADNOC agrees for and on behalf of itself and its Affiliates and their directors, officers, employees, advisors, contractors, agents and other representatives to use the Know-How solely for the Purpose and not to divulge any Know-How to any other entity person. </a:t>
            </a:r>
            <a:r>
              <a:rPr lang="en-GB" sz="1199" b="0" i="0">
                <a:solidFill>
                  <a:srgbClr val="374649"/>
                </a:solidFill>
                <a:effectLst/>
                <a:latin typeface="Arial" panose="020B0604020202020204" pitchFamily="34" charset="0"/>
              </a:rPr>
              <a:t>​</a:t>
            </a:r>
            <a:endParaRPr lang="en-GB"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In the event that ADNOC or its Affiliate wishes to use any part of the Know-How, such Know-How will be adapted and customized to the extent necessary to suit ADNOC’s or the relevant Affiliate’s’ needs, environment, circumstances and procedures. TotalEnergies shall not be under any obligation to revise, update or adapt the Know-How after the date of presentation or transmission to ADNOC. ADNOC must ensure that any references to TotalEnergies, are removed from electronic and paper documents derived from Know-How.</a:t>
            </a:r>
            <a:r>
              <a:rPr lang="en-GB" sz="1199" b="0" i="0">
                <a:solidFill>
                  <a:srgbClr val="374649"/>
                </a:solidFill>
                <a:effectLst/>
                <a:latin typeface="Arial" panose="020B0604020202020204" pitchFamily="34" charset="0"/>
              </a:rPr>
              <a:t>​</a:t>
            </a:r>
            <a:endParaRPr lang="en-GB"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TotalEnergies does not make any warranty or representation (express or implied) to ADNOC or its Affiliates concerning Know-How, including but not limited to warranties and representations as to the accuracy, completeness, quality, reliability, adaptability or fitness for any purpose. Any use of Know-How shall be entirely at the risk of ADNOC. </a:t>
            </a:r>
            <a:r>
              <a:rPr lang="en-GB" sz="1199" b="0" i="0">
                <a:solidFill>
                  <a:srgbClr val="374649"/>
                </a:solidFill>
                <a:effectLst/>
                <a:latin typeface="Arial" panose="020B0604020202020204" pitchFamily="34" charset="0"/>
              </a:rPr>
              <a:t>​</a:t>
            </a:r>
            <a:endParaRPr lang="en-GB" sz="1199" b="0" i="0">
              <a:solidFill>
                <a:srgbClr val="374649"/>
              </a:solidFill>
              <a:effectLst/>
              <a:latin typeface="Segoe UI" panose="020B0502040204020203" pitchFamily="34" charset="0"/>
            </a:endParaRPr>
          </a:p>
          <a:p>
            <a:pPr algn="just" rtl="0" fontAlgn="base"/>
            <a:r>
              <a:rPr lang="en-US" sz="1199" b="0" i="0" u="none" strike="noStrike">
                <a:solidFill>
                  <a:srgbClr val="374649"/>
                </a:solidFill>
                <a:effectLst/>
                <a:latin typeface="Arial" panose="020B0604020202020204" pitchFamily="34" charset="0"/>
              </a:rPr>
              <a:t>ADNOC hereby irrevocably and unconditionally waives its rights to assert any claim or action against TotalEnergies arising out of or in relation any Know-How, whether by reason of negligence (whether sole, joint or concurrent), gross negligence, strict liability or other legal fault of TotalEnergies or any other cause whatsoever. </a:t>
            </a:r>
            <a:r>
              <a:rPr lang="en-GB" sz="1199" b="0" i="0">
                <a:solidFill>
                  <a:srgbClr val="374649"/>
                </a:solidFill>
                <a:effectLst/>
                <a:latin typeface="Arial" panose="020B0604020202020204" pitchFamily="34" charset="0"/>
              </a:rPr>
              <a:t>​</a:t>
            </a:r>
            <a:endParaRPr lang="en-GB" sz="1199" b="0" i="0">
              <a:solidFill>
                <a:srgbClr val="374649"/>
              </a:solidFill>
              <a:effectLst/>
              <a:latin typeface="Segoe UI" panose="020B0502040204020203" pitchFamily="34" charset="0"/>
            </a:endParaRPr>
          </a:p>
          <a:p>
            <a:pPr algn="l" rtl="0" fontAlgn="base"/>
            <a:r>
              <a:rPr lang="en-US" sz="1199" b="0" i="0" u="none" strike="noStrike">
                <a:solidFill>
                  <a:srgbClr val="374649"/>
                </a:solidFill>
                <a:effectLst/>
                <a:latin typeface="Arial" panose="020B0604020202020204" pitchFamily="34" charset="0"/>
              </a:rPr>
              <a:t>This disclaimer shall be governed by and construed in accordance with the laws of England and Wales. </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US" sz="1199" b="1" i="0" u="none" strike="noStrike">
                <a:solidFill>
                  <a:srgbClr val="374649"/>
                </a:solidFill>
                <a:effectLst/>
                <a:latin typeface="Arial" panose="020B0604020202020204" pitchFamily="34" charset="0"/>
              </a:rPr>
              <a:t>Copyright</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US" sz="1199" b="0" i="0" u="none" strike="noStrike">
                <a:solidFill>
                  <a:srgbClr val="374649"/>
                </a:solidFill>
                <a:effectLst/>
                <a:latin typeface="Arial" panose="020B0604020202020204" pitchFamily="34" charset="0"/>
              </a:rPr>
              <a:t>All copyright, design rights, data base rights and other rights arising in relation to the creation of Know-How are reserved and the reproduction of any Know-How is not permitted without the express written agreement of TotalEnergies.</a:t>
            </a:r>
            <a:r>
              <a:rPr lang="en-US" sz="1199" b="0" i="0">
                <a:solidFill>
                  <a:srgbClr val="374649"/>
                </a:solidFill>
                <a:effectLst/>
                <a:latin typeface="Arial" panose="020B0604020202020204" pitchFamily="34" charset="0"/>
              </a:rPr>
              <a:t>​</a:t>
            </a:r>
            <a:endParaRPr lang="en-US" sz="1199" b="0" i="0">
              <a:solidFill>
                <a:srgbClr val="374649"/>
              </a:solidFill>
              <a:effectLst/>
              <a:latin typeface="Segoe UI" panose="020B0502040204020203" pitchFamily="34" charset="0"/>
            </a:endParaRPr>
          </a:p>
          <a:p>
            <a:pPr algn="l" rtl="0" fontAlgn="base"/>
            <a:r>
              <a:rPr lang="en-GB" sz="1199" b="0" i="0">
                <a:solidFill>
                  <a:srgbClr val="374649"/>
                </a:solidFill>
                <a:effectLst/>
                <a:latin typeface="Arial" panose="020B0604020202020204" pitchFamily="34" charset="0"/>
              </a:rPr>
              <a:t>​</a:t>
            </a:r>
            <a:endParaRPr lang="en-GB" sz="1199" b="0" i="0">
              <a:solidFill>
                <a:srgbClr val="374649"/>
              </a:solidFill>
              <a:effectLst/>
              <a:latin typeface="Segoe UI" panose="020B0502040204020203" pitchFamily="34" charset="0"/>
            </a:endParaRPr>
          </a:p>
        </p:txBody>
      </p:sp>
      <p:sp>
        <p:nvSpPr>
          <p:cNvPr id="9" name="Titre 2">
            <a:extLst>
              <a:ext uri="{FF2B5EF4-FFF2-40B4-BE49-F238E27FC236}">
                <a16:creationId xmlns:a16="http://schemas.microsoft.com/office/drawing/2014/main" id="{9FC9BD12-4E85-40BA-B737-AEB188274662}"/>
              </a:ext>
            </a:extLst>
          </p:cNvPr>
          <p:cNvSpPr txBox="1">
            <a:spLocks/>
          </p:cNvSpPr>
          <p:nvPr/>
        </p:nvSpPr>
        <p:spPr>
          <a:xfrm>
            <a:off x="306476" y="247328"/>
            <a:ext cx="9705075" cy="614988"/>
          </a:xfrm>
          <a:prstGeom prst="rect">
            <a:avLst/>
          </a:prstGeom>
        </p:spPr>
        <p:txBody>
          <a:bodyPr vert="horz" lIns="91440" tIns="45720" rIns="91440" bIns="45720" rtlCol="0" anchor="t">
            <a:noAutofit/>
          </a:bodyPr>
          <a:lstStyle>
            <a:defPPr>
              <a:defRPr lang="en-US"/>
            </a:defPPr>
            <a:lvl1pPr marL="0" algn="l" defTabSz="1372972" rtl="0" eaLnBrk="1" latinLnBrk="0" hangingPunct="1">
              <a:lnSpc>
                <a:spcPct val="100000"/>
              </a:lnSpc>
              <a:spcBef>
                <a:spcPct val="0"/>
              </a:spcBef>
              <a:buNone/>
              <a:defRPr sz="2703" kern="1200" cap="none" baseline="0">
                <a:solidFill>
                  <a:schemeClr val="tx1"/>
                </a:solidFill>
                <a:latin typeface="+mn-lt"/>
                <a:ea typeface="+mn-ea"/>
                <a:cs typeface="+mn-cs"/>
              </a:defRPr>
            </a:lvl1pPr>
            <a:lvl2pPr marL="686486" algn="l" defTabSz="1372972" rtl="0" eaLnBrk="1" latinLnBrk="0" hangingPunct="1">
              <a:defRPr sz="2703" kern="1200">
                <a:solidFill>
                  <a:schemeClr val="tx1"/>
                </a:solidFill>
                <a:latin typeface="+mn-lt"/>
                <a:ea typeface="+mn-ea"/>
                <a:cs typeface="+mn-cs"/>
              </a:defRPr>
            </a:lvl2pPr>
            <a:lvl3pPr marL="1372972" algn="l" defTabSz="1372972" rtl="0" eaLnBrk="1" latinLnBrk="0" hangingPunct="1">
              <a:defRPr sz="2703" kern="1200">
                <a:solidFill>
                  <a:schemeClr val="tx1"/>
                </a:solidFill>
                <a:latin typeface="+mn-lt"/>
                <a:ea typeface="+mn-ea"/>
                <a:cs typeface="+mn-cs"/>
              </a:defRPr>
            </a:lvl3pPr>
            <a:lvl4pPr marL="2059457" algn="l" defTabSz="1372972" rtl="0" eaLnBrk="1" latinLnBrk="0" hangingPunct="1">
              <a:defRPr sz="2703" kern="1200">
                <a:solidFill>
                  <a:schemeClr val="tx1"/>
                </a:solidFill>
                <a:latin typeface="+mn-lt"/>
                <a:ea typeface="+mn-ea"/>
                <a:cs typeface="+mn-cs"/>
              </a:defRPr>
            </a:lvl4pPr>
            <a:lvl5pPr marL="2745943" algn="l" defTabSz="1372972" rtl="0" eaLnBrk="1" latinLnBrk="0" hangingPunct="1">
              <a:defRPr sz="2703" kern="1200">
                <a:solidFill>
                  <a:schemeClr val="tx1"/>
                </a:solidFill>
                <a:latin typeface="+mn-lt"/>
                <a:ea typeface="+mn-ea"/>
                <a:cs typeface="+mn-cs"/>
              </a:defRPr>
            </a:lvl5pPr>
            <a:lvl6pPr marL="3432429" algn="l" defTabSz="1372972" rtl="0" eaLnBrk="1" latinLnBrk="0" hangingPunct="1">
              <a:defRPr sz="2703" kern="1200">
                <a:solidFill>
                  <a:schemeClr val="tx1"/>
                </a:solidFill>
                <a:latin typeface="+mn-lt"/>
                <a:ea typeface="+mn-ea"/>
                <a:cs typeface="+mn-cs"/>
              </a:defRPr>
            </a:lvl6pPr>
            <a:lvl7pPr marL="4118915" algn="l" defTabSz="1372972" rtl="0" eaLnBrk="1" latinLnBrk="0" hangingPunct="1">
              <a:defRPr sz="2703" kern="1200">
                <a:solidFill>
                  <a:schemeClr val="tx1"/>
                </a:solidFill>
                <a:latin typeface="+mn-lt"/>
                <a:ea typeface="+mn-ea"/>
                <a:cs typeface="+mn-cs"/>
              </a:defRPr>
            </a:lvl7pPr>
            <a:lvl8pPr marL="4805401" algn="l" defTabSz="1372972" rtl="0" eaLnBrk="1" latinLnBrk="0" hangingPunct="1">
              <a:defRPr sz="2703" kern="1200">
                <a:solidFill>
                  <a:schemeClr val="tx1"/>
                </a:solidFill>
                <a:latin typeface="+mn-lt"/>
                <a:ea typeface="+mn-ea"/>
                <a:cs typeface="+mn-cs"/>
              </a:defRPr>
            </a:lvl8pPr>
            <a:lvl9pPr marL="5491886" algn="l" defTabSz="1372972" rtl="0" eaLnBrk="1" latinLnBrk="0" hangingPunct="1">
              <a:defRPr sz="2703" kern="1200">
                <a:solidFill>
                  <a:schemeClr val="tx1"/>
                </a:solidFill>
                <a:latin typeface="+mn-lt"/>
                <a:ea typeface="+mn-ea"/>
                <a:cs typeface="+mn-cs"/>
              </a:defRPr>
            </a:lvl9pPr>
          </a:lstStyle>
          <a:p>
            <a:r>
              <a:rPr lang="en-US" sz="3000" b="1" cap="all">
                <a:gradFill>
                  <a:gsLst>
                    <a:gs pos="0">
                      <a:srgbClr val="009BFF"/>
                    </a:gs>
                    <a:gs pos="100000">
                      <a:srgbClr val="2F54F8"/>
                    </a:gs>
                    <a:gs pos="100000">
                      <a:srgbClr val="2F54F8"/>
                    </a:gs>
                  </a:gsLst>
                  <a:lin ang="0" scaled="0"/>
                </a:gradFill>
              </a:rPr>
              <a:t>Disclaimer – COPYRIGHT reservation</a:t>
            </a:r>
            <a:endParaRPr lang="en-US" sz="3000">
              <a:gradFill>
                <a:gsLst>
                  <a:gs pos="0">
                    <a:srgbClr val="009BFF"/>
                  </a:gs>
                  <a:gs pos="100000">
                    <a:srgbClr val="2F54F8"/>
                  </a:gs>
                  <a:gs pos="100000">
                    <a:srgbClr val="2F54F8"/>
                  </a:gs>
                </a:gsLst>
                <a:lin ang="0" scaled="0"/>
              </a:gradFill>
              <a:cs typeface="Arial"/>
            </a:endParaRPr>
          </a:p>
        </p:txBody>
      </p:sp>
      <p:sp>
        <p:nvSpPr>
          <p:cNvPr id="6" name="Espace réservé du pied de page 5">
            <a:extLst>
              <a:ext uri="{FF2B5EF4-FFF2-40B4-BE49-F238E27FC236}">
                <a16:creationId xmlns:a16="http://schemas.microsoft.com/office/drawing/2014/main" id="{AB7E6D04-22BB-DA86-C0A6-F8EDDB2BC3AD}"/>
              </a:ext>
            </a:extLst>
          </p:cNvPr>
          <p:cNvSpPr>
            <a:spLocks noGrp="1"/>
          </p:cNvSpPr>
          <p:nvPr>
            <p:ph type="ftr" sz="quarter" idx="15"/>
          </p:nvPr>
        </p:nvSpPr>
        <p:spPr/>
        <p:txBody>
          <a:bodyPr/>
          <a:lstStyle/>
          <a:p>
            <a:r>
              <a:rPr lang="nl-NL" noProof="0"/>
              <a:t>ADNOC Upstream - TotalEnergies - 06/10/2025</a:t>
            </a:r>
            <a:endParaRPr lang="en-US" noProof="0"/>
          </a:p>
        </p:txBody>
      </p:sp>
      <p:sp>
        <p:nvSpPr>
          <p:cNvPr id="7" name="Espace réservé du numéro de diapositive 6">
            <a:extLst>
              <a:ext uri="{FF2B5EF4-FFF2-40B4-BE49-F238E27FC236}">
                <a16:creationId xmlns:a16="http://schemas.microsoft.com/office/drawing/2014/main" id="{C6863A40-AE9D-C363-F475-82A322213156}"/>
              </a:ext>
            </a:extLst>
          </p:cNvPr>
          <p:cNvSpPr>
            <a:spLocks noGrp="1"/>
          </p:cNvSpPr>
          <p:nvPr>
            <p:ph type="sldNum" sz="quarter" idx="16"/>
          </p:nvPr>
        </p:nvSpPr>
        <p:spPr/>
        <p:txBody>
          <a:bodyPr/>
          <a:lstStyle/>
          <a:p>
            <a:fld id="{975A587B-5814-4D9B-9598-FE9CB954CB01}" type="slidenum">
              <a:rPr lang="en-US" noProof="0" smtClean="0"/>
              <a:pPr/>
              <a:t>22</a:t>
            </a:fld>
            <a:endParaRPr lang="en-US" noProof="0"/>
          </a:p>
        </p:txBody>
      </p:sp>
    </p:spTree>
    <p:extLst>
      <p:ext uri="{BB962C8B-B14F-4D97-AF65-F5344CB8AC3E}">
        <p14:creationId xmlns:p14="http://schemas.microsoft.com/office/powerpoint/2010/main" val="10617553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jDZP8Kyd1p9oJtKLmcHEs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 name="OTLTIMEBANDELAPSEDTIMEEXTENSION" val="False"/>
  <p:tag name="OTLTIMEBANDCULTUREINFO" val="en-US"/>
  <p:tag name="OTLTIMEBANDQUICKPOSITION" val="Custom"/>
  <p:tag name="OTLTIMEBANDTHREEDEFFECTS" val="None"/>
  <p:tag name="OTLTIMEBANDAUTODATERANGE" val="True"/>
  <p:tag name="OTLTIMEBANDSTARTDATE" val="0001-01-01T00:00:00.0000000"/>
  <p:tag name="OTLTIMEBANDWORKINGDAYS" val="Standard"/>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True"/>
  <p:tag name="OTLTIMEBANDDEPSCHEDULINGMODE" val="Flexible"/>
  <p:tag name="OTLTIMEBANDDEPPREVIOUSSCHEDULINGMODE" val="Flexible"/>
  <p:tag name="OTLTIMEBANDDEPONBREAKINGSTRICTSCHEDULINGMODE" val="AskEverytime"/>
  <p:tag name="OTLTIMEBANDDEPONBREAKINGFLEXIBLESCHEDULINGMODE" val="AskEverytime"/>
  <p:tag name="OTLTIMEBANDSPACINGABOVE" val="16"/>
  <p:tag name="OTLTIMEBANDSPACINGBELOW" val="16"/>
  <p:tag name="OTLTIMEBANDSPACINGABOVEFORSWLANDTASKS" val="16"/>
  <p:tag name="OTLTIMEBANDSPACINGBELOWFORSWLANDTASKS" val="16"/>
  <p:tag name="OTLTIMEBANDSCALEFORMAT" val="MMM"/>
  <p:tag name="OTLTIMEBANDSCALETYPE" val="Months"/>
  <p:tag name="OTLTIMEBANDSHAPETYPE" val="RoundedCornerRectangleTimeband"/>
  <p:tag name="OTLTIMEBANDSHAPEHEIGHT" val="20"/>
  <p:tag name="OTLTIMEBANDSHAPEPADDINGLEFT" val="0"/>
  <p:tag name="OTLTIMEBANDENDDATE" val="2024-12-22T11:59:00.0000000"/>
  <p:tag name="OTLLEFTENDCAPSMARGINLEFT" val="39.5066666666667"/>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3"/>
  <p:tag name="OTLSHAPETHICKNESSTYPE" val="Thin"/>
  <p:tag name="OTLWEEKNUMBERINGFORMAT" val="WNFormat1"/>
  <p:tag name="OTLWEEKNUMBERINGISVISIBLE" val="False"/>
  <p:tag name="OTLSTARTDATE" val="2024-01-01T00:00:00.0000000"/>
  <p:tag name="OTLENDDATE" val="2024-02-24T11:59:00.0000000"/>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3"/>
  <p:tag name="OTLSHAPETHICKNESSTYPE" val="Thin"/>
  <p:tag name="OTLWEEKNUMBERINGFORMAT" val="WNFormat1"/>
  <p:tag name="OTLWEEKNUMBERINGISVISIBLE" val="False"/>
  <p:tag name="OTLSTARTDATE" val="2024-01-01T00:00:00.0000000"/>
  <p:tag name="OTLENDDATE" val="2024-02-24T11:59:00.0000000"/>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DURATIONFORMAT" val="day"/>
  <p:tag name="OTLSPACING" val="5"/>
  <p:tag name="OTLSHAPETHICKNESSTYPE" val="Thin"/>
  <p:tag name="OTLWEEKNUMBERINGFORMAT" val="WNFormat1"/>
  <p:tag name="OTLWEEKNUMBERINGISVISIBLE" val="False"/>
  <p:tag name="OTLSTARTDATE" val="2024-03-01T00:00:00.0000000"/>
  <p:tag name="OTLENDDATE" val="2024-05-16T11:59:00.0000000"/>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otalEnergies AA - Bleu">
  <a:themeElements>
    <a:clrScheme name="TotalEnergies AA - Bleu">
      <a:dk1>
        <a:srgbClr val="374649"/>
      </a:dk1>
      <a:lt1>
        <a:srgbClr val="FFFFFF"/>
      </a:lt1>
      <a:dk2>
        <a:srgbClr val="009CEA"/>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009CE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Présentation11" id="{9BEC3FBE-2419-4042-98D8-48FD7A597541}" vid="{2A8E718C-D1D5-B54E-A9CF-4229D3F9F1C1}"/>
    </a:ext>
  </a:extLst>
</a:theme>
</file>

<file path=ppt/theme/theme2.xml><?xml version="1.0" encoding="utf-8"?>
<a:theme xmlns:a="http://schemas.openxmlformats.org/drawingml/2006/main" name="TotalEnergies AA - Rouge">
  <a:themeElements>
    <a:clrScheme name="TotalEnergies AA - Rouge">
      <a:dk1>
        <a:srgbClr val="374649"/>
      </a:dk1>
      <a:lt1>
        <a:srgbClr val="FFFFFF"/>
      </a:lt1>
      <a:dk2>
        <a:srgbClr val="ED0000"/>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ED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Présentation11" id="{9BEC3FBE-2419-4042-98D8-48FD7A597541}" vid="{517E99B6-38AA-FA43-B9D7-E7624BDDD441}"/>
    </a:ext>
  </a:extLst>
</a:theme>
</file>

<file path=ppt/theme/theme3.xml><?xml version="1.0" encoding="utf-8"?>
<a:theme xmlns:a="http://schemas.openxmlformats.org/drawingml/2006/main" name="TotalEnergies AA - Vert">
  <a:themeElements>
    <a:clrScheme name="TotalEnergies AA - Vert">
      <a:dk1>
        <a:srgbClr val="374649"/>
      </a:dk1>
      <a:lt1>
        <a:srgbClr val="FFFFFF"/>
      </a:lt1>
      <a:dk2>
        <a:srgbClr val="40A900"/>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40A9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Présentation11" id="{9BEC3FBE-2419-4042-98D8-48FD7A597541}" vid="{91BED9B8-598C-AA45-9FCA-0E8BF81E495D}"/>
    </a:ext>
  </a:extLst>
</a:theme>
</file>

<file path=ppt/theme/theme4.xml><?xml version="1.0" encoding="utf-8"?>
<a:theme xmlns:a="http://schemas.openxmlformats.org/drawingml/2006/main" name="TotalEnergies AA - Orange">
  <a:themeElements>
    <a:clrScheme name="TotalEnergies AA - Orange">
      <a:dk1>
        <a:srgbClr val="374649"/>
      </a:dk1>
      <a:lt1>
        <a:srgbClr val="FFFFFF"/>
      </a:lt1>
      <a:dk2>
        <a:srgbClr val="F66A00"/>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F66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Présentation11" id="{9BEC3FBE-2419-4042-98D8-48FD7A597541}" vid="{9DFFD374-ED35-5947-A71F-7A9A5C60E258}"/>
    </a:ext>
  </a:extLst>
</a:theme>
</file>

<file path=ppt/theme/theme5.xml><?xml version="1.0" encoding="utf-8"?>
<a:theme xmlns:a="http://schemas.openxmlformats.org/drawingml/2006/main" name="1_ADNOC Theme">
  <a:themeElements>
    <a:clrScheme name="ADNOC Color theme">
      <a:dk1>
        <a:sysClr val="windowText" lastClr="000000"/>
      </a:dk1>
      <a:lt1>
        <a:sysClr val="window" lastClr="FFFFFF"/>
      </a:lt1>
      <a:dk2>
        <a:srgbClr val="1859A9"/>
      </a:dk2>
      <a:lt2>
        <a:srgbClr val="E9E8E6"/>
      </a:lt2>
      <a:accent1>
        <a:srgbClr val="1E3B6B"/>
      </a:accent1>
      <a:accent2>
        <a:srgbClr val="1859A9"/>
      </a:accent2>
      <a:accent3>
        <a:srgbClr val="0773D7"/>
      </a:accent3>
      <a:accent4>
        <a:srgbClr val="4D5156"/>
      </a:accent4>
      <a:accent5>
        <a:srgbClr val="9D9FA0"/>
      </a:accent5>
      <a:accent6>
        <a:srgbClr val="D4D2CF"/>
      </a:accent6>
      <a:hlink>
        <a:srgbClr val="1E3B6B"/>
      </a:hlink>
      <a:folHlink>
        <a:srgbClr val="9D9FA0"/>
      </a:folHlink>
    </a:clrScheme>
    <a:fontScheme name="ADNOC font theme">
      <a:majorFont>
        <a:latin typeface="Arial"/>
        <a:ea typeface="SimHei"/>
        <a:cs typeface="Arial Unicode MS"/>
      </a:majorFont>
      <a:minorFont>
        <a:latin typeface="Arial"/>
        <a:ea typeface="SimHei"/>
        <a:cs typeface="Arial Unicode M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spcBef>
            <a:spcPts val="800"/>
          </a:spcBef>
          <a:defRPr sz="1600" dirty="0" err="1" smtClean="0">
            <a:solidFill>
              <a:schemeClr val="accent4"/>
            </a:solidFill>
          </a:defRPr>
        </a:defPPr>
      </a:lstStyle>
    </a:txDef>
  </a:objectDefaults>
  <a:extraClrSchemeLst/>
  <a:custClrLst>
    <a:custClr name="Alert Green">
      <a:srgbClr val="109647"/>
    </a:custClr>
    <a:custClr name="Green">
      <a:srgbClr val="00754A"/>
    </a:custClr>
    <a:custClr name="Dark Turquoise">
      <a:srgbClr val="005871"/>
    </a:custClr>
    <a:custClr name="Purple">
      <a:srgbClr val="291446"/>
    </a:custClr>
    <a:custClr name="Bright Orange">
      <a:srgbClr val="FAA22C"/>
    </a:custClr>
    <a:custClr name="Orange">
      <a:srgbClr val="EE7623"/>
    </a:custClr>
    <a:custClr name="Bright Yellow">
      <a:srgbClr val="FCE300"/>
    </a:custClr>
    <a:custClr name="Yellow">
      <a:srgbClr val="FED10A"/>
    </a:custClr>
    <a:custClr name="Bright Red">
      <a:srgbClr val="E32726"/>
    </a:custClr>
    <a:custClr name="Red">
      <a:srgbClr val="A9343A"/>
    </a:custClr>
  </a:custClrLst>
  <a:extLst>
    <a:ext uri="{05A4C25C-085E-4340-85A3-A5531E510DB2}">
      <thm15:themeFamily xmlns:thm15="http://schemas.microsoft.com/office/thememl/2012/main" name="ADNOC PowerPoint template.potx" id="{A63E13D5-D98E-48BC-AE9B-176188817045}" vid="{AD06FCF1-D3D5-4D4E-9C8F-8675E131B38A}"/>
    </a:ext>
  </a:extLst>
</a:theme>
</file>

<file path=ppt/theme/theme6.xml><?xml version="1.0" encoding="utf-8"?>
<a:theme xmlns:a="http://schemas.openxmlformats.org/drawingml/2006/main" name="TotalEnergies AA - Blue">
  <a:themeElements>
    <a:clrScheme name="TotalEnergies AA - Blue">
      <a:dk1>
        <a:srgbClr val="374649"/>
      </a:dk1>
      <a:lt1>
        <a:srgbClr val="FFFFFF"/>
      </a:lt1>
      <a:dk2>
        <a:srgbClr val="009CEA"/>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009CE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Présentation26" id="{F223456F-FF02-BB43-92D5-B0C703CC74B7}" vid="{6FBBE143-A0D6-0541-8B4A-28676F52E157}"/>
    </a:ext>
  </a:extLst>
</a:theme>
</file>

<file path=ppt/theme/theme7.xml><?xml version="1.0" encoding="utf-8"?>
<a:theme xmlns:a="http://schemas.openxmlformats.org/drawingml/2006/main" name="Thème Office">
  <a:themeElements>
    <a:clrScheme name="TotalEnergies AA - Bleu">
      <a:dk1>
        <a:srgbClr val="374649"/>
      </a:dk1>
      <a:lt1>
        <a:srgbClr val="FFFFFF"/>
      </a:lt1>
      <a:dk2>
        <a:srgbClr val="009CEA"/>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009CE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Thème Office">
  <a:themeElements>
    <a:clrScheme name="TotalEnergies AA - Bleu">
      <a:dk1>
        <a:srgbClr val="374649"/>
      </a:dk1>
      <a:lt1>
        <a:srgbClr val="FFFFFF"/>
      </a:lt1>
      <a:dk2>
        <a:srgbClr val="009CEA"/>
      </a:dk2>
      <a:lt2>
        <a:srgbClr val="FFFFFF"/>
      </a:lt2>
      <a:accent1>
        <a:srgbClr val="009CEA"/>
      </a:accent1>
      <a:accent2>
        <a:srgbClr val="ED0000"/>
      </a:accent2>
      <a:accent3>
        <a:srgbClr val="40A900"/>
      </a:accent3>
      <a:accent4>
        <a:srgbClr val="F66A00"/>
      </a:accent4>
      <a:accent5>
        <a:srgbClr val="009CEA"/>
      </a:accent5>
      <a:accent6>
        <a:srgbClr val="ED0000"/>
      </a:accent6>
      <a:hlink>
        <a:srgbClr val="374649"/>
      </a:hlink>
      <a:folHlink>
        <a:srgbClr val="009CE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3C479FD848434EA541F979F2465512" ma:contentTypeVersion="20" ma:contentTypeDescription="Crée un document." ma:contentTypeScope="" ma:versionID="af0e07431b0490d577bfffcf2bb49cbb">
  <xsd:schema xmlns:xsd="http://www.w3.org/2001/XMLSchema" xmlns:xs="http://www.w3.org/2001/XMLSchema" xmlns:p="http://schemas.microsoft.com/office/2006/metadata/properties" xmlns:ns1="http://schemas.microsoft.com/sharepoint/v3" xmlns:ns2="c8a7921e-9ad3-49fc-8192-a2d736b89f34" xmlns:ns3="8bd7225a-e712-44ff-9a0d-33fe59585fab" targetNamespace="http://schemas.microsoft.com/office/2006/metadata/properties" ma:root="true" ma:fieldsID="95ae919f107749efbca2aa137af84b04" ns1:_="" ns2:_="" ns3:_="">
    <xsd:import namespace="http://schemas.microsoft.com/sharepoint/v3"/>
    <xsd:import namespace="c8a7921e-9ad3-49fc-8192-a2d736b89f34"/>
    <xsd:import namespace="8bd7225a-e712-44ff-9a0d-33fe59585fa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1:_ip_UnifiedCompliancePolicyProperties" minOccurs="0"/>
                <xsd:element ref="ns1:_ip_UnifiedCompliancePolicyUIActio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Propriétés de la stratégie de conformité unifiée" ma:hidden="true" ma:internalName="_ip_UnifiedCompliancePolicyProperties">
      <xsd:simpleType>
        <xsd:restriction base="dms:Note"/>
      </xsd:simpleType>
    </xsd:element>
    <xsd:element name="_ip_UnifiedCompliancePolicyUIAction" ma:index="26" nillable="true" ma:displayName="Action d’interface utilisateur de la stratégie de conformité unifié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a7921e-9ad3-49fc-8192-a2d736b89f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Balises d’images" ma:readOnly="false" ma:fieldId="{5cf76f15-5ced-4ddc-b409-7134ff3c332f}" ma:taxonomyMulti="true" ma:sspId="7d7a317d-19e9-4a41-b675-f2bd41b4cab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7"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d7225a-e712-44ff-9a0d-33fe59585fab"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TaxCatchAll" ma:index="22" nillable="true" ma:displayName="Taxonomy Catch All Column" ma:hidden="true" ma:list="{a01fd618-3b76-42ed-a4b2-8e837672522e}" ma:internalName="TaxCatchAll" ma:showField="CatchAllData" ma:web="8bd7225a-e712-44ff-9a0d-33fe59585f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Application xmlns="http://www.sap.com/cof/powerpoint/application">
  <Version>2</Version>
  <Revision>2.8.1300.98253</Revision>
</Application>
</file>

<file path=customXml/item3.xml><?xml version="1.0" encoding="utf-8"?>
<p:properties xmlns:p="http://schemas.microsoft.com/office/2006/metadata/properties" xmlns:xsi="http://www.w3.org/2001/XMLSchema-instance" xmlns:pc="http://schemas.microsoft.com/office/infopath/2007/PartnerControls">
  <documentManagement>
    <TaxCatchAll xmlns="8bd7225a-e712-44ff-9a0d-33fe59585fab" xsi:nil="true"/>
    <lcf76f155ced4ddcb4097134ff3c332f xmlns="c8a7921e-9ad3-49fc-8192-a2d736b89f34">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D10682-58C0-415F-932B-8CDDE05A34DA}"/>
</file>

<file path=customXml/itemProps2.xml><?xml version="1.0" encoding="utf-8"?>
<ds:datastoreItem xmlns:ds="http://schemas.openxmlformats.org/officeDocument/2006/customXml" ds:itemID="{5C488889-0E78-4F49-952B-44544D89D764}">
  <ds:schemaRefs>
    <ds:schemaRef ds:uri="http://www.sap.com/cof/powerpoint/application"/>
  </ds:schemaRefs>
</ds:datastoreItem>
</file>

<file path=customXml/itemProps3.xml><?xml version="1.0" encoding="utf-8"?>
<ds:datastoreItem xmlns:ds="http://schemas.openxmlformats.org/officeDocument/2006/customXml" ds:itemID="{6279026D-D4FE-4DE6-A495-7F76931FA975}">
  <ds:schemaRefs>
    <ds:schemaRef ds:uri="8bd7225a-e712-44ff-9a0d-33fe59585fab"/>
    <ds:schemaRef ds:uri="c8a7921e-9ad3-49fc-8192-a2d736b89f3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DDB48DAF-04C5-4D68-BF8A-617CB95BD49B}">
  <ds:schemaRefs>
    <ds:schemaRef ds:uri="http://schemas.microsoft.com/sharepoint/v3/contenttype/forms"/>
  </ds:schemaRefs>
</ds:datastoreItem>
</file>

<file path=docMetadata/LabelInfo.xml><?xml version="1.0" encoding="utf-8"?>
<clbl:labelList xmlns:clbl="http://schemas.microsoft.com/office/2020/mipLabelMetadata">
  <clbl:label id="{329e91b0-e21f-48fb-a071-456717ecc28e}" enabled="0" method="" siteId="{329e91b0-e21f-48fb-a071-456717ecc28e}" removed="1"/>
  <clbl:label id="{82c6270f-1820-433a-b6f6-9abff1d1c7eb}" enabled="1" method="Privileged" siteId="{74892fe7-b6cb-43e7-912b-52194d3fd7c8}" removed="0"/>
</clbl:labelList>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Widescreen</PresentationFormat>
  <Slides>22</Slides>
  <Notes>18</Notes>
  <HiddenSlides>0</HiddenSlides>
  <ScaleCrop>false</ScaleCrop>
  <HeadingPairs>
    <vt:vector size="4" baseType="variant">
      <vt:variant>
        <vt:lpstr>Theme</vt:lpstr>
      </vt:variant>
      <vt:variant>
        <vt:i4>6</vt:i4>
      </vt:variant>
      <vt:variant>
        <vt:lpstr>Slide Titles</vt:lpstr>
      </vt:variant>
      <vt:variant>
        <vt:i4>22</vt:i4>
      </vt:variant>
    </vt:vector>
  </HeadingPairs>
  <TitlesOfParts>
    <vt:vector size="28" baseType="lpstr">
      <vt:lpstr>TotalEnergies AA - Bleu</vt:lpstr>
      <vt:lpstr>TotalEnergies AA - Rouge</vt:lpstr>
      <vt:lpstr>TotalEnergies AA - Vert</vt:lpstr>
      <vt:lpstr>TotalEnergies AA - Orange</vt:lpstr>
      <vt:lpstr>1_ADNOC Theme</vt:lpstr>
      <vt:lpstr>TotalEnergies AA - Blue</vt:lpstr>
      <vt:lpstr>Asset Lead Performance Contract South-East</vt:lpstr>
      <vt:lpstr>Agenda</vt:lpstr>
      <vt:lpstr>Safety Moment</vt:lpstr>
      <vt:lpstr>PC24 - Key Achievement &amp; Implementation</vt:lpstr>
      <vt:lpstr>PowerPoint Presentation</vt:lpstr>
      <vt:lpstr>PC 2025 – Current progress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Celine PUTHUMAILOLAN</dc:creator>
  <cp:revision>2</cp:revision>
  <cp:lastPrinted>2025-10-03T10:48:56Z</cp:lastPrinted>
  <dcterms:created xsi:type="dcterms:W3CDTF">2025-01-17T12:58:49Z</dcterms:created>
  <dcterms:modified xsi:type="dcterms:W3CDTF">2025-10-30T04:37:09Z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0x010100083C479FD848434EA541F979F2465512</vt:lpwstr>
  </property>
  <property fmtid="{D5CDD505-2E9C-101B-9397-08002B2CF9AE}" pid="3" name="MediaServiceImageTags">
    <vt:lpwstr/>
  </property>
  <property fmtid="{D5CDD505-2E9C-101B-9397-08002B2CF9AE}" pid="4" name="ClassificationContentMarkingHeaderLocations">
    <vt:lpwstr>TotalEnergies AA - Bleu:5\TotalEnergies AA - Rouge:5\TotalEnergies AA - Vert:5\TotalEnergies AA - Orange:5</vt:lpwstr>
  </property>
  <property fmtid="{D5CDD505-2E9C-101B-9397-08002B2CF9AE}" pid="5" name="ClassificationContentMarkingHeaderText">
    <vt:lpwstr>ADNOC Classification: Restricted</vt:lpwstr>
  </property>
</Properties>
</file>